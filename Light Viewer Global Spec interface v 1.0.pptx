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0"/>
  </p:notesMasterIdLst>
  <p:handoutMasterIdLst>
    <p:handoutMasterId r:id="rId11"/>
  </p:handoutMasterIdLst>
  <p:sldIdLst>
    <p:sldId id="333" r:id="rId5"/>
    <p:sldId id="2145706807" r:id="rId6"/>
    <p:sldId id="681" r:id="rId7"/>
    <p:sldId id="2076137720" r:id="rId8"/>
    <p:sldId id="274" r:id="rId9"/>
  </p:sldIdLst>
  <p:sldSz cx="14630400" cy="8229600"/>
  <p:notesSz cx="6858000" cy="9144000"/>
  <p:defaultTextStyle>
    <a:defPPr marL="0" marR="0" indent="0" algn="l" defTabSz="1463040" rtl="0" fontAlgn="auto" latinLnBrk="1"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defRPr>
    </a:defPPr>
    <a:lvl1pPr marL="0" marR="0" indent="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1pPr>
    <a:lvl2pPr marL="0" marR="0" indent="73152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2pPr>
    <a:lvl3pPr marL="0" marR="0" indent="146304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3pPr>
    <a:lvl4pPr marL="0" marR="0" indent="219456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4pPr>
    <a:lvl5pPr marL="0" marR="0" indent="292608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5pPr>
    <a:lvl6pPr marL="0" marR="0" indent="365760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6pPr>
    <a:lvl7pPr marL="0" marR="0" indent="438912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7pPr>
    <a:lvl8pPr marL="0" marR="0" indent="512064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8pPr>
    <a:lvl9pPr marL="0" marR="0" indent="5852160" algn="l" defTabSz="731520" rtl="0" fontAlgn="auto" latinLnBrk="0" hangingPunct="0">
      <a:lnSpc>
        <a:spcPct val="100000"/>
      </a:lnSpc>
      <a:spcBef>
        <a:spcPts val="0"/>
      </a:spcBef>
      <a:spcAft>
        <a:spcPts val="0"/>
      </a:spcAft>
      <a:buClrTx/>
      <a:buSzTx/>
      <a:buFontTx/>
      <a:buNone/>
      <a:tabLst/>
      <a:defRPr kumimoji="0" sz="288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1" orient="horz" pos="2592" userDrawn="1">
          <p15:clr>
            <a:srgbClr val="A4A3A4"/>
          </p15:clr>
        </p15:guide>
        <p15:guide id="2" pos="4608" userDrawn="1">
          <p15:clr>
            <a:srgbClr val="A4A3A4"/>
          </p15:clr>
        </p15:guide>
        <p15:guide id="3" orient="horz" pos="266" userDrawn="1">
          <p15:clr>
            <a:srgbClr val="A4A3A4"/>
          </p15:clr>
        </p15:guide>
        <p15:guide id="4" orient="horz" pos="2611" userDrawn="1">
          <p15:clr>
            <a:srgbClr val="A4A3A4"/>
          </p15:clr>
        </p15:guide>
        <p15:guide id="5" pos="296" userDrawn="1">
          <p15:clr>
            <a:srgbClr val="A4A3A4"/>
          </p15:clr>
        </p15:guide>
        <p15:guide id="6" pos="3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8FA3"/>
    <a:srgbClr val="989898"/>
    <a:srgbClr val="C2E0FF"/>
    <a:srgbClr val="83B6C4"/>
    <a:srgbClr val="ADBE8A"/>
    <a:srgbClr val="666666"/>
    <a:srgbClr val="CACACA"/>
    <a:srgbClr val="FAC090"/>
    <a:srgbClr val="B3A2C7"/>
    <a:srgbClr val="93C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3" autoAdjust="0"/>
    <p:restoredTop sz="94270" autoAdjust="0"/>
  </p:normalViewPr>
  <p:slideViewPr>
    <p:cSldViewPr snapToGrid="0" snapToObjects="1">
      <p:cViewPr varScale="1">
        <p:scale>
          <a:sx n="52" d="100"/>
          <a:sy n="52" d="100"/>
        </p:scale>
        <p:origin x="1004" y="56"/>
      </p:cViewPr>
      <p:guideLst>
        <p:guide orient="horz" pos="2592"/>
        <p:guide pos="4608"/>
        <p:guide orient="horz" pos="266"/>
        <p:guide orient="horz" pos="2611"/>
        <p:guide pos="296"/>
        <p:guide pos="355"/>
      </p:guideLst>
    </p:cSldViewPr>
  </p:slideViewPr>
  <p:notesTextViewPr>
    <p:cViewPr>
      <p:scale>
        <a:sx n="100" d="100"/>
        <a:sy n="100" d="100"/>
      </p:scale>
      <p:origin x="0" y="0"/>
    </p:cViewPr>
  </p:notesTextViewPr>
  <p:sorterViewPr>
    <p:cViewPr varScale="1">
      <p:scale>
        <a:sx n="100" d="100"/>
        <a:sy n="100" d="100"/>
      </p:scale>
      <p:origin x="0" y="-2544"/>
    </p:cViewPr>
  </p:sorterViewPr>
  <p:notesViewPr>
    <p:cSldViewPr snapToGrid="0" snapToObjects="1">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8/26/2022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381000" y="685800"/>
            <a:ext cx="6096000" cy="3429000"/>
          </a:xfrm>
          <a:prstGeom prst="rect">
            <a:avLst/>
          </a:prstGeom>
        </p:spPr>
        <p:txBody>
          <a:bodyPr/>
          <a:lstStyle/>
          <a:p>
            <a:endParaRPr/>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731520" latinLnBrk="0">
      <a:defRPr sz="1920">
        <a:latin typeface="+mn-lt"/>
        <a:ea typeface="+mn-ea"/>
        <a:cs typeface="+mn-cs"/>
        <a:sym typeface="Calibri"/>
      </a:defRPr>
    </a:lvl1pPr>
    <a:lvl2pPr indent="365760" defTabSz="731520" latinLnBrk="0">
      <a:defRPr sz="1920">
        <a:latin typeface="+mn-lt"/>
        <a:ea typeface="+mn-ea"/>
        <a:cs typeface="+mn-cs"/>
        <a:sym typeface="Calibri"/>
      </a:defRPr>
    </a:lvl2pPr>
    <a:lvl3pPr indent="731520" defTabSz="731520" latinLnBrk="0">
      <a:defRPr sz="1920">
        <a:latin typeface="+mn-lt"/>
        <a:ea typeface="+mn-ea"/>
        <a:cs typeface="+mn-cs"/>
        <a:sym typeface="Calibri"/>
      </a:defRPr>
    </a:lvl3pPr>
    <a:lvl4pPr indent="1097280" defTabSz="731520" latinLnBrk="0">
      <a:defRPr sz="1920">
        <a:latin typeface="+mn-lt"/>
        <a:ea typeface="+mn-ea"/>
        <a:cs typeface="+mn-cs"/>
        <a:sym typeface="Calibri"/>
      </a:defRPr>
    </a:lvl4pPr>
    <a:lvl5pPr indent="1463040" defTabSz="731520" latinLnBrk="0">
      <a:defRPr sz="1920">
        <a:latin typeface="+mn-lt"/>
        <a:ea typeface="+mn-ea"/>
        <a:cs typeface="+mn-cs"/>
        <a:sym typeface="Calibri"/>
      </a:defRPr>
    </a:lvl5pPr>
    <a:lvl6pPr indent="1828800" defTabSz="731520" latinLnBrk="0">
      <a:defRPr sz="1920">
        <a:latin typeface="+mn-lt"/>
        <a:ea typeface="+mn-ea"/>
        <a:cs typeface="+mn-cs"/>
        <a:sym typeface="Calibri"/>
      </a:defRPr>
    </a:lvl6pPr>
    <a:lvl7pPr indent="2194560" defTabSz="731520" latinLnBrk="0">
      <a:defRPr sz="1920">
        <a:latin typeface="+mn-lt"/>
        <a:ea typeface="+mn-ea"/>
        <a:cs typeface="+mn-cs"/>
        <a:sym typeface="Calibri"/>
      </a:defRPr>
    </a:lvl7pPr>
    <a:lvl8pPr indent="2560320" defTabSz="731520" latinLnBrk="0">
      <a:defRPr sz="1920">
        <a:latin typeface="+mn-lt"/>
        <a:ea typeface="+mn-ea"/>
        <a:cs typeface="+mn-cs"/>
        <a:sym typeface="Calibri"/>
      </a:defRPr>
    </a:lvl8pPr>
    <a:lvl9pPr indent="2926080" defTabSz="731520" latinLnBrk="0">
      <a:defRPr sz="192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378"/>
          <p:cNvSpPr>
            <a:spLocks noGrp="1" noRot="1" noChangeAspect="1"/>
          </p:cNvSpPr>
          <p:nvPr>
            <p:ph type="sldImg"/>
          </p:nvPr>
        </p:nvSpPr>
        <p:spPr>
          <a:xfrm>
            <a:off x="381000" y="685800"/>
            <a:ext cx="6096000" cy="3429000"/>
          </a:xfrm>
          <a:prstGeom prst="rect">
            <a:avLst/>
          </a:prstGeom>
        </p:spPr>
        <p:txBody>
          <a:bodyPr/>
          <a:lstStyle/>
          <a:p>
            <a:endParaRPr/>
          </a:p>
        </p:txBody>
      </p:sp>
      <p:sp>
        <p:nvSpPr>
          <p:cNvPr id="379" name="Shape 379"/>
          <p:cNvSpPr>
            <a:spLocks noGrp="1"/>
          </p:cNvSpPr>
          <p:nvPr>
            <p:ph type="body" sz="quarter" idx="1"/>
          </p:nvPr>
        </p:nvSpPr>
        <p:spPr>
          <a:prstGeom prst="rect">
            <a:avLst/>
          </a:prstGeom>
        </p:spPr>
        <p:txBody>
          <a:bodyPr/>
          <a:lstStyle/>
          <a:p>
            <a:endParaRPr lang="en-US" sz="1200" dirty="0">
              <a:effectLst/>
              <a:latin typeface="+mn-lt"/>
              <a:ea typeface="+mn-ea"/>
              <a:cs typeface="+mn-cs"/>
              <a:sym typeface="Calibri"/>
            </a:endParaRPr>
          </a:p>
        </p:txBody>
      </p:sp>
    </p:spTree>
    <p:extLst>
      <p:ext uri="{BB962C8B-B14F-4D97-AF65-F5344CB8AC3E}">
        <p14:creationId xmlns:p14="http://schemas.microsoft.com/office/powerpoint/2010/main" val="3589646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76410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13839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1"/>
          <p:cNvGrpSpPr/>
          <p:nvPr userDrawn="1"/>
        </p:nvGrpSpPr>
        <p:grpSpPr>
          <a:xfrm>
            <a:off x="-14271" y="3446650"/>
            <a:ext cx="14658925" cy="1384691"/>
            <a:chOff x="-8920" y="2154156"/>
            <a:chExt cx="9161828" cy="865432"/>
          </a:xfrm>
          <a:solidFill>
            <a:srgbClr val="007DC3"/>
          </a:solidFill>
        </p:grpSpPr>
        <p:sp>
          <p:nvSpPr>
            <p:cNvPr id="5"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6"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880"/>
            </a:p>
          </p:txBody>
        </p:sp>
        <p:sp>
          <p:nvSpPr>
            <p:cNvPr id="7"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8"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9"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10"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11"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12"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880"/>
            </a:p>
          </p:txBody>
        </p:sp>
        <p:sp>
          <p:nvSpPr>
            <p:cNvPr id="13"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880"/>
            </a:p>
          </p:txBody>
        </p:sp>
        <p:sp>
          <p:nvSpPr>
            <p:cNvPr id="14"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880"/>
            </a:p>
          </p:txBody>
        </p:sp>
        <p:sp>
          <p:nvSpPr>
            <p:cNvPr id="15"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16"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880"/>
            </a:p>
          </p:txBody>
        </p:sp>
        <p:sp>
          <p:nvSpPr>
            <p:cNvPr id="17"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18"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sp>
          <p:nvSpPr>
            <p:cNvPr id="19"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880"/>
            </a:p>
          </p:txBody>
        </p:sp>
        <p:sp>
          <p:nvSpPr>
            <p:cNvPr id="20"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880"/>
            </a:p>
          </p:txBody>
        </p:sp>
      </p:grpSp>
      <p:sp>
        <p:nvSpPr>
          <p:cNvPr id="22" name="Title 21"/>
          <p:cNvSpPr>
            <a:spLocks noGrp="1"/>
          </p:cNvSpPr>
          <p:nvPr>
            <p:ph type="title" hasCustomPrompt="1"/>
          </p:nvPr>
        </p:nvSpPr>
        <p:spPr>
          <a:xfrm>
            <a:off x="611131" y="5214587"/>
            <a:ext cx="5948435" cy="1875530"/>
          </a:xfrm>
          <a:prstGeom prst="rect">
            <a:avLst/>
          </a:prstGeom>
        </p:spPr>
        <p:txBody>
          <a:bodyPr vert="horz"/>
          <a:lstStyle>
            <a:lvl1pPr algn="l">
              <a:defRPr>
                <a:solidFill>
                  <a:srgbClr val="007DC3"/>
                </a:solidFill>
              </a:defRPr>
            </a:lvl1pPr>
          </a:lstStyle>
          <a:p>
            <a:r>
              <a:rPr lang="en-US" dirty="0"/>
              <a:t>CLICK TO EDIT MASTER TITLE STYLE</a:t>
            </a:r>
          </a:p>
        </p:txBody>
      </p:sp>
      <p:pic>
        <p:nvPicPr>
          <p:cNvPr id="21" name="Picture 20"/>
          <p:cNvPicPr>
            <a:picLocks noChangeAspect="1"/>
          </p:cNvPicPr>
          <p:nvPr userDrawn="1"/>
        </p:nvPicPr>
        <p:blipFill>
          <a:blip r:embed="rId2"/>
          <a:stretch>
            <a:fillRect/>
          </a:stretch>
        </p:blipFill>
        <p:spPr>
          <a:xfrm>
            <a:off x="12855736" y="7218578"/>
            <a:ext cx="1455466" cy="744424"/>
          </a:xfrm>
          <a:prstGeom prst="rect">
            <a:avLst/>
          </a:prstGeom>
        </p:spPr>
      </p:pic>
      <p:grpSp>
        <p:nvGrpSpPr>
          <p:cNvPr id="27" name="Group 26"/>
          <p:cNvGrpSpPr/>
          <p:nvPr userDrawn="1"/>
        </p:nvGrpSpPr>
        <p:grpSpPr>
          <a:xfrm>
            <a:off x="5205984" y="467870"/>
            <a:ext cx="4206970" cy="6438656"/>
            <a:chOff x="3253738" y="292419"/>
            <a:chExt cx="2629356" cy="4024160"/>
          </a:xfrm>
        </p:grpSpPr>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53738" y="292419"/>
              <a:ext cx="2629356" cy="344239"/>
            </a:xfrm>
            <a:prstGeom prst="rect">
              <a:avLst/>
            </a:prstGeom>
          </p:spPr>
        </p:pic>
        <p:grpSp>
          <p:nvGrpSpPr>
            <p:cNvPr id="25" name="Group 24"/>
            <p:cNvGrpSpPr/>
            <p:nvPr userDrawn="1"/>
          </p:nvGrpSpPr>
          <p:grpSpPr>
            <a:xfrm>
              <a:off x="4152174" y="856717"/>
              <a:ext cx="836532" cy="3459862"/>
              <a:chOff x="4152174" y="856717"/>
              <a:chExt cx="836532" cy="3459862"/>
            </a:xfrm>
          </p:grpSpPr>
          <p:sp>
            <p:nvSpPr>
              <p:cNvPr id="4"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2880"/>
              </a:p>
            </p:txBody>
          </p:sp>
          <p:pic>
            <p:nvPicPr>
              <p:cNvPr id="24" name="Picture 2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152174" y="856717"/>
                <a:ext cx="832484" cy="3459862"/>
              </a:xfrm>
              <a:prstGeom prst="rect">
                <a:avLst/>
              </a:prstGeom>
            </p:spPr>
          </p:pic>
        </p:grpSp>
      </p:grpSp>
    </p:spTree>
    <p:extLst>
      <p:ext uri="{BB962C8B-B14F-4D97-AF65-F5344CB8AC3E}">
        <p14:creationId xmlns:p14="http://schemas.microsoft.com/office/powerpoint/2010/main" val="332492081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14630400" cy="8229600"/>
          </a:xfrm>
          <a:prstGeom prst="rect">
            <a:avLst/>
          </a:prstGeom>
        </p:spPr>
        <p:txBody>
          <a:bodyPr/>
          <a:lstStyle>
            <a:lvl1pPr algn="ctr">
              <a:defRPr sz="3840"/>
            </a:lvl1pPr>
          </a:lstStyle>
          <a:p>
            <a:endParaRPr lang="en-US" dirty="0"/>
          </a:p>
        </p:txBody>
      </p:sp>
      <p:sp>
        <p:nvSpPr>
          <p:cNvPr id="40" name="Shape 40"/>
          <p:cNvSpPr>
            <a:spLocks noGrp="1"/>
          </p:cNvSpPr>
          <p:nvPr>
            <p:ph type="title" hasCustomPrompt="1"/>
          </p:nvPr>
        </p:nvSpPr>
        <p:spPr>
          <a:xfrm>
            <a:off x="549068" y="484627"/>
            <a:ext cx="5506296" cy="1384814"/>
          </a:xfrm>
          <a:prstGeom prst="rect">
            <a:avLst/>
          </a:prstGeom>
        </p:spPr>
        <p:txBody>
          <a:bodyPr anchor="t">
            <a:noAutofit/>
          </a:bodyPr>
          <a:lstStyle>
            <a:lvl1pPr>
              <a:defRPr sz="3840">
                <a:solidFill>
                  <a:srgbClr val="007CC3"/>
                </a:solidFill>
              </a:defRPr>
            </a:lvl1pPr>
          </a:lstStyle>
          <a:p>
            <a:r>
              <a:rPr lang="en-US" dirty="0"/>
              <a:t>TITLE TEXT</a:t>
            </a:r>
          </a:p>
        </p:txBody>
      </p:sp>
      <p:pic>
        <p:nvPicPr>
          <p:cNvPr id="4" name="Picture 3"/>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124263820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591663" y="3314701"/>
            <a:ext cx="11414926" cy="1615440"/>
          </a:xfrm>
          <a:prstGeom prst="rect">
            <a:avLst/>
          </a:prstGeom>
        </p:spPr>
        <p:txBody>
          <a:bodyPr anchor="ctr">
            <a:noAutofit/>
          </a:bodyPr>
          <a:lstStyle>
            <a:lvl1pPr algn="ctr">
              <a:defRPr sz="3840" b="0">
                <a:solidFill>
                  <a:srgbClr val="007CC3"/>
                </a:solidFill>
              </a:defRPr>
            </a:lvl1pPr>
          </a:lstStyle>
          <a:p>
            <a:r>
              <a:rPr lang="en-US" dirty="0"/>
              <a:t>TITLE TEXT</a:t>
            </a:r>
          </a:p>
        </p:txBody>
      </p:sp>
      <p:sp>
        <p:nvSpPr>
          <p:cNvPr id="13" name="object 8"/>
          <p:cNvSpPr/>
          <p:nvPr userDrawn="1"/>
        </p:nvSpPr>
        <p:spPr>
          <a:xfrm>
            <a:off x="81866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15"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16"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19" name="object 21"/>
          <p:cNvSpPr/>
          <p:nvPr userDrawn="1"/>
        </p:nvSpPr>
        <p:spPr>
          <a:xfrm>
            <a:off x="13645021"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pic>
        <p:nvPicPr>
          <p:cNvPr id="9" name="Picture 8"/>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19884379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291592" y="2655085"/>
            <a:ext cx="12044538" cy="1171328"/>
          </a:xfrm>
          <a:prstGeom prst="rect">
            <a:avLst/>
          </a:prstGeom>
        </p:spPr>
        <p:txBody>
          <a:bodyPr anchor="ctr">
            <a:noAutofit/>
          </a:bodyPr>
          <a:lstStyle>
            <a:lvl1pPr algn="ctr">
              <a:defRPr sz="3840">
                <a:solidFill>
                  <a:srgbClr val="007CC3"/>
                </a:solidFill>
              </a:defRPr>
            </a:lvl1pPr>
          </a:lstStyle>
          <a:p>
            <a:r>
              <a:rPr lang="en-US" dirty="0"/>
              <a:t>TITLE TEXT</a:t>
            </a:r>
          </a:p>
        </p:txBody>
      </p:sp>
      <p:sp>
        <p:nvSpPr>
          <p:cNvPr id="14" name="Text Placeholder 2"/>
          <p:cNvSpPr>
            <a:spLocks noGrp="1"/>
          </p:cNvSpPr>
          <p:nvPr>
            <p:ph type="body" idx="1" hasCustomPrompt="1"/>
          </p:nvPr>
        </p:nvSpPr>
        <p:spPr>
          <a:xfrm>
            <a:off x="1858910" y="4122421"/>
            <a:ext cx="10984890" cy="504400"/>
          </a:xfrm>
          <a:prstGeom prst="rect">
            <a:avLst/>
          </a:prstGeom>
        </p:spPr>
        <p:txBody>
          <a:bodyPr anchor="t">
            <a:noAutofit/>
          </a:bodyPr>
          <a:lstStyle>
            <a:lvl1pPr marL="548648" indent="-548648" algn="ctr">
              <a:buNone/>
              <a:defRPr kumimoji="0" lang="en-US" sz="256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5" name="Text Placeholder 2"/>
          <p:cNvSpPr>
            <a:spLocks noGrp="1"/>
          </p:cNvSpPr>
          <p:nvPr>
            <p:ph type="body" idx="10" hasCustomPrompt="1"/>
          </p:nvPr>
        </p:nvSpPr>
        <p:spPr>
          <a:xfrm>
            <a:off x="3179925" y="5140138"/>
            <a:ext cx="8517459" cy="1250883"/>
          </a:xfrm>
          <a:prstGeom prst="rect">
            <a:avLst/>
          </a:prstGeom>
        </p:spPr>
        <p:txBody>
          <a:bodyPr anchor="t">
            <a:noAutofit/>
          </a:bodyPr>
          <a:lstStyle>
            <a:lvl1pPr marL="0" indent="0" algn="ctr">
              <a:buNone/>
              <a:defRPr kumimoji="0" lang="en-US" sz="192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6" name="object 8"/>
          <p:cNvSpPr/>
          <p:nvPr userDrawn="1"/>
        </p:nvSpPr>
        <p:spPr>
          <a:xfrm>
            <a:off x="81866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18"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19"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0" name="object 21"/>
          <p:cNvSpPr/>
          <p:nvPr userDrawn="1"/>
        </p:nvSpPr>
        <p:spPr>
          <a:xfrm>
            <a:off x="13645021"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pic>
        <p:nvPicPr>
          <p:cNvPr id="11" name="Picture 10"/>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8777241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716305" y="1840537"/>
            <a:ext cx="11243784" cy="760424"/>
          </a:xfrm>
          <a:prstGeom prst="rect">
            <a:avLst/>
          </a:prstGeom>
        </p:spPr>
        <p:txBody>
          <a:bodyPr anchor="t">
            <a:noAutofit/>
          </a:bodyPr>
          <a:lstStyle>
            <a:lvl1pPr>
              <a:defRPr sz="3200" b="0">
                <a:solidFill>
                  <a:schemeClr val="tx1"/>
                </a:solidFill>
              </a:defRPr>
            </a:lvl1pPr>
          </a:lstStyle>
          <a:p>
            <a:r>
              <a:rPr lang="en-US" dirty="0"/>
              <a:t>Title text</a:t>
            </a:r>
          </a:p>
        </p:txBody>
      </p:sp>
      <p:sp>
        <p:nvSpPr>
          <p:cNvPr id="19"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83821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22"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3"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4" name="object 21"/>
          <p:cNvSpPr/>
          <p:nvPr userDrawn="1"/>
        </p:nvSpPr>
        <p:spPr>
          <a:xfrm>
            <a:off x="1362546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5" name="object 3"/>
          <p:cNvSpPr/>
          <p:nvPr userDrawn="1"/>
        </p:nvSpPr>
        <p:spPr>
          <a:xfrm>
            <a:off x="510063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6" name="object 4"/>
          <p:cNvSpPr/>
          <p:nvPr userDrawn="1"/>
        </p:nvSpPr>
        <p:spPr>
          <a:xfrm>
            <a:off x="4248146"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7" name="object 5"/>
          <p:cNvSpPr/>
          <p:nvPr userDrawn="1"/>
        </p:nvSpPr>
        <p:spPr>
          <a:xfrm>
            <a:off x="3395663"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8" name="object 6"/>
          <p:cNvSpPr/>
          <p:nvPr userDrawn="1"/>
        </p:nvSpPr>
        <p:spPr>
          <a:xfrm>
            <a:off x="2543180"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9" name="object 7"/>
          <p:cNvSpPr/>
          <p:nvPr userDrawn="1"/>
        </p:nvSpPr>
        <p:spPr>
          <a:xfrm>
            <a:off x="16906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0" name="object 22"/>
          <p:cNvSpPr/>
          <p:nvPr userDrawn="1"/>
        </p:nvSpPr>
        <p:spPr>
          <a:xfrm>
            <a:off x="12772980"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1" name="object 23"/>
          <p:cNvSpPr/>
          <p:nvPr userDrawn="1"/>
        </p:nvSpPr>
        <p:spPr>
          <a:xfrm>
            <a:off x="119204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2" name="object 24"/>
          <p:cNvSpPr/>
          <p:nvPr userDrawn="1"/>
        </p:nvSpPr>
        <p:spPr>
          <a:xfrm>
            <a:off x="11068012"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3" name="object 25"/>
          <p:cNvSpPr/>
          <p:nvPr userDrawn="1"/>
        </p:nvSpPr>
        <p:spPr>
          <a:xfrm>
            <a:off x="10215529"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4" name="object 26"/>
          <p:cNvSpPr/>
          <p:nvPr userDrawn="1"/>
        </p:nvSpPr>
        <p:spPr>
          <a:xfrm>
            <a:off x="936304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6" name="object 28"/>
          <p:cNvSpPr/>
          <p:nvPr userDrawn="1"/>
        </p:nvSpPr>
        <p:spPr>
          <a:xfrm>
            <a:off x="5953114"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41" name="object 28"/>
          <p:cNvSpPr/>
          <p:nvPr userDrawn="1"/>
        </p:nvSpPr>
        <p:spPr>
          <a:xfrm>
            <a:off x="8510562"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42" name="object 3"/>
          <p:cNvSpPr/>
          <p:nvPr userDrawn="1"/>
        </p:nvSpPr>
        <p:spPr>
          <a:xfrm>
            <a:off x="68055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43" name="object 28"/>
          <p:cNvSpPr/>
          <p:nvPr userDrawn="1"/>
        </p:nvSpPr>
        <p:spPr>
          <a:xfrm>
            <a:off x="765808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pic>
        <p:nvPicPr>
          <p:cNvPr id="37" name="Picture 36"/>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130932922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531847" y="1840537"/>
            <a:ext cx="11243784" cy="760424"/>
          </a:xfrm>
          <a:prstGeom prst="rect">
            <a:avLst/>
          </a:prstGeom>
        </p:spPr>
        <p:txBody>
          <a:bodyPr anchor="t">
            <a:noAutofit/>
          </a:bodyPr>
          <a:lstStyle>
            <a:lvl1pPr>
              <a:defRPr sz="3200" b="0">
                <a:solidFill>
                  <a:schemeClr val="tx1"/>
                </a:solidFill>
              </a:defRPr>
            </a:lvl1pPr>
          </a:lstStyle>
          <a:p>
            <a:r>
              <a:rPr lang="en-US" dirty="0"/>
              <a:t>Title text</a:t>
            </a:r>
          </a:p>
        </p:txBody>
      </p:sp>
      <p:sp>
        <p:nvSpPr>
          <p:cNvPr id="19"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83821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2"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3"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4" name="object 21"/>
          <p:cNvSpPr/>
          <p:nvPr userDrawn="1"/>
        </p:nvSpPr>
        <p:spPr>
          <a:xfrm>
            <a:off x="1362546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5" name="object 3"/>
          <p:cNvSpPr/>
          <p:nvPr userDrawn="1"/>
        </p:nvSpPr>
        <p:spPr>
          <a:xfrm>
            <a:off x="510063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6" name="object 4"/>
          <p:cNvSpPr/>
          <p:nvPr userDrawn="1"/>
        </p:nvSpPr>
        <p:spPr>
          <a:xfrm>
            <a:off x="4248146"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7" name="object 5"/>
          <p:cNvSpPr/>
          <p:nvPr userDrawn="1"/>
        </p:nvSpPr>
        <p:spPr>
          <a:xfrm>
            <a:off x="3395663"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8" name="object 6"/>
          <p:cNvSpPr/>
          <p:nvPr userDrawn="1"/>
        </p:nvSpPr>
        <p:spPr>
          <a:xfrm>
            <a:off x="2543180"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9" name="object 7"/>
          <p:cNvSpPr/>
          <p:nvPr userDrawn="1"/>
        </p:nvSpPr>
        <p:spPr>
          <a:xfrm>
            <a:off x="16906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30" name="object 22"/>
          <p:cNvSpPr/>
          <p:nvPr userDrawn="1"/>
        </p:nvSpPr>
        <p:spPr>
          <a:xfrm>
            <a:off x="12772980"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1" name="object 23"/>
          <p:cNvSpPr/>
          <p:nvPr userDrawn="1"/>
        </p:nvSpPr>
        <p:spPr>
          <a:xfrm>
            <a:off x="119204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2" name="object 24"/>
          <p:cNvSpPr/>
          <p:nvPr userDrawn="1"/>
        </p:nvSpPr>
        <p:spPr>
          <a:xfrm>
            <a:off x="11068012"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3" name="object 25"/>
          <p:cNvSpPr/>
          <p:nvPr userDrawn="1"/>
        </p:nvSpPr>
        <p:spPr>
          <a:xfrm>
            <a:off x="10215529"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4" name="object 26"/>
          <p:cNvSpPr/>
          <p:nvPr userDrawn="1"/>
        </p:nvSpPr>
        <p:spPr>
          <a:xfrm>
            <a:off x="936304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5" name="object 28"/>
          <p:cNvSpPr/>
          <p:nvPr userDrawn="1"/>
        </p:nvSpPr>
        <p:spPr>
          <a:xfrm>
            <a:off x="5953114"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6" name="object 28"/>
          <p:cNvSpPr/>
          <p:nvPr userDrawn="1"/>
        </p:nvSpPr>
        <p:spPr>
          <a:xfrm>
            <a:off x="8510562"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7" name="object 3"/>
          <p:cNvSpPr/>
          <p:nvPr userDrawn="1"/>
        </p:nvSpPr>
        <p:spPr>
          <a:xfrm>
            <a:off x="68055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8" name="object 28"/>
          <p:cNvSpPr/>
          <p:nvPr userDrawn="1"/>
        </p:nvSpPr>
        <p:spPr>
          <a:xfrm>
            <a:off x="765808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pic>
        <p:nvPicPr>
          <p:cNvPr id="42" name="Picture 41"/>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172237629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316126" y="1840537"/>
            <a:ext cx="10519882" cy="760424"/>
          </a:xfrm>
          <a:prstGeom prst="rect">
            <a:avLst/>
          </a:prstGeom>
        </p:spPr>
        <p:txBody>
          <a:bodyPr anchor="t">
            <a:noAutofit/>
          </a:bodyPr>
          <a:lstStyle>
            <a:lvl1pPr>
              <a:tabLst/>
              <a:defRPr sz="3200" b="0">
                <a:solidFill>
                  <a:schemeClr val="tx1"/>
                </a:solidFill>
              </a:defRPr>
            </a:lvl1pPr>
          </a:lstStyle>
          <a:p>
            <a:r>
              <a:rPr lang="en-US" dirty="0"/>
              <a:t>Title text</a:t>
            </a:r>
          </a:p>
        </p:txBody>
      </p:sp>
      <p:sp>
        <p:nvSpPr>
          <p:cNvPr id="19"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83821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2"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3"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4" name="object 21"/>
          <p:cNvSpPr/>
          <p:nvPr userDrawn="1"/>
        </p:nvSpPr>
        <p:spPr>
          <a:xfrm>
            <a:off x="1362546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5" name="object 3"/>
          <p:cNvSpPr/>
          <p:nvPr userDrawn="1"/>
        </p:nvSpPr>
        <p:spPr>
          <a:xfrm>
            <a:off x="510063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6" name="object 4"/>
          <p:cNvSpPr/>
          <p:nvPr userDrawn="1"/>
        </p:nvSpPr>
        <p:spPr>
          <a:xfrm>
            <a:off x="4248146"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7" name="object 5"/>
          <p:cNvSpPr/>
          <p:nvPr userDrawn="1"/>
        </p:nvSpPr>
        <p:spPr>
          <a:xfrm>
            <a:off x="3395663"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8" name="object 6"/>
          <p:cNvSpPr/>
          <p:nvPr userDrawn="1"/>
        </p:nvSpPr>
        <p:spPr>
          <a:xfrm>
            <a:off x="2543180"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29" name="object 7"/>
          <p:cNvSpPr/>
          <p:nvPr userDrawn="1"/>
        </p:nvSpPr>
        <p:spPr>
          <a:xfrm>
            <a:off x="16906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0" name="object 22"/>
          <p:cNvSpPr/>
          <p:nvPr userDrawn="1"/>
        </p:nvSpPr>
        <p:spPr>
          <a:xfrm>
            <a:off x="12772980"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1" name="object 23"/>
          <p:cNvSpPr/>
          <p:nvPr userDrawn="1"/>
        </p:nvSpPr>
        <p:spPr>
          <a:xfrm>
            <a:off x="119204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2" name="object 24"/>
          <p:cNvSpPr/>
          <p:nvPr userDrawn="1"/>
        </p:nvSpPr>
        <p:spPr>
          <a:xfrm>
            <a:off x="11068012"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3" name="object 25"/>
          <p:cNvSpPr/>
          <p:nvPr userDrawn="1"/>
        </p:nvSpPr>
        <p:spPr>
          <a:xfrm>
            <a:off x="10215529"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4" name="object 26"/>
          <p:cNvSpPr/>
          <p:nvPr userDrawn="1"/>
        </p:nvSpPr>
        <p:spPr>
          <a:xfrm>
            <a:off x="936304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5" name="object 28"/>
          <p:cNvSpPr/>
          <p:nvPr userDrawn="1"/>
        </p:nvSpPr>
        <p:spPr>
          <a:xfrm>
            <a:off x="5953114"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6" name="object 28"/>
          <p:cNvSpPr/>
          <p:nvPr userDrawn="1"/>
        </p:nvSpPr>
        <p:spPr>
          <a:xfrm>
            <a:off x="8510562"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7" name="object 3"/>
          <p:cNvSpPr/>
          <p:nvPr userDrawn="1"/>
        </p:nvSpPr>
        <p:spPr>
          <a:xfrm>
            <a:off x="68055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8" name="object 28"/>
          <p:cNvSpPr/>
          <p:nvPr userDrawn="1"/>
        </p:nvSpPr>
        <p:spPr>
          <a:xfrm>
            <a:off x="765808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pic>
        <p:nvPicPr>
          <p:cNvPr id="42" name="Picture 41"/>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207356625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5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3254989" y="1840537"/>
            <a:ext cx="9958867" cy="760424"/>
          </a:xfrm>
          <a:prstGeom prst="rect">
            <a:avLst/>
          </a:prstGeom>
        </p:spPr>
        <p:txBody>
          <a:bodyPr anchor="t">
            <a:noAutofit/>
          </a:bodyPr>
          <a:lstStyle>
            <a:lvl1pPr>
              <a:defRPr sz="3200" b="0">
                <a:solidFill>
                  <a:schemeClr val="tx1"/>
                </a:solidFill>
              </a:defRPr>
            </a:lvl1pPr>
          </a:lstStyle>
          <a:p>
            <a:r>
              <a:rPr lang="en-US" dirty="0"/>
              <a:t>Title text</a:t>
            </a:r>
          </a:p>
        </p:txBody>
      </p:sp>
      <p:sp>
        <p:nvSpPr>
          <p:cNvPr id="19"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83821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2"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3"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4" name="object 21"/>
          <p:cNvSpPr/>
          <p:nvPr userDrawn="1"/>
        </p:nvSpPr>
        <p:spPr>
          <a:xfrm>
            <a:off x="1362546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5" name="object 3"/>
          <p:cNvSpPr/>
          <p:nvPr userDrawn="1"/>
        </p:nvSpPr>
        <p:spPr>
          <a:xfrm>
            <a:off x="510063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6" name="object 4"/>
          <p:cNvSpPr/>
          <p:nvPr userDrawn="1"/>
        </p:nvSpPr>
        <p:spPr>
          <a:xfrm>
            <a:off x="4248146"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7" name="object 5"/>
          <p:cNvSpPr/>
          <p:nvPr userDrawn="1"/>
        </p:nvSpPr>
        <p:spPr>
          <a:xfrm>
            <a:off x="3395663"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sp>
        <p:nvSpPr>
          <p:cNvPr id="28" name="object 6"/>
          <p:cNvSpPr/>
          <p:nvPr userDrawn="1"/>
        </p:nvSpPr>
        <p:spPr>
          <a:xfrm>
            <a:off x="2543180"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9" name="object 7"/>
          <p:cNvSpPr/>
          <p:nvPr userDrawn="1"/>
        </p:nvSpPr>
        <p:spPr>
          <a:xfrm>
            <a:off x="16906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0" name="object 22"/>
          <p:cNvSpPr/>
          <p:nvPr userDrawn="1"/>
        </p:nvSpPr>
        <p:spPr>
          <a:xfrm>
            <a:off x="12772980"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1" name="object 23"/>
          <p:cNvSpPr/>
          <p:nvPr userDrawn="1"/>
        </p:nvSpPr>
        <p:spPr>
          <a:xfrm>
            <a:off x="119204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2" name="object 24"/>
          <p:cNvSpPr/>
          <p:nvPr userDrawn="1"/>
        </p:nvSpPr>
        <p:spPr>
          <a:xfrm>
            <a:off x="11068012"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3" name="object 25"/>
          <p:cNvSpPr/>
          <p:nvPr userDrawn="1"/>
        </p:nvSpPr>
        <p:spPr>
          <a:xfrm>
            <a:off x="10215529"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4" name="object 26"/>
          <p:cNvSpPr/>
          <p:nvPr userDrawn="1"/>
        </p:nvSpPr>
        <p:spPr>
          <a:xfrm>
            <a:off x="936304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5" name="object 28"/>
          <p:cNvSpPr/>
          <p:nvPr userDrawn="1"/>
        </p:nvSpPr>
        <p:spPr>
          <a:xfrm>
            <a:off x="5953114"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6" name="object 28"/>
          <p:cNvSpPr/>
          <p:nvPr userDrawn="1"/>
        </p:nvSpPr>
        <p:spPr>
          <a:xfrm>
            <a:off x="8510562"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7" name="object 3"/>
          <p:cNvSpPr/>
          <p:nvPr userDrawn="1"/>
        </p:nvSpPr>
        <p:spPr>
          <a:xfrm>
            <a:off x="68055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8" name="object 28"/>
          <p:cNvSpPr/>
          <p:nvPr userDrawn="1"/>
        </p:nvSpPr>
        <p:spPr>
          <a:xfrm>
            <a:off x="765808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pic>
        <p:nvPicPr>
          <p:cNvPr id="42" name="Picture 41"/>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195587728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6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3981762" y="1840537"/>
            <a:ext cx="8936482" cy="760424"/>
          </a:xfrm>
          <a:prstGeom prst="rect">
            <a:avLst/>
          </a:prstGeom>
        </p:spPr>
        <p:txBody>
          <a:bodyPr anchor="t">
            <a:noAutofit/>
          </a:bodyPr>
          <a:lstStyle>
            <a:lvl1pPr>
              <a:defRPr sz="3200" b="0">
                <a:solidFill>
                  <a:schemeClr val="tx1"/>
                </a:solidFill>
              </a:defRPr>
            </a:lvl1pPr>
          </a:lstStyle>
          <a:p>
            <a:r>
              <a:rPr lang="en-US" dirty="0"/>
              <a:t>Title text</a:t>
            </a:r>
          </a:p>
        </p:txBody>
      </p:sp>
      <p:sp>
        <p:nvSpPr>
          <p:cNvPr id="19"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83821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2"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3"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4" name="object 21"/>
          <p:cNvSpPr/>
          <p:nvPr userDrawn="1"/>
        </p:nvSpPr>
        <p:spPr>
          <a:xfrm>
            <a:off x="1362546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25" name="object 3"/>
          <p:cNvSpPr/>
          <p:nvPr userDrawn="1"/>
        </p:nvSpPr>
        <p:spPr>
          <a:xfrm>
            <a:off x="510063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6" name="object 4"/>
          <p:cNvSpPr/>
          <p:nvPr userDrawn="1"/>
        </p:nvSpPr>
        <p:spPr>
          <a:xfrm>
            <a:off x="4248146"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7" name="object 5"/>
          <p:cNvSpPr/>
          <p:nvPr userDrawn="1"/>
        </p:nvSpPr>
        <p:spPr>
          <a:xfrm>
            <a:off x="3395663"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8" name="object 6"/>
          <p:cNvSpPr/>
          <p:nvPr userDrawn="1"/>
        </p:nvSpPr>
        <p:spPr>
          <a:xfrm>
            <a:off x="2543180"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29" name="object 7"/>
          <p:cNvSpPr/>
          <p:nvPr userDrawn="1"/>
        </p:nvSpPr>
        <p:spPr>
          <a:xfrm>
            <a:off x="16906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0" name="object 22"/>
          <p:cNvSpPr/>
          <p:nvPr userDrawn="1"/>
        </p:nvSpPr>
        <p:spPr>
          <a:xfrm>
            <a:off x="12772980"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1" name="object 23"/>
          <p:cNvSpPr/>
          <p:nvPr userDrawn="1"/>
        </p:nvSpPr>
        <p:spPr>
          <a:xfrm>
            <a:off x="119204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2" name="object 24"/>
          <p:cNvSpPr/>
          <p:nvPr userDrawn="1"/>
        </p:nvSpPr>
        <p:spPr>
          <a:xfrm>
            <a:off x="11068012"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sz="2880"/>
          </a:p>
        </p:txBody>
      </p:sp>
      <p:sp>
        <p:nvSpPr>
          <p:cNvPr id="33" name="object 25"/>
          <p:cNvSpPr/>
          <p:nvPr userDrawn="1"/>
        </p:nvSpPr>
        <p:spPr>
          <a:xfrm>
            <a:off x="10215529"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4" name="object 26"/>
          <p:cNvSpPr/>
          <p:nvPr userDrawn="1"/>
        </p:nvSpPr>
        <p:spPr>
          <a:xfrm>
            <a:off x="9363045"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5" name="object 28"/>
          <p:cNvSpPr/>
          <p:nvPr userDrawn="1"/>
        </p:nvSpPr>
        <p:spPr>
          <a:xfrm>
            <a:off x="5953114"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6" name="object 28"/>
          <p:cNvSpPr/>
          <p:nvPr userDrawn="1"/>
        </p:nvSpPr>
        <p:spPr>
          <a:xfrm>
            <a:off x="8510562"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7" name="object 3"/>
          <p:cNvSpPr/>
          <p:nvPr userDrawn="1"/>
        </p:nvSpPr>
        <p:spPr>
          <a:xfrm>
            <a:off x="6805597"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sp>
        <p:nvSpPr>
          <p:cNvPr id="38" name="object 28"/>
          <p:cNvSpPr/>
          <p:nvPr userDrawn="1"/>
        </p:nvSpPr>
        <p:spPr>
          <a:xfrm>
            <a:off x="7658081" y="3398419"/>
            <a:ext cx="166722" cy="1384691"/>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sz="2880"/>
          </a:p>
        </p:txBody>
      </p:sp>
      <p:pic>
        <p:nvPicPr>
          <p:cNvPr id="42" name="Picture 41"/>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62631394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686870" y="2059775"/>
            <a:ext cx="5080635" cy="1089827"/>
          </a:xfrm>
          <a:prstGeom prst="rect">
            <a:avLst/>
          </a:prstGeom>
        </p:spPr>
        <p:txBody>
          <a:bodyPr anchor="ctr">
            <a:noAutofit/>
          </a:bodyPr>
          <a:lstStyle>
            <a:lvl1pPr algn="l">
              <a:defRPr sz="3200">
                <a:solidFill>
                  <a:srgbClr val="007CC3"/>
                </a:solidFill>
              </a:defRPr>
            </a:lvl1pPr>
          </a:lstStyle>
          <a:p>
            <a:r>
              <a:rPr lang="en-US" dirty="0"/>
              <a:t>TITLE TEXT</a:t>
            </a:r>
          </a:p>
        </p:txBody>
      </p:sp>
      <p:sp>
        <p:nvSpPr>
          <p:cNvPr id="25" name="Text Placeholder 2"/>
          <p:cNvSpPr txBox="1">
            <a:spLocks/>
          </p:cNvSpPr>
          <p:nvPr userDrawn="1"/>
        </p:nvSpPr>
        <p:spPr>
          <a:xfrm>
            <a:off x="623521" y="7376618"/>
            <a:ext cx="9639640" cy="609197"/>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800" dirty="0">
                <a:solidFill>
                  <a:schemeClr val="tx2">
                    <a:lumMod val="50000"/>
                  </a:schemeClr>
                </a:solidFill>
              </a:rPr>
              <a:t>© 2022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a:stretch>
            <a:fillRect/>
          </a:stretch>
        </p:blipFill>
        <p:spPr>
          <a:xfrm>
            <a:off x="12855736" y="7218578"/>
            <a:ext cx="1455466" cy="744424"/>
          </a:xfrm>
          <a:prstGeom prst="rect">
            <a:avLst/>
          </a:prstGeom>
        </p:spPr>
      </p:pic>
      <p:grpSp>
        <p:nvGrpSpPr>
          <p:cNvPr id="37" name="Group 36"/>
          <p:cNvGrpSpPr/>
          <p:nvPr userDrawn="1"/>
        </p:nvGrpSpPr>
        <p:grpSpPr>
          <a:xfrm>
            <a:off x="-14271" y="3398419"/>
            <a:ext cx="14658925" cy="1384691"/>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88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88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88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88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88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880"/>
            </a:p>
          </p:txBody>
        </p:sp>
      </p:grpSp>
    </p:spTree>
    <p:extLst>
      <p:ext uri="{BB962C8B-B14F-4D97-AF65-F5344CB8AC3E}">
        <p14:creationId xmlns:p14="http://schemas.microsoft.com/office/powerpoint/2010/main" val="234057571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316709" y="240422"/>
            <a:ext cx="13956882" cy="724778"/>
          </a:xfrm>
          <a:prstGeom prst="rect">
            <a:avLst/>
          </a:prstGeom>
        </p:spPr>
        <p:txBody>
          <a:bodyPr anchor="t">
            <a:noAutofit/>
          </a:bodyPr>
          <a:lstStyle>
            <a:lvl1pPr>
              <a:defRPr sz="32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316711" y="1175145"/>
            <a:ext cx="13475115" cy="5857054"/>
          </a:xfrm>
          <a:prstGeom prst="rect">
            <a:avLst/>
          </a:prstGeom>
        </p:spPr>
        <p:txBody>
          <a:bodyPr/>
          <a:lstStyle>
            <a:lvl1pPr marL="180342" indent="-180342">
              <a:defRPr sz="2240">
                <a:solidFill>
                  <a:schemeClr val="tx2">
                    <a:lumMod val="50000"/>
                  </a:schemeClr>
                </a:solidFill>
                <a:latin typeface="Arial" panose="020B0604020202020204" pitchFamily="34" charset="0"/>
                <a:cs typeface="Arial" panose="020B0604020202020204" pitchFamily="34" charset="0"/>
              </a:defRPr>
            </a:lvl1pPr>
            <a:lvl2pPr marL="640088" indent="-279403">
              <a:defRPr sz="1920">
                <a:solidFill>
                  <a:schemeClr val="tx2">
                    <a:lumMod val="50000"/>
                  </a:schemeClr>
                </a:solidFill>
                <a:latin typeface="Arial" panose="020B0604020202020204" pitchFamily="34" charset="0"/>
                <a:cs typeface="Arial" panose="020B0604020202020204" pitchFamily="34" charset="0"/>
              </a:defRPr>
            </a:lvl2pPr>
            <a:lvl3pPr marL="1183654" indent="-264163">
              <a:defRPr sz="1760">
                <a:solidFill>
                  <a:schemeClr val="tx2">
                    <a:lumMod val="50000"/>
                  </a:schemeClr>
                </a:solidFill>
                <a:latin typeface="Arial" panose="020B0604020202020204" pitchFamily="34" charset="0"/>
                <a:cs typeface="Arial" panose="020B0604020202020204" pitchFamily="34" charset="0"/>
              </a:defRPr>
            </a:lvl3pPr>
            <a:lvl4pPr marL="1742462" indent="-378466">
              <a:defRPr sz="1920">
                <a:solidFill>
                  <a:schemeClr val="tx2">
                    <a:lumMod val="50000"/>
                  </a:schemeClr>
                </a:solidFill>
                <a:latin typeface="Arial" panose="020B0604020202020204" pitchFamily="34" charset="0"/>
                <a:cs typeface="Arial" panose="020B0604020202020204" pitchFamily="34" charset="0"/>
              </a:defRPr>
            </a:lvl4pPr>
            <a:lvl5pPr>
              <a:defRPr sz="192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6"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0"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10" name="Picture 9"/>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69282970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311629" y="240422"/>
            <a:ext cx="13956882" cy="724778"/>
          </a:xfrm>
          <a:prstGeom prst="rect">
            <a:avLst/>
          </a:prstGeom>
        </p:spPr>
        <p:txBody>
          <a:bodyPr anchor="t">
            <a:noAutofit/>
          </a:bodyPr>
          <a:lstStyle>
            <a:lvl1pPr>
              <a:defRPr sz="32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311629" y="1863510"/>
            <a:ext cx="13615554" cy="5030677"/>
          </a:xfrm>
          <a:prstGeom prst="rect">
            <a:avLst/>
          </a:prstGeom>
        </p:spPr>
        <p:txBody>
          <a:bodyPr/>
          <a:lstStyle>
            <a:lvl1pPr marL="180342" indent="-180342">
              <a:defRPr sz="2240">
                <a:solidFill>
                  <a:schemeClr val="tx2">
                    <a:lumMod val="50000"/>
                  </a:schemeClr>
                </a:solidFill>
                <a:latin typeface="Arial" panose="020B0604020202020204" pitchFamily="34" charset="0"/>
                <a:cs typeface="Arial" panose="020B0604020202020204" pitchFamily="34" charset="0"/>
              </a:defRPr>
            </a:lvl1pPr>
            <a:lvl2pPr marL="640088" indent="-279403">
              <a:defRPr sz="1920">
                <a:solidFill>
                  <a:schemeClr val="tx2">
                    <a:lumMod val="50000"/>
                  </a:schemeClr>
                </a:solidFill>
                <a:latin typeface="Arial" panose="020B0604020202020204" pitchFamily="34" charset="0"/>
                <a:cs typeface="Arial" panose="020B0604020202020204" pitchFamily="34" charset="0"/>
              </a:defRPr>
            </a:lvl2pPr>
            <a:lvl3pPr marL="1183654" indent="-264163">
              <a:defRPr sz="1760">
                <a:solidFill>
                  <a:schemeClr val="tx2">
                    <a:lumMod val="50000"/>
                  </a:schemeClr>
                </a:solidFill>
                <a:latin typeface="Arial" panose="020B0604020202020204" pitchFamily="34" charset="0"/>
                <a:cs typeface="Arial" panose="020B0604020202020204" pitchFamily="34" charset="0"/>
              </a:defRPr>
            </a:lvl3pPr>
            <a:lvl4pPr marL="1742462" indent="-378466">
              <a:defRPr sz="1920">
                <a:solidFill>
                  <a:schemeClr val="tx2">
                    <a:lumMod val="50000"/>
                  </a:schemeClr>
                </a:solidFill>
                <a:latin typeface="Arial" panose="020B0604020202020204" pitchFamily="34" charset="0"/>
                <a:cs typeface="Arial" panose="020B0604020202020204" pitchFamily="34" charset="0"/>
              </a:defRPr>
            </a:lvl4pPr>
            <a:lvl5pPr>
              <a:defRPr sz="192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quarter" idx="11"/>
          </p:nvPr>
        </p:nvSpPr>
        <p:spPr>
          <a:xfrm>
            <a:off x="311631" y="978420"/>
            <a:ext cx="13956878" cy="618133"/>
          </a:xfrm>
          <a:prstGeom prst="rect">
            <a:avLst/>
          </a:prstGeom>
        </p:spPr>
        <p:txBody>
          <a:bodyPr/>
          <a:lstStyle>
            <a:lvl1pPr marL="0" indent="0">
              <a:buNone/>
              <a:defRPr sz="2560">
                <a:solidFill>
                  <a:schemeClr val="tx2">
                    <a:lumMod val="50000"/>
                  </a:schemeClr>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16"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11" name="Picture 10"/>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64203892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7_Custom Layout">
    <p:spTree>
      <p:nvGrpSpPr>
        <p:cNvPr id="1" name=""/>
        <p:cNvGrpSpPr/>
        <p:nvPr/>
      </p:nvGrpSpPr>
      <p:grpSpPr>
        <a:xfrm>
          <a:off x="0" y="0"/>
          <a:ext cx="0" cy="0"/>
          <a:chOff x="0" y="0"/>
          <a:chExt cx="0" cy="0"/>
        </a:xfrm>
      </p:grpSpPr>
      <p:sp>
        <p:nvSpPr>
          <p:cNvPr id="20" name="Picture Placeholder 8"/>
          <p:cNvSpPr>
            <a:spLocks noGrp="1"/>
          </p:cNvSpPr>
          <p:nvPr>
            <p:ph type="pic" sz="quarter" idx="10"/>
          </p:nvPr>
        </p:nvSpPr>
        <p:spPr>
          <a:xfrm>
            <a:off x="0" y="0"/>
            <a:ext cx="14630400" cy="8229600"/>
          </a:xfrm>
          <a:prstGeom prst="rect">
            <a:avLst/>
          </a:prstGeom>
        </p:spPr>
        <p:txBody>
          <a:bodyPr/>
          <a:lstStyle>
            <a:lvl1pPr algn="ctr">
              <a:defRPr sz="3840"/>
            </a:lvl1pPr>
          </a:lstStyle>
          <a:p>
            <a:endParaRPr lang="en-US" dirty="0"/>
          </a:p>
        </p:txBody>
      </p:sp>
      <p:sp>
        <p:nvSpPr>
          <p:cNvPr id="10"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bg1"/>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19" name="Picture 18"/>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07623777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318940" y="240422"/>
            <a:ext cx="13956882" cy="724778"/>
          </a:xfrm>
          <a:prstGeom prst="rect">
            <a:avLst/>
          </a:prstGeom>
        </p:spPr>
        <p:txBody>
          <a:bodyPr anchor="t">
            <a:noAutofit/>
          </a:bodyPr>
          <a:lstStyle>
            <a:lvl1pPr>
              <a:defRPr sz="3200" b="0">
                <a:solidFill>
                  <a:schemeClr val="tx1"/>
                </a:solidFill>
              </a:defRPr>
            </a:lvl1pPr>
          </a:lstStyle>
          <a:p>
            <a:r>
              <a:rPr lang="en-US" dirty="0"/>
              <a:t>Title text</a:t>
            </a:r>
          </a:p>
        </p:txBody>
      </p:sp>
      <p:sp>
        <p:nvSpPr>
          <p:cNvPr id="17" name="Text Placeholder 2"/>
          <p:cNvSpPr>
            <a:spLocks noGrp="1"/>
          </p:cNvSpPr>
          <p:nvPr>
            <p:ph type="body" idx="1"/>
          </p:nvPr>
        </p:nvSpPr>
        <p:spPr>
          <a:xfrm>
            <a:off x="318940" y="988719"/>
            <a:ext cx="13956882" cy="910197"/>
          </a:xfrm>
          <a:prstGeom prst="rect">
            <a:avLst/>
          </a:prstGeom>
        </p:spPr>
        <p:txBody>
          <a:bodyPr anchor="t">
            <a:noAutofit/>
          </a:bodyPr>
          <a:lstStyle>
            <a:lvl1pPr marL="548648" indent="-548648">
              <a:buNone/>
              <a:defRPr kumimoji="0" lang="en-US" sz="256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9"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1"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10" name="Picture 9"/>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22474707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313615" y="240422"/>
            <a:ext cx="13956882" cy="724778"/>
          </a:xfrm>
          <a:prstGeom prst="rect">
            <a:avLst/>
          </a:prstGeom>
        </p:spPr>
        <p:txBody>
          <a:bodyPr anchor="t">
            <a:noAutofit/>
          </a:bodyPr>
          <a:lstStyle>
            <a:lvl1pPr>
              <a:defRPr sz="3200" b="0">
                <a:solidFill>
                  <a:schemeClr val="tx1"/>
                </a:solidFill>
              </a:defRPr>
            </a:lvl1pPr>
          </a:lstStyle>
          <a:p>
            <a:r>
              <a:rPr lang="en-US" dirty="0"/>
              <a:t>Title text</a:t>
            </a:r>
          </a:p>
        </p:txBody>
      </p:sp>
      <p:sp>
        <p:nvSpPr>
          <p:cNvPr id="8"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9"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0"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9" name="Picture 8"/>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84499965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318695" y="240422"/>
            <a:ext cx="13956882" cy="724778"/>
          </a:xfrm>
          <a:prstGeom prst="rect">
            <a:avLst/>
          </a:prstGeom>
        </p:spPr>
        <p:txBody>
          <a:bodyPr anchor="t">
            <a:noAutofit/>
          </a:bodyPr>
          <a:lstStyle>
            <a:lvl1pPr>
              <a:defRPr sz="3200" b="0">
                <a:solidFill>
                  <a:schemeClr val="tx1"/>
                </a:solidFill>
              </a:defRPr>
            </a:lvl1pPr>
          </a:lstStyle>
          <a:p>
            <a:r>
              <a:rPr lang="en-US" dirty="0"/>
              <a:t>Title text</a:t>
            </a:r>
          </a:p>
        </p:txBody>
      </p:sp>
      <p:sp>
        <p:nvSpPr>
          <p:cNvPr id="8"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0" name="Text Placeholder 2"/>
          <p:cNvSpPr>
            <a:spLocks noGrp="1"/>
          </p:cNvSpPr>
          <p:nvPr>
            <p:ph type="body" sz="quarter" idx="10"/>
          </p:nvPr>
        </p:nvSpPr>
        <p:spPr>
          <a:xfrm>
            <a:off x="7175863" y="1175145"/>
            <a:ext cx="6567208" cy="5857054"/>
          </a:xfrm>
          <a:prstGeom prst="rect">
            <a:avLst/>
          </a:prstGeom>
        </p:spPr>
        <p:txBody>
          <a:bodyPr/>
          <a:lstStyle>
            <a:lvl1pPr marL="180342" indent="-180342">
              <a:defRPr sz="2240">
                <a:solidFill>
                  <a:schemeClr val="tx2">
                    <a:lumMod val="50000"/>
                  </a:schemeClr>
                </a:solidFill>
                <a:latin typeface="Arial" panose="020B0604020202020204" pitchFamily="34" charset="0"/>
                <a:cs typeface="Arial" panose="020B0604020202020204" pitchFamily="34" charset="0"/>
              </a:defRPr>
            </a:lvl1pPr>
            <a:lvl2pPr marL="640088" indent="-279403">
              <a:defRPr sz="1920">
                <a:solidFill>
                  <a:schemeClr val="tx2">
                    <a:lumMod val="50000"/>
                  </a:schemeClr>
                </a:solidFill>
                <a:latin typeface="Arial" panose="020B0604020202020204" pitchFamily="34" charset="0"/>
                <a:cs typeface="Arial" panose="020B0604020202020204" pitchFamily="34" charset="0"/>
              </a:defRPr>
            </a:lvl2pPr>
            <a:lvl3pPr marL="1183654" indent="-264163">
              <a:defRPr sz="1760">
                <a:solidFill>
                  <a:schemeClr val="tx2">
                    <a:lumMod val="50000"/>
                  </a:schemeClr>
                </a:solidFill>
                <a:latin typeface="Arial" panose="020B0604020202020204" pitchFamily="34" charset="0"/>
                <a:cs typeface="Arial" panose="020B0604020202020204" pitchFamily="34" charset="0"/>
              </a:defRPr>
            </a:lvl3pPr>
            <a:lvl4pPr marL="1742462" indent="-378466">
              <a:defRPr sz="1920">
                <a:solidFill>
                  <a:schemeClr val="tx2">
                    <a:lumMod val="50000"/>
                  </a:schemeClr>
                </a:solidFill>
                <a:latin typeface="Arial" panose="020B0604020202020204" pitchFamily="34" charset="0"/>
                <a:cs typeface="Arial" panose="020B0604020202020204" pitchFamily="34" charset="0"/>
              </a:defRPr>
            </a:lvl4pPr>
            <a:lvl5pPr>
              <a:defRPr sz="192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1"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11" name="Picture 10"/>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23722726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4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316709" y="240422"/>
            <a:ext cx="13956882" cy="724778"/>
          </a:xfrm>
          <a:prstGeom prst="rect">
            <a:avLst/>
          </a:prstGeom>
        </p:spPr>
        <p:txBody>
          <a:bodyPr anchor="t">
            <a:noAutofit/>
          </a:bodyPr>
          <a:lstStyle>
            <a:lvl1pPr>
              <a:defRPr sz="32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316710" y="1175145"/>
            <a:ext cx="6567208" cy="5857054"/>
          </a:xfrm>
          <a:prstGeom prst="rect">
            <a:avLst/>
          </a:prstGeom>
        </p:spPr>
        <p:txBody>
          <a:bodyPr/>
          <a:lstStyle>
            <a:lvl1pPr marL="180342" indent="-180342">
              <a:defRPr sz="2240">
                <a:solidFill>
                  <a:schemeClr val="tx2">
                    <a:lumMod val="50000"/>
                  </a:schemeClr>
                </a:solidFill>
                <a:latin typeface="Arial" panose="020B0604020202020204" pitchFamily="34" charset="0"/>
                <a:cs typeface="Arial" panose="020B0604020202020204" pitchFamily="34" charset="0"/>
              </a:defRPr>
            </a:lvl1pPr>
            <a:lvl2pPr marL="640088" indent="-279403">
              <a:defRPr sz="1920">
                <a:solidFill>
                  <a:schemeClr val="tx2">
                    <a:lumMod val="50000"/>
                  </a:schemeClr>
                </a:solidFill>
                <a:latin typeface="Arial" panose="020B0604020202020204" pitchFamily="34" charset="0"/>
                <a:cs typeface="Arial" panose="020B0604020202020204" pitchFamily="34" charset="0"/>
              </a:defRPr>
            </a:lvl2pPr>
            <a:lvl3pPr marL="1183654" indent="-264163">
              <a:defRPr sz="1760">
                <a:solidFill>
                  <a:schemeClr val="tx2">
                    <a:lumMod val="50000"/>
                  </a:schemeClr>
                </a:solidFill>
                <a:latin typeface="Arial" panose="020B0604020202020204" pitchFamily="34" charset="0"/>
                <a:cs typeface="Arial" panose="020B0604020202020204" pitchFamily="34" charset="0"/>
              </a:defRPr>
            </a:lvl3pPr>
            <a:lvl4pPr marL="1742462" indent="-378466">
              <a:defRPr sz="1920">
                <a:solidFill>
                  <a:schemeClr val="tx2">
                    <a:lumMod val="50000"/>
                  </a:schemeClr>
                </a:solidFill>
                <a:latin typeface="Arial" panose="020B0604020202020204" pitchFamily="34" charset="0"/>
                <a:cs typeface="Arial" panose="020B0604020202020204" pitchFamily="34" charset="0"/>
              </a:defRPr>
            </a:lvl4pPr>
            <a:lvl5pPr>
              <a:defRPr sz="192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2"/>
          <p:cNvSpPr>
            <a:spLocks noGrp="1"/>
          </p:cNvSpPr>
          <p:nvPr>
            <p:ph type="body" sz="quarter" idx="11"/>
          </p:nvPr>
        </p:nvSpPr>
        <p:spPr>
          <a:xfrm>
            <a:off x="7493812" y="1175145"/>
            <a:ext cx="6567208" cy="5857054"/>
          </a:xfrm>
          <a:prstGeom prst="rect">
            <a:avLst/>
          </a:prstGeom>
        </p:spPr>
        <p:txBody>
          <a:bodyPr/>
          <a:lstStyle>
            <a:lvl1pPr marL="180342" indent="-180342">
              <a:defRPr sz="2240">
                <a:solidFill>
                  <a:schemeClr val="tx2">
                    <a:lumMod val="50000"/>
                  </a:schemeClr>
                </a:solidFill>
                <a:latin typeface="Arial" panose="020B0604020202020204" pitchFamily="34" charset="0"/>
                <a:cs typeface="Arial" panose="020B0604020202020204" pitchFamily="34" charset="0"/>
              </a:defRPr>
            </a:lvl1pPr>
            <a:lvl2pPr marL="640088" indent="-279403">
              <a:defRPr sz="1920">
                <a:solidFill>
                  <a:schemeClr val="tx2">
                    <a:lumMod val="50000"/>
                  </a:schemeClr>
                </a:solidFill>
                <a:latin typeface="Arial" panose="020B0604020202020204" pitchFamily="34" charset="0"/>
                <a:cs typeface="Arial" panose="020B0604020202020204" pitchFamily="34" charset="0"/>
              </a:defRPr>
            </a:lvl2pPr>
            <a:lvl3pPr marL="1183654" indent="-264163">
              <a:defRPr sz="1760">
                <a:solidFill>
                  <a:schemeClr val="tx2">
                    <a:lumMod val="50000"/>
                  </a:schemeClr>
                </a:solidFill>
                <a:latin typeface="Arial" panose="020B0604020202020204" pitchFamily="34" charset="0"/>
                <a:cs typeface="Arial" panose="020B0604020202020204" pitchFamily="34" charset="0"/>
              </a:defRPr>
            </a:lvl3pPr>
            <a:lvl4pPr marL="1742462" indent="-378466">
              <a:defRPr sz="1920">
                <a:solidFill>
                  <a:schemeClr val="tx2">
                    <a:lumMod val="50000"/>
                  </a:schemeClr>
                </a:solidFill>
                <a:latin typeface="Arial" panose="020B0604020202020204" pitchFamily="34" charset="0"/>
                <a:cs typeface="Arial" panose="020B0604020202020204" pitchFamily="34" charset="0"/>
              </a:defRPr>
            </a:lvl4pPr>
            <a:lvl5pPr>
              <a:defRPr sz="192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22"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12" name="Picture 11"/>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69314360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1_Custom Layout">
    <p:spTree>
      <p:nvGrpSpPr>
        <p:cNvPr id="1" name=""/>
        <p:cNvGrpSpPr/>
        <p:nvPr/>
      </p:nvGrpSpPr>
      <p:grpSpPr>
        <a:xfrm>
          <a:off x="0" y="0"/>
          <a:ext cx="0" cy="0"/>
          <a:chOff x="0" y="0"/>
          <a:chExt cx="0" cy="0"/>
        </a:xfrm>
      </p:grpSpPr>
      <p:sp>
        <p:nvSpPr>
          <p:cNvPr id="4"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14477933" y="3398419"/>
            <a:ext cx="166722" cy="13846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880"/>
          </a:p>
        </p:txBody>
      </p:sp>
      <p:sp>
        <p:nvSpPr>
          <p:cNvPr id="16" name="object 9"/>
          <p:cNvSpPr/>
          <p:nvPr userDrawn="1"/>
        </p:nvSpPr>
        <p:spPr>
          <a:xfrm>
            <a:off x="-14268" y="3398419"/>
            <a:ext cx="166722" cy="13846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880"/>
          </a:p>
        </p:txBody>
      </p:sp>
      <p:pic>
        <p:nvPicPr>
          <p:cNvPr id="7" name="Picture 6"/>
          <p:cNvPicPr>
            <a:picLocks noChangeAspect="1"/>
          </p:cNvPicPr>
          <p:nvPr userDrawn="1"/>
        </p:nvPicPr>
        <p:blipFill>
          <a:blip r:embed="rId2"/>
          <a:stretch>
            <a:fillRect/>
          </a:stretch>
        </p:blipFill>
        <p:spPr>
          <a:xfrm>
            <a:off x="12855736" y="7218578"/>
            <a:ext cx="1455466" cy="744424"/>
          </a:xfrm>
          <a:prstGeom prst="rect">
            <a:avLst/>
          </a:prstGeom>
        </p:spPr>
      </p:pic>
    </p:spTree>
    <p:extLst>
      <p:ext uri="{BB962C8B-B14F-4D97-AF65-F5344CB8AC3E}">
        <p14:creationId xmlns:p14="http://schemas.microsoft.com/office/powerpoint/2010/main" val="332188783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10" name="Shape 42"/>
          <p:cNvSpPr>
            <a:spLocks noGrp="1"/>
          </p:cNvSpPr>
          <p:nvPr>
            <p:ph type="sldNum" sz="quarter" idx="2"/>
          </p:nvPr>
        </p:nvSpPr>
        <p:spPr>
          <a:xfrm>
            <a:off x="370222" y="7608213"/>
            <a:ext cx="749258" cy="447042"/>
          </a:xfrm>
          <a:prstGeom prst="rect">
            <a:avLst/>
          </a:prstGeom>
        </p:spPr>
        <p:txBody>
          <a:bodyPr/>
          <a:lstStyle>
            <a:lvl1pPr algn="l">
              <a:defRPr sz="16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7" name="Picture 6"/>
          <p:cNvPicPr>
            <a:picLocks noChangeAspect="1"/>
          </p:cNvPicPr>
          <p:nvPr userDrawn="1"/>
        </p:nvPicPr>
        <p:blipFill>
          <a:blip r:embed="rId2">
            <a:biLevel thresh="25000"/>
          </a:blip>
          <a:stretch>
            <a:fillRect/>
          </a:stretch>
        </p:blipFill>
        <p:spPr>
          <a:xfrm>
            <a:off x="12839701" y="7208541"/>
            <a:ext cx="1463043" cy="747856"/>
          </a:xfrm>
          <a:prstGeom prst="rect">
            <a:avLst/>
          </a:prstGeom>
        </p:spPr>
      </p:pic>
    </p:spTree>
    <p:extLst>
      <p:ext uri="{BB962C8B-B14F-4D97-AF65-F5344CB8AC3E}">
        <p14:creationId xmlns:p14="http://schemas.microsoft.com/office/powerpoint/2010/main" val="251321754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8A7C-9639-4B60-9D1F-76975293E4F8}"/>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506784149"/>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F428B-F3F6-4379-A4AF-DD4989C6B915}"/>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84786851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A392B-4D7B-4F2D-A2F7-2406C35F7E0C}"/>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434261400"/>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7180C-D5AC-4264-8510-616C8231A18D}"/>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031088299"/>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FE6B-2DB9-424E-A1D2-D886D6ACFB4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404386984"/>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6231-E5D5-4D93-868E-1140649EB5D5}"/>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956280965"/>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9753A-C677-4EF2-BB74-C41F638EAB5A}"/>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841615028"/>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A508-D012-411D-B6C7-2A2DDEE69857}"/>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07180104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EC4A-2928-4F4C-B0CE-5BFD482319C8}"/>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88632515"/>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578A-E4B7-4CBD-9CBE-5212EE07FA36}"/>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59700611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DD565-B813-453C-A557-23CA87E5B5F6}"/>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35799046"/>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59083-86E9-4880-8E0A-8DC89BA6D430}"/>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26706559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2A9D-09D1-4C12-BA2D-8D3F9DBC234D}"/>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550090837"/>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1EDFF-2102-466E-8296-13E17C0BAD3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251436615"/>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DEB7E-DF98-4179-B15F-EE0162B3988C}"/>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90901980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448A-F205-4751-907A-BECEC0564A53}"/>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602862350"/>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8CA3-5F96-48ED-83D8-3EF5009192C9}"/>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829850913"/>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C647-C027-4E83-8DEE-93770B614EE6}"/>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671441317"/>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FA59-6365-4210-856A-E5550A8FD4AF}"/>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7866944"/>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315E6-3A42-4836-B163-539F3D98A22D}"/>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545988409"/>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43775-0942-4F44-BD28-C9A3455ECE47}"/>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965931888"/>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CA92-0F16-4138-B698-FE03874F6AF5}"/>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032289278"/>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A65F0-0287-4260-B20A-422CA40DCAD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07053196"/>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419EE-894C-4978-B26D-D4D5E13067ED}"/>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5585024"/>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72E6-9560-4B0E-9016-80FC674A3B53}"/>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05547334"/>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7717-73E6-47E3-B0ED-BC6F395B294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990250157"/>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40024-46CC-420A-A4E5-5679DB0E0AE7}"/>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383613287"/>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7F9D4-6B87-45E0-BF7C-14E380975FE0}"/>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717564990"/>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40DB2-ABBC-4A1B-863A-93E3DFC63921}"/>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00029431"/>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38114-32D6-4D7B-BAC3-5CA01D97423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336756812"/>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1B4F8-73B6-4D77-B46C-583B023B7F7D}"/>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933114311"/>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E28F-70ED-42FE-B785-46B74A51B31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787127879"/>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8375-2534-446F-9939-B2DE490D6329}"/>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613937504"/>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4E37E-275F-416B-91D6-4E1A0FA1C09A}"/>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098358239"/>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3ED6-98FB-485C-97B0-7ED8DFFD2AEC}"/>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6864393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B0DCB-699C-4C22-B201-B0345A7FAFA8}"/>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65640790"/>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C8F7-D609-4B07-B9A2-144B2E9E2F18}"/>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984795988"/>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73E3-0C7F-4A9C-9ADE-D0201239E2F7}"/>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610298080"/>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F57E-5828-4883-82BD-24C80A29BA8F}"/>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755095238"/>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DF7D-E692-4EC6-A316-E7A59120F15A}"/>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781935336"/>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FB99A-1A48-459B-B4C4-50CA7976FAC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392109720"/>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82E92-D074-4CF7-BC00-22486E49369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577822264"/>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6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53274-D69E-47F5-9458-C4AC5EA3187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708701060"/>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6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94139-68F6-4690-86CF-281A27398DF8}"/>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254413946"/>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6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15E95-DC0E-49DF-BD46-CB7997B286B8}"/>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914364303"/>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F65D4-0727-45F4-B4E9-A9E33C0C4D4F}"/>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744349425"/>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9787-9319-4BDB-88C1-A2AFFC8587C3}"/>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498657601"/>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28EDE-F7C6-428E-A385-3762A19A035B}"/>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7212382"/>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A511-5C64-42A1-9A21-7DB9C2F35DE0}"/>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41091606"/>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A038-1471-4240-B4F5-B730813578D7}"/>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196850286"/>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C8AC-7863-433D-88AC-2622BAC38A8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079801673"/>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7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BA761-4582-41D2-A9C4-1F4CF68331D6}"/>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955224514"/>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7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23BDA-E2D8-4792-854A-78D788A563D0}"/>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73252782"/>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7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2D19-199A-46DF-AE0C-43CDD1057C7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997761576"/>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7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2BCC-DFC6-408A-AF54-19C01B40E40B}"/>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310834476"/>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884C-A7D2-44EA-B47F-42F353D5E2B5}"/>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255727"/>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7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CE31-07AF-4D70-827B-1E24E2E980DF}"/>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479847509"/>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9D8E-16CD-41B7-9DF4-A1279901505C}"/>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520878070"/>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7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C872-9B9D-4DC1-856A-F137D49ABA1A}"/>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84605525"/>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7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70610-1E99-4E7B-AC5A-55854D6851E3}"/>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573878932"/>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7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A836-24AD-46FF-9227-2C4253F7816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9169926"/>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8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8FEC-FCCE-4D4E-9E97-1715D222C9C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897675374"/>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8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2C41-62C7-40E9-A195-3F3267F4385A}"/>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551271500"/>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F1CB-9E6A-40AC-9C50-57CC395360DA}"/>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900274502"/>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8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E68E-8701-4349-B0A8-D595111F7ED7}"/>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057036926"/>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8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05B8D-5B8E-4673-8F38-6478E4FFB54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764301869"/>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8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9094-EC55-43A8-B634-34DB4C07BDC3}"/>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064838739"/>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8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1B11E-FCA9-4E86-BDCE-62DF65B859B9}"/>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673656850"/>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8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DAED-5CB8-417D-B5C5-9994374273BB}"/>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929742980"/>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8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FB3E9-2DCE-402E-A551-77C815E32E6F}"/>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346896008"/>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8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1E14-12B0-4DFB-BE04-33D45FB0D079}"/>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889156396"/>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9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8405-161B-4DDC-A506-8581CF7C5F2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921002483"/>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9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BB64-EB25-481E-92C7-DB7EF88C0443}"/>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054009604"/>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9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6E1C-3383-4A88-B4EA-ED4ACC787826}"/>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55703328"/>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6FA8-451B-4457-9206-AA64057FFACE}"/>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534313776"/>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9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AE88-82DC-467E-AE4F-A78F97A5376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78242671"/>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9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83B2E-B462-43BC-BAA0-0218CBB9B9A4}"/>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1533900734"/>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9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8672-67ED-426C-B3B1-CA4CC830DE6B}"/>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628113729"/>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9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96E3B-A042-455E-ACDD-A836119083B1}"/>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283409033"/>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9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8C181-C0B7-441E-8EFE-8BAF59DC5142}"/>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380641251"/>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9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0A98-7A2B-4B1E-9DB9-87E438347EA5}"/>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020201373"/>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0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13DB-617B-486E-BC6B-A7D294D46C4D}"/>
              </a:ext>
            </a:extLst>
          </p:cNvPr>
          <p:cNvSpPr>
            <a:spLocks noGrp="1"/>
          </p:cNvSpPr>
          <p:nvPr>
            <p:ph type="title"/>
          </p:nvPr>
        </p:nvSpPr>
        <p:spPr>
          <a:xfrm>
            <a:off x="1005843" y="439423"/>
            <a:ext cx="12618720" cy="159004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777728327"/>
      </p:ext>
    </p:extLst>
  </p:cSld>
  <p:clrMapOvr>
    <a:masterClrMapping/>
  </p:clrMapOvr>
  <p:transition spd="med"/>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theme" Target="../theme/theme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5" r:id="rId1"/>
    <p:sldLayoutId id="2147483681" r:id="rId2"/>
    <p:sldLayoutId id="2147483691" r:id="rId3"/>
    <p:sldLayoutId id="2147483684" r:id="rId4"/>
    <p:sldLayoutId id="2147483682" r:id="rId5"/>
    <p:sldLayoutId id="2147483699" r:id="rId6"/>
    <p:sldLayoutId id="2147483700" r:id="rId7"/>
    <p:sldLayoutId id="2147483701" r:id="rId8"/>
    <p:sldLayoutId id="2147483702" r:id="rId9"/>
    <p:sldLayoutId id="2147483680" r:id="rId10"/>
    <p:sldLayoutId id="2147483696" r:id="rId11"/>
    <p:sldLayoutId id="2147483685" r:id="rId12"/>
    <p:sldLayoutId id="2147483704" r:id="rId13"/>
    <p:sldLayoutId id="2147483686" r:id="rId14"/>
    <p:sldLayoutId id="2147483698" r:id="rId15"/>
    <p:sldLayoutId id="2147483695" r:id="rId16"/>
    <p:sldLayoutId id="2147483697" r:id="rId17"/>
    <p:sldLayoutId id="2147483694" r:id="rId18"/>
    <p:sldLayoutId id="2147483676"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 id="2147483729" r:id="rId43"/>
    <p:sldLayoutId id="2147483730" r:id="rId44"/>
    <p:sldLayoutId id="2147483731" r:id="rId45"/>
    <p:sldLayoutId id="2147483732" r:id="rId46"/>
    <p:sldLayoutId id="2147483733" r:id="rId47"/>
    <p:sldLayoutId id="2147483734" r:id="rId48"/>
    <p:sldLayoutId id="2147483735" r:id="rId49"/>
    <p:sldLayoutId id="2147483736" r:id="rId50"/>
    <p:sldLayoutId id="2147483737" r:id="rId51"/>
    <p:sldLayoutId id="2147483738" r:id="rId52"/>
    <p:sldLayoutId id="2147483739" r:id="rId53"/>
    <p:sldLayoutId id="2147483740" r:id="rId54"/>
    <p:sldLayoutId id="2147483741" r:id="rId55"/>
    <p:sldLayoutId id="2147483742" r:id="rId56"/>
    <p:sldLayoutId id="2147483743" r:id="rId57"/>
    <p:sldLayoutId id="2147483744" r:id="rId58"/>
    <p:sldLayoutId id="2147483745" r:id="rId59"/>
    <p:sldLayoutId id="2147483746" r:id="rId60"/>
    <p:sldLayoutId id="2147483747" r:id="rId61"/>
    <p:sldLayoutId id="2147483748" r:id="rId62"/>
    <p:sldLayoutId id="2147483749" r:id="rId63"/>
    <p:sldLayoutId id="2147483750" r:id="rId64"/>
    <p:sldLayoutId id="2147483751" r:id="rId65"/>
    <p:sldLayoutId id="2147483752" r:id="rId66"/>
    <p:sldLayoutId id="2147483753" r:id="rId67"/>
    <p:sldLayoutId id="2147483754" r:id="rId68"/>
    <p:sldLayoutId id="2147483755" r:id="rId69"/>
    <p:sldLayoutId id="2147483756" r:id="rId70"/>
    <p:sldLayoutId id="2147483757" r:id="rId71"/>
    <p:sldLayoutId id="2147483758" r:id="rId72"/>
    <p:sldLayoutId id="2147483759" r:id="rId73"/>
    <p:sldLayoutId id="2147483760" r:id="rId74"/>
    <p:sldLayoutId id="2147483761" r:id="rId75"/>
    <p:sldLayoutId id="2147483762" r:id="rId76"/>
    <p:sldLayoutId id="2147483763" r:id="rId77"/>
    <p:sldLayoutId id="2147483764" r:id="rId78"/>
    <p:sldLayoutId id="2147483765" r:id="rId79"/>
    <p:sldLayoutId id="2147483766" r:id="rId80"/>
    <p:sldLayoutId id="2147483767" r:id="rId81"/>
    <p:sldLayoutId id="2147483768" r:id="rId82"/>
    <p:sldLayoutId id="2147483769" r:id="rId83"/>
    <p:sldLayoutId id="2147483770" r:id="rId84"/>
    <p:sldLayoutId id="2147483771" r:id="rId85"/>
    <p:sldLayoutId id="2147483772" r:id="rId86"/>
    <p:sldLayoutId id="2147483773" r:id="rId87"/>
    <p:sldLayoutId id="2147483774" r:id="rId88"/>
    <p:sldLayoutId id="2147483775" r:id="rId89"/>
    <p:sldLayoutId id="2147483776" r:id="rId90"/>
    <p:sldLayoutId id="2147483777" r:id="rId91"/>
    <p:sldLayoutId id="2147483778" r:id="rId92"/>
    <p:sldLayoutId id="2147483779" r:id="rId93"/>
    <p:sldLayoutId id="2147483780" r:id="rId94"/>
    <p:sldLayoutId id="2147483781" r:id="rId95"/>
    <p:sldLayoutId id="2147483782" r:id="rId96"/>
    <p:sldLayoutId id="2147483783" r:id="rId97"/>
    <p:sldLayoutId id="2147483784" r:id="rId98"/>
    <p:sldLayoutId id="2147483785" r:id="rId99"/>
    <p:sldLayoutId id="2147483786" r:id="rId100"/>
    <p:sldLayoutId id="2147483787" r:id="rId101"/>
  </p:sldLayoutIdLst>
  <p:transition spd="med"/>
  <p:hf hdr="0" ftr="0" dt="0"/>
  <p:txStyles>
    <p:titleStyle>
      <a:lvl1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1pPr>
      <a:lvl2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2pPr>
      <a:lvl3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3pPr>
      <a:lvl4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4pPr>
      <a:lvl5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5pPr>
      <a:lvl6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6pPr>
      <a:lvl7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7pPr>
      <a:lvl8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8pPr>
      <a:lvl9pPr marL="0" marR="0" indent="0" algn="l" defTabSz="731530" rtl="0" latinLnBrk="0">
        <a:lnSpc>
          <a:spcPct val="100000"/>
        </a:lnSpc>
        <a:spcBef>
          <a:spcPts val="0"/>
        </a:spcBef>
        <a:spcAft>
          <a:spcPts val="0"/>
        </a:spcAft>
        <a:buClrTx/>
        <a:buSzTx/>
        <a:buFontTx/>
        <a:buNone/>
        <a:tabLst/>
        <a:defRPr sz="3840" b="0" i="0" u="none" strike="noStrike" cap="none" spc="0" baseline="0">
          <a:ln>
            <a:noFill/>
          </a:ln>
          <a:solidFill>
            <a:srgbClr val="2670C3"/>
          </a:solidFill>
          <a:uFillTx/>
          <a:latin typeface="Arial"/>
          <a:ea typeface="Arial"/>
          <a:cs typeface="Arial"/>
          <a:sym typeface="Arial"/>
        </a:defRPr>
      </a:lvl9pPr>
    </p:titleStyle>
    <p:bodyStyle>
      <a:lvl1pPr marL="548648" marR="0" indent="-548648"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1pPr>
      <a:lvl2pPr marL="1254050" marR="0" indent="-522520"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2pPr>
      <a:lvl3pPr marL="1950744" marR="0" indent="-487686"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3pPr>
      <a:lvl4pPr marL="2779811" marR="0" indent="-585224"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4pPr>
      <a:lvl5pPr marL="3511341" marR="0" indent="-585224"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5pPr>
      <a:lvl6pPr marL="4242869" marR="0" indent="-585224"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6pPr>
      <a:lvl7pPr marL="4974398" marR="0" indent="-585224"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7pPr>
      <a:lvl8pPr marL="5705925" marR="0" indent="-585221"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8pPr>
      <a:lvl9pPr marL="6437456" marR="0" indent="-585221" algn="l" defTabSz="731530" rtl="0" latinLnBrk="0">
        <a:lnSpc>
          <a:spcPct val="100000"/>
        </a:lnSpc>
        <a:spcBef>
          <a:spcPts val="1120"/>
        </a:spcBef>
        <a:spcAft>
          <a:spcPts val="0"/>
        </a:spcAft>
        <a:buClrTx/>
        <a:buSzPct val="100000"/>
        <a:buFont typeface="Arial"/>
        <a:buChar char="•"/>
        <a:tabLst/>
        <a:defRPr sz="5120" b="0" i="0" u="none" strike="noStrike" cap="none" spc="0" baseline="0">
          <a:ln>
            <a:noFill/>
          </a:ln>
          <a:solidFill>
            <a:srgbClr val="000000"/>
          </a:solidFill>
          <a:uFillTx/>
          <a:latin typeface="+mn-lt"/>
          <a:ea typeface="+mn-ea"/>
          <a:cs typeface="+mn-cs"/>
          <a:sym typeface="Calibri"/>
        </a:defRPr>
      </a:lvl9pPr>
    </p:bodyStyle>
    <p:otherStyle>
      <a:lvl1pPr marL="0" marR="0" indent="0"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1pPr>
      <a:lvl2pPr marL="0" marR="0" indent="731530"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2pPr>
      <a:lvl3pPr marL="0" marR="0" indent="1463058"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3pPr>
      <a:lvl4pPr marL="0" marR="0" indent="2194587"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4pPr>
      <a:lvl5pPr marL="0" marR="0" indent="2926117"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5pPr>
      <a:lvl6pPr marL="0" marR="0" indent="3657646"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6pPr>
      <a:lvl7pPr marL="0" marR="0" indent="4389174"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7pPr>
      <a:lvl8pPr marL="0" marR="0" indent="5120704"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8pPr>
      <a:lvl9pPr marL="0" marR="0" indent="5852234" algn="r" defTabSz="731530" rtl="0" latinLnBrk="0">
        <a:lnSpc>
          <a:spcPct val="100000"/>
        </a:lnSpc>
        <a:spcBef>
          <a:spcPts val="0"/>
        </a:spcBef>
        <a:spcAft>
          <a:spcPts val="0"/>
        </a:spcAft>
        <a:buClrTx/>
        <a:buSzTx/>
        <a:buFontTx/>
        <a:buNone/>
        <a:tabLst/>
        <a:defRPr sz="192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30.svg"/><Relationship Id="rId39" Type="http://schemas.openxmlformats.org/officeDocument/2006/relationships/image" Target="../media/image43.svg"/><Relationship Id="rId21" Type="http://schemas.openxmlformats.org/officeDocument/2006/relationships/image" Target="../media/image25.svg"/><Relationship Id="rId34" Type="http://schemas.openxmlformats.org/officeDocument/2006/relationships/image" Target="../media/image38.svg"/><Relationship Id="rId42" Type="http://schemas.openxmlformats.org/officeDocument/2006/relationships/image" Target="../media/image46.png"/><Relationship Id="rId47" Type="http://schemas.openxmlformats.org/officeDocument/2006/relationships/image" Target="../media/image51.svg"/><Relationship Id="rId50" Type="http://schemas.openxmlformats.org/officeDocument/2006/relationships/image" Target="../media/image54.png"/><Relationship Id="rId55" Type="http://schemas.openxmlformats.org/officeDocument/2006/relationships/image" Target="../media/image59.svg"/><Relationship Id="rId7" Type="http://schemas.openxmlformats.org/officeDocument/2006/relationships/image" Target="../media/image11.svg"/><Relationship Id="rId2" Type="http://schemas.openxmlformats.org/officeDocument/2006/relationships/image" Target="../media/image6.png"/><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svg"/><Relationship Id="rId24" Type="http://schemas.openxmlformats.org/officeDocument/2006/relationships/image" Target="../media/image28.png"/><Relationship Id="rId32" Type="http://schemas.openxmlformats.org/officeDocument/2006/relationships/image" Target="../media/image36.sv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svg"/><Relationship Id="rId53" Type="http://schemas.openxmlformats.org/officeDocument/2006/relationships/image" Target="../media/image57.svg"/><Relationship Id="rId58" Type="http://schemas.openxmlformats.org/officeDocument/2006/relationships/image" Target="../media/image62.png"/><Relationship Id="rId5" Type="http://schemas.openxmlformats.org/officeDocument/2006/relationships/image" Target="../media/image9.svg"/><Relationship Id="rId19" Type="http://schemas.openxmlformats.org/officeDocument/2006/relationships/image" Target="../media/image23.sv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svg"/><Relationship Id="rId35" Type="http://schemas.openxmlformats.org/officeDocument/2006/relationships/image" Target="../media/image39.png"/><Relationship Id="rId43" Type="http://schemas.openxmlformats.org/officeDocument/2006/relationships/image" Target="../media/image47.sv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12.png"/><Relationship Id="rId51" Type="http://schemas.openxmlformats.org/officeDocument/2006/relationships/image" Target="../media/image55.svg"/><Relationship Id="rId3" Type="http://schemas.openxmlformats.org/officeDocument/2006/relationships/image" Target="../media/image7.svg"/><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59" Type="http://schemas.openxmlformats.org/officeDocument/2006/relationships/image" Target="../media/image63.svg"/><Relationship Id="rId20" Type="http://schemas.openxmlformats.org/officeDocument/2006/relationships/image" Target="../media/image24.png"/><Relationship Id="rId41" Type="http://schemas.openxmlformats.org/officeDocument/2006/relationships/image" Target="../media/image45.svg"/><Relationship Id="rId54" Type="http://schemas.openxmlformats.org/officeDocument/2006/relationships/image" Target="../media/image58.png"/><Relationship Id="rId1" Type="http://schemas.openxmlformats.org/officeDocument/2006/relationships/slideLayout" Target="../slideLayouts/slideLayout11.xml"/><Relationship Id="rId6" Type="http://schemas.openxmlformats.org/officeDocument/2006/relationships/image" Target="../media/image10.png"/><Relationship Id="rId15" Type="http://schemas.openxmlformats.org/officeDocument/2006/relationships/image" Target="../media/image19.svg"/><Relationship Id="rId23" Type="http://schemas.openxmlformats.org/officeDocument/2006/relationships/image" Target="../media/image27.svg"/><Relationship Id="rId28" Type="http://schemas.openxmlformats.org/officeDocument/2006/relationships/image" Target="../media/image32.svg"/><Relationship Id="rId36" Type="http://schemas.openxmlformats.org/officeDocument/2006/relationships/image" Target="../media/image40.svg"/><Relationship Id="rId49" Type="http://schemas.openxmlformats.org/officeDocument/2006/relationships/image" Target="../media/image53.svg"/><Relationship Id="rId57" Type="http://schemas.openxmlformats.org/officeDocument/2006/relationships/image" Target="../media/image61.svg"/><Relationship Id="rId10" Type="http://schemas.openxmlformats.org/officeDocument/2006/relationships/image" Target="../media/image14.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56.png"/><Relationship Id="rId60" Type="http://schemas.openxmlformats.org/officeDocument/2006/relationships/image" Target="../media/image64.png"/></Relationships>
</file>

<file path=ppt/slides/_rels/slide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477351" y="7222093"/>
            <a:ext cx="1430334" cy="735552"/>
          </a:xfrm>
          <a:prstGeom prst="rect">
            <a:avLst/>
          </a:prstGeom>
        </p:spPr>
      </p:pic>
      <p:sp>
        <p:nvSpPr>
          <p:cNvPr id="5" name="Title 4"/>
          <p:cNvSpPr>
            <a:spLocks noGrp="1"/>
          </p:cNvSpPr>
          <p:nvPr>
            <p:ph type="title"/>
          </p:nvPr>
        </p:nvSpPr>
        <p:spPr>
          <a:xfrm>
            <a:off x="235299" y="5080365"/>
            <a:ext cx="6287981" cy="1875530"/>
          </a:xfrm>
        </p:spPr>
        <p:txBody>
          <a:bodyPr/>
          <a:lstStyle/>
          <a:p>
            <a:r>
              <a:rPr lang="en-US" sz="2240" b="1" dirty="0"/>
              <a:t>Global Spec Interface</a:t>
            </a:r>
            <a:br>
              <a:rPr lang="en-US" sz="2240" b="1" dirty="0"/>
            </a:br>
            <a:br>
              <a:rPr lang="en-US" sz="2240" b="1" dirty="0"/>
            </a:br>
            <a:r>
              <a:rPr lang="en-US" sz="2240" b="1" dirty="0"/>
              <a:t>Engineering Services, Infosys</a:t>
            </a:r>
          </a:p>
        </p:txBody>
      </p:sp>
    </p:spTree>
    <p:extLst>
      <p:ext uri="{BB962C8B-B14F-4D97-AF65-F5344CB8AC3E}">
        <p14:creationId xmlns:p14="http://schemas.microsoft.com/office/powerpoint/2010/main" val="366653319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3B1B2F-E8B7-47EF-806A-9A11833A1DED}"/>
              </a:ext>
            </a:extLst>
          </p:cNvPr>
          <p:cNvSpPr>
            <a:spLocks noGrp="1"/>
          </p:cNvSpPr>
          <p:nvPr>
            <p:ph type="sldNum" sz="quarter" idx="2"/>
          </p:nvPr>
        </p:nvSpPr>
        <p:spPr/>
        <p:txBody>
          <a:bodyPr/>
          <a:lstStyle/>
          <a:p>
            <a:fld id="{86CB4B4D-7CA3-9044-876B-883B54F8677D}" type="slidenum">
              <a:rPr lang="en-US" smtClean="0"/>
              <a:pPr/>
              <a:t>2</a:t>
            </a:fld>
            <a:endParaRPr lang="en-US" dirty="0"/>
          </a:p>
        </p:txBody>
      </p:sp>
      <p:pic>
        <p:nvPicPr>
          <p:cNvPr id="5" name="Graphic 4">
            <a:extLst>
              <a:ext uri="{FF2B5EF4-FFF2-40B4-BE49-F238E27FC236}">
                <a16:creationId xmlns:a16="http://schemas.microsoft.com/office/drawing/2014/main" id="{6183F784-D646-4CDD-9A27-A7F48DCDBB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5366869" y="6088022"/>
            <a:ext cx="1463040" cy="2000984"/>
          </a:xfrm>
          <a:prstGeom prst="rect">
            <a:avLst/>
          </a:prstGeom>
        </p:spPr>
      </p:pic>
      <p:pic>
        <p:nvPicPr>
          <p:cNvPr id="6" name="Graphic 5">
            <a:extLst>
              <a:ext uri="{FF2B5EF4-FFF2-40B4-BE49-F238E27FC236}">
                <a16:creationId xmlns:a16="http://schemas.microsoft.com/office/drawing/2014/main" id="{0D6BFB72-3419-48BF-9DCB-CE590D7B78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3721896" y="6075931"/>
            <a:ext cx="1463040" cy="2013075"/>
          </a:xfrm>
          <a:prstGeom prst="rect">
            <a:avLst/>
          </a:prstGeom>
        </p:spPr>
      </p:pic>
      <p:pic>
        <p:nvPicPr>
          <p:cNvPr id="7" name="Graphic 6">
            <a:extLst>
              <a:ext uri="{FF2B5EF4-FFF2-40B4-BE49-F238E27FC236}">
                <a16:creationId xmlns:a16="http://schemas.microsoft.com/office/drawing/2014/main" id="{341E4F9C-D11A-4AA3-9CC9-34AF897D90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2049438" y="6094964"/>
            <a:ext cx="1463040" cy="1994043"/>
          </a:xfrm>
          <a:prstGeom prst="rect">
            <a:avLst/>
          </a:prstGeom>
        </p:spPr>
      </p:pic>
      <p:pic>
        <p:nvPicPr>
          <p:cNvPr id="8" name="Graphic 7">
            <a:extLst>
              <a:ext uri="{FF2B5EF4-FFF2-40B4-BE49-F238E27FC236}">
                <a16:creationId xmlns:a16="http://schemas.microsoft.com/office/drawing/2014/main" id="{7DA78916-7E5E-4362-9BEB-C9AE7723DB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V="1">
            <a:off x="510046" y="6075932"/>
            <a:ext cx="1463040" cy="1994043"/>
          </a:xfrm>
          <a:prstGeom prst="rect">
            <a:avLst/>
          </a:prstGeom>
        </p:spPr>
      </p:pic>
      <p:pic>
        <p:nvPicPr>
          <p:cNvPr id="9" name="Graphic 8">
            <a:extLst>
              <a:ext uri="{FF2B5EF4-FFF2-40B4-BE49-F238E27FC236}">
                <a16:creationId xmlns:a16="http://schemas.microsoft.com/office/drawing/2014/main" id="{061D294B-9BEB-4669-9F65-850DE84EE04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94411" y="1087953"/>
            <a:ext cx="2605723" cy="2183429"/>
          </a:xfrm>
          <a:prstGeom prst="rect">
            <a:avLst/>
          </a:prstGeom>
        </p:spPr>
      </p:pic>
      <p:pic>
        <p:nvPicPr>
          <p:cNvPr id="10" name="Graphic 9">
            <a:extLst>
              <a:ext uri="{FF2B5EF4-FFF2-40B4-BE49-F238E27FC236}">
                <a16:creationId xmlns:a16="http://schemas.microsoft.com/office/drawing/2014/main" id="{65CBD60D-1A2E-42D0-948A-D01E852533D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46751" y="1072642"/>
            <a:ext cx="2605723" cy="2259733"/>
          </a:xfrm>
          <a:prstGeom prst="rect">
            <a:avLst/>
          </a:prstGeom>
        </p:spPr>
      </p:pic>
      <p:pic>
        <p:nvPicPr>
          <p:cNvPr id="11" name="Graphic 10">
            <a:extLst>
              <a:ext uri="{FF2B5EF4-FFF2-40B4-BE49-F238E27FC236}">
                <a16:creationId xmlns:a16="http://schemas.microsoft.com/office/drawing/2014/main" id="{99DC541D-CD51-4E27-9D8A-9092655883E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68164" y="1071098"/>
            <a:ext cx="2602328" cy="2242179"/>
          </a:xfrm>
          <a:prstGeom prst="rect">
            <a:avLst/>
          </a:prstGeom>
        </p:spPr>
      </p:pic>
      <p:sp>
        <p:nvSpPr>
          <p:cNvPr id="70" name="Graphic 11">
            <a:extLst>
              <a:ext uri="{FF2B5EF4-FFF2-40B4-BE49-F238E27FC236}">
                <a16:creationId xmlns:a16="http://schemas.microsoft.com/office/drawing/2014/main" id="{AB1C34FF-FC1A-401B-814D-7A7BFE1DCBA3}"/>
              </a:ext>
            </a:extLst>
          </p:cNvPr>
          <p:cNvSpPr/>
          <p:nvPr/>
        </p:nvSpPr>
        <p:spPr>
          <a:xfrm>
            <a:off x="553583" y="1070209"/>
            <a:ext cx="2642213" cy="2233546"/>
          </a:xfrm>
          <a:custGeom>
            <a:avLst/>
            <a:gdLst>
              <a:gd name="connsiteX0" fmla="*/ 1546634 w 1546634"/>
              <a:gd name="connsiteY0" fmla="*/ 99063 h 1395966"/>
              <a:gd name="connsiteX1" fmla="*/ 1387461 w 1546634"/>
              <a:gd name="connsiteY1" fmla="*/ 0 h 1395966"/>
              <a:gd name="connsiteX2" fmla="*/ 159173 w 1546634"/>
              <a:gd name="connsiteY2" fmla="*/ 0 h 1395966"/>
              <a:gd name="connsiteX3" fmla="*/ 0 w 1546634"/>
              <a:gd name="connsiteY3" fmla="*/ 99063 h 1395966"/>
              <a:gd name="connsiteX4" fmla="*/ 0 w 1546634"/>
              <a:gd name="connsiteY4" fmla="*/ 913859 h 1395966"/>
              <a:gd name="connsiteX5" fmla="*/ 0 w 1546634"/>
              <a:gd name="connsiteY5" fmla="*/ 913859 h 1395966"/>
              <a:gd name="connsiteX6" fmla="*/ 0 w 1546634"/>
              <a:gd name="connsiteY6" fmla="*/ 914684 h 1395966"/>
              <a:gd name="connsiteX7" fmla="*/ 773317 w 1546634"/>
              <a:gd name="connsiteY7" fmla="*/ 1395967 h 1395966"/>
              <a:gd name="connsiteX8" fmla="*/ 1546634 w 1546634"/>
              <a:gd name="connsiteY8" fmla="*/ 914684 h 1395966"/>
              <a:gd name="connsiteX9" fmla="*/ 1546634 w 1546634"/>
              <a:gd name="connsiteY9" fmla="*/ 913859 h 1395966"/>
              <a:gd name="connsiteX10" fmla="*/ 1546634 w 1546634"/>
              <a:gd name="connsiteY10" fmla="*/ 913033 h 1395966"/>
              <a:gd name="connsiteX11" fmla="*/ 1546634 w 1546634"/>
              <a:gd name="connsiteY11" fmla="*/ 99063 h 139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46634" h="1395966">
                <a:moveTo>
                  <a:pt x="1546634" y="99063"/>
                </a:moveTo>
                <a:cubicBezTo>
                  <a:pt x="1546634" y="44578"/>
                  <a:pt x="1475006" y="0"/>
                  <a:pt x="1387461" y="0"/>
                </a:cubicBezTo>
                <a:lnTo>
                  <a:pt x="159173" y="0"/>
                </a:lnTo>
                <a:cubicBezTo>
                  <a:pt x="71628" y="0"/>
                  <a:pt x="0" y="44578"/>
                  <a:pt x="0" y="99063"/>
                </a:cubicBezTo>
                <a:lnTo>
                  <a:pt x="0" y="913859"/>
                </a:lnTo>
                <a:cubicBezTo>
                  <a:pt x="0" y="913859"/>
                  <a:pt x="0" y="913859"/>
                  <a:pt x="0" y="913859"/>
                </a:cubicBezTo>
                <a:cubicBezTo>
                  <a:pt x="0" y="913859"/>
                  <a:pt x="0" y="914684"/>
                  <a:pt x="0" y="914684"/>
                </a:cubicBezTo>
                <a:cubicBezTo>
                  <a:pt x="0" y="1180504"/>
                  <a:pt x="346202" y="1395967"/>
                  <a:pt x="773317" y="1395967"/>
                </a:cubicBezTo>
                <a:cubicBezTo>
                  <a:pt x="1200432" y="1395967"/>
                  <a:pt x="1546634" y="1180504"/>
                  <a:pt x="1546634" y="914684"/>
                </a:cubicBezTo>
                <a:cubicBezTo>
                  <a:pt x="1546634" y="914684"/>
                  <a:pt x="1546634" y="913859"/>
                  <a:pt x="1546634" y="913859"/>
                </a:cubicBezTo>
                <a:cubicBezTo>
                  <a:pt x="1546634" y="913859"/>
                  <a:pt x="1546634" y="913859"/>
                  <a:pt x="1546634" y="913033"/>
                </a:cubicBezTo>
                <a:lnTo>
                  <a:pt x="1546634" y="99063"/>
                </a:lnTo>
                <a:close/>
              </a:path>
            </a:pathLst>
          </a:custGeom>
          <a:solidFill>
            <a:schemeClr val="accent2">
              <a:alpha val="60000"/>
            </a:schemeClr>
          </a:solidFill>
          <a:ln w="13188" cap="flat">
            <a:noFill/>
            <a:prstDash val="solid"/>
            <a:miter/>
          </a:ln>
        </p:spPr>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endParaRPr lang="en-US" sz="4608"/>
          </a:p>
        </p:txBody>
      </p:sp>
      <p:pic>
        <p:nvPicPr>
          <p:cNvPr id="14" name="Graphic 13">
            <a:extLst>
              <a:ext uri="{FF2B5EF4-FFF2-40B4-BE49-F238E27FC236}">
                <a16:creationId xmlns:a16="http://schemas.microsoft.com/office/drawing/2014/main" id="{33220F93-3C72-461B-99FF-A89AC54CCC0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447642" y="3387539"/>
            <a:ext cx="5735117" cy="2419502"/>
          </a:xfrm>
          <a:prstGeom prst="rect">
            <a:avLst/>
          </a:prstGeom>
        </p:spPr>
      </p:pic>
      <p:pic>
        <p:nvPicPr>
          <p:cNvPr id="15" name="Graphic 14">
            <a:extLst>
              <a:ext uri="{FF2B5EF4-FFF2-40B4-BE49-F238E27FC236}">
                <a16:creationId xmlns:a16="http://schemas.microsoft.com/office/drawing/2014/main" id="{ECC1214A-2DD0-48C9-9CCC-247D750EBAA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38560" y="3516844"/>
            <a:ext cx="5153280" cy="2174040"/>
          </a:xfrm>
          <a:prstGeom prst="rect">
            <a:avLst/>
          </a:prstGeom>
        </p:spPr>
      </p:pic>
      <p:pic>
        <p:nvPicPr>
          <p:cNvPr id="16" name="Graphic 15">
            <a:extLst>
              <a:ext uri="{FF2B5EF4-FFF2-40B4-BE49-F238E27FC236}">
                <a16:creationId xmlns:a16="http://schemas.microsoft.com/office/drawing/2014/main" id="{207531A8-E95E-45A5-8F0A-0828F93EE90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30088" y="226510"/>
            <a:ext cx="13717706" cy="790042"/>
          </a:xfrm>
          <a:prstGeom prst="rect">
            <a:avLst/>
          </a:prstGeom>
        </p:spPr>
      </p:pic>
      <p:pic>
        <p:nvPicPr>
          <p:cNvPr id="25" name="Graphic 24">
            <a:extLst>
              <a:ext uri="{FF2B5EF4-FFF2-40B4-BE49-F238E27FC236}">
                <a16:creationId xmlns:a16="http://schemas.microsoft.com/office/drawing/2014/main" id="{C1F9371E-8982-4FC5-84DF-83D065DB827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953367" y="7328811"/>
            <a:ext cx="3140659" cy="11422"/>
          </a:xfrm>
          <a:prstGeom prst="rect">
            <a:avLst/>
          </a:prstGeom>
        </p:spPr>
      </p:pic>
      <p:sp>
        <p:nvSpPr>
          <p:cNvPr id="26" name="Title 82">
            <a:extLst>
              <a:ext uri="{FF2B5EF4-FFF2-40B4-BE49-F238E27FC236}">
                <a16:creationId xmlns:a16="http://schemas.microsoft.com/office/drawing/2014/main" id="{2D1B569B-A16B-40EF-A183-5A65B8C612DB}"/>
              </a:ext>
            </a:extLst>
          </p:cNvPr>
          <p:cNvSpPr>
            <a:spLocks noGrp="1"/>
          </p:cNvSpPr>
          <p:nvPr>
            <p:ph type="title" hasCustomPrompt="1"/>
          </p:nvPr>
        </p:nvSpPr>
        <p:spPr>
          <a:xfrm>
            <a:off x="1270001" y="293653"/>
            <a:ext cx="12712690" cy="662976"/>
          </a:xfrm>
        </p:spPr>
        <p:txBody>
          <a:bodyPr lIns="0" tIns="0" rIns="0" bIns="0" anchor="t">
            <a:noAutofit/>
          </a:bodyPr>
          <a:lstStyle>
            <a:lvl1pPr>
              <a:defRPr sz="3094" b="1">
                <a:solidFill>
                  <a:srgbClr val="105A46"/>
                </a:solidFill>
              </a:defRPr>
            </a:lvl1pPr>
          </a:lstStyle>
          <a:p>
            <a:r>
              <a:rPr lang="en-US" sz="3840" dirty="0">
                <a:solidFill>
                  <a:schemeClr val="bg1"/>
                </a:solidFill>
              </a:rPr>
              <a:t>Why is Light Viewer Global Spec Interface needed?</a:t>
            </a:r>
            <a:endParaRPr lang="ru-RU" sz="3840" dirty="0">
              <a:solidFill>
                <a:schemeClr val="bg1"/>
              </a:solidFill>
            </a:endParaRPr>
          </a:p>
        </p:txBody>
      </p:sp>
      <p:sp>
        <p:nvSpPr>
          <p:cNvPr id="27" name="Text Placeholder 85">
            <a:extLst>
              <a:ext uri="{FF2B5EF4-FFF2-40B4-BE49-F238E27FC236}">
                <a16:creationId xmlns:a16="http://schemas.microsoft.com/office/drawing/2014/main" id="{8720446B-72B9-4BEF-A721-80EEF5FCEE78}"/>
              </a:ext>
            </a:extLst>
          </p:cNvPr>
          <p:cNvSpPr>
            <a:spLocks noGrp="1"/>
          </p:cNvSpPr>
          <p:nvPr>
            <p:ph type="body" sz="quarter" idx="10"/>
          </p:nvPr>
        </p:nvSpPr>
        <p:spPr>
          <a:xfrm>
            <a:off x="593466" y="1027000"/>
            <a:ext cx="2602328" cy="847075"/>
          </a:xfrm>
        </p:spPr>
        <p:txBody>
          <a:bodyPr lIns="0" tIns="0" rIns="0" bIns="0" anchor="ctr" anchorCtr="0">
            <a:noAutofit/>
          </a:bodyPr>
          <a:lstStyle>
            <a:lvl1pPr marL="0" indent="0">
              <a:buNone/>
              <a:defRPr sz="506">
                <a:solidFill>
                  <a:srgbClr val="1A1A1A"/>
                </a:solidFill>
                <a:latin typeface="+mn-lt"/>
              </a:defRPr>
            </a:lvl1pPr>
            <a:lvl2pPr>
              <a:defRPr sz="506">
                <a:solidFill>
                  <a:schemeClr val="bg2"/>
                </a:solidFill>
                <a:latin typeface="Arial Narrow" panose="020B0606020202030204" pitchFamily="34" charset="0"/>
              </a:defRPr>
            </a:lvl2pPr>
            <a:lvl3pPr>
              <a:defRPr sz="506">
                <a:solidFill>
                  <a:schemeClr val="bg2"/>
                </a:solidFill>
                <a:latin typeface="Arial Narrow" panose="020B0606020202030204" pitchFamily="34" charset="0"/>
              </a:defRPr>
            </a:lvl3pPr>
            <a:lvl4pPr>
              <a:defRPr sz="506">
                <a:solidFill>
                  <a:schemeClr val="bg2"/>
                </a:solidFill>
                <a:latin typeface="Arial Narrow" panose="020B0606020202030204" pitchFamily="34" charset="0"/>
              </a:defRPr>
            </a:lvl4pPr>
            <a:lvl5pPr>
              <a:defRPr sz="506">
                <a:solidFill>
                  <a:schemeClr val="bg2"/>
                </a:solidFill>
                <a:latin typeface="Arial Narrow" panose="020B0606020202030204" pitchFamily="34" charset="0"/>
              </a:defRPr>
            </a:lvl5pPr>
          </a:lstStyle>
          <a:p>
            <a:pPr lvl="0"/>
            <a:r>
              <a:rPr lang="en-US" sz="1120" dirty="0"/>
              <a:t>Unpredicted read only/casual users from internal, external and suppliers' side add to </a:t>
            </a:r>
            <a:r>
              <a:rPr lang="en-US" sz="1120" b="1" dirty="0"/>
              <a:t>additional unplanned license cost </a:t>
            </a:r>
            <a:r>
              <a:rPr lang="en-US" sz="1120" dirty="0"/>
              <a:t>for COTS products implementation</a:t>
            </a:r>
          </a:p>
        </p:txBody>
      </p:sp>
      <p:sp>
        <p:nvSpPr>
          <p:cNvPr id="28" name="Text Placeholder 85">
            <a:extLst>
              <a:ext uri="{FF2B5EF4-FFF2-40B4-BE49-F238E27FC236}">
                <a16:creationId xmlns:a16="http://schemas.microsoft.com/office/drawing/2014/main" id="{AE3380EE-0578-4B6B-A5EA-3A61C27305FA}"/>
              </a:ext>
            </a:extLst>
          </p:cNvPr>
          <p:cNvSpPr txBox="1">
            <a:spLocks/>
          </p:cNvSpPr>
          <p:nvPr/>
        </p:nvSpPr>
        <p:spPr>
          <a:xfrm>
            <a:off x="9015759" y="1218738"/>
            <a:ext cx="2418478" cy="570498"/>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Traditional PLM application lack responsive web designs which make them difficult to use over the mobile devices.</a:t>
            </a:r>
          </a:p>
        </p:txBody>
      </p:sp>
      <p:sp>
        <p:nvSpPr>
          <p:cNvPr id="29" name="Text Placeholder 85">
            <a:extLst>
              <a:ext uri="{FF2B5EF4-FFF2-40B4-BE49-F238E27FC236}">
                <a16:creationId xmlns:a16="http://schemas.microsoft.com/office/drawing/2014/main" id="{66F45D95-C5BE-4286-8777-1833C5A94236}"/>
              </a:ext>
            </a:extLst>
          </p:cNvPr>
          <p:cNvSpPr txBox="1">
            <a:spLocks/>
          </p:cNvSpPr>
          <p:nvPr/>
        </p:nvSpPr>
        <p:spPr>
          <a:xfrm>
            <a:off x="3500798" y="1053510"/>
            <a:ext cx="2382667" cy="724981"/>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Complicated interface of PLM needing users to navigate through multiple screens to find the details of their custom preference.</a:t>
            </a:r>
          </a:p>
        </p:txBody>
      </p:sp>
      <p:sp>
        <p:nvSpPr>
          <p:cNvPr id="30" name="Text Placeholder 85">
            <a:extLst>
              <a:ext uri="{FF2B5EF4-FFF2-40B4-BE49-F238E27FC236}">
                <a16:creationId xmlns:a16="http://schemas.microsoft.com/office/drawing/2014/main" id="{FA8C530E-B811-4F0C-858E-20803021C400}"/>
              </a:ext>
            </a:extLst>
          </p:cNvPr>
          <p:cNvSpPr txBox="1">
            <a:spLocks/>
          </p:cNvSpPr>
          <p:nvPr/>
        </p:nvSpPr>
        <p:spPr>
          <a:xfrm>
            <a:off x="6254151" y="1107533"/>
            <a:ext cx="2486492" cy="895024"/>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b="1" dirty="0"/>
              <a:t>Performance issues </a:t>
            </a:r>
            <a:r>
              <a:rPr lang="en-US" sz="1120" dirty="0"/>
              <a:t>as multiple write transactions and batch jobs running at same time. Sometimes Database lock performance issues are added causing problem to simple users.</a:t>
            </a:r>
          </a:p>
        </p:txBody>
      </p:sp>
      <p:sp>
        <p:nvSpPr>
          <p:cNvPr id="31" name="Text Placeholder 85">
            <a:extLst>
              <a:ext uri="{FF2B5EF4-FFF2-40B4-BE49-F238E27FC236}">
                <a16:creationId xmlns:a16="http://schemas.microsoft.com/office/drawing/2014/main" id="{61C09ACE-2999-4F7D-92B4-D3874A7C70B7}"/>
              </a:ext>
            </a:extLst>
          </p:cNvPr>
          <p:cNvSpPr txBox="1">
            <a:spLocks/>
          </p:cNvSpPr>
          <p:nvPr/>
        </p:nvSpPr>
        <p:spPr>
          <a:xfrm>
            <a:off x="702150" y="7399053"/>
            <a:ext cx="1136619"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Quick access to different kinds of specification</a:t>
            </a:r>
          </a:p>
        </p:txBody>
      </p:sp>
      <p:sp>
        <p:nvSpPr>
          <p:cNvPr id="32" name="Text Placeholder 85">
            <a:extLst>
              <a:ext uri="{FF2B5EF4-FFF2-40B4-BE49-F238E27FC236}">
                <a16:creationId xmlns:a16="http://schemas.microsoft.com/office/drawing/2014/main" id="{53FCE206-E48D-4269-9C02-D5418B03DA13}"/>
              </a:ext>
            </a:extLst>
          </p:cNvPr>
          <p:cNvSpPr txBox="1">
            <a:spLocks/>
          </p:cNvSpPr>
          <p:nvPr/>
        </p:nvSpPr>
        <p:spPr>
          <a:xfrm>
            <a:off x="5406912" y="7409403"/>
            <a:ext cx="1571846"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Mobile device ready, Provide high availability for factory operations</a:t>
            </a:r>
          </a:p>
        </p:txBody>
      </p:sp>
      <p:sp>
        <p:nvSpPr>
          <p:cNvPr id="33" name="Text Placeholder 85">
            <a:extLst>
              <a:ext uri="{FF2B5EF4-FFF2-40B4-BE49-F238E27FC236}">
                <a16:creationId xmlns:a16="http://schemas.microsoft.com/office/drawing/2014/main" id="{C3F5E105-812C-4214-84CD-E1113DAF877A}"/>
              </a:ext>
            </a:extLst>
          </p:cNvPr>
          <p:cNvSpPr txBox="1">
            <a:spLocks/>
          </p:cNvSpPr>
          <p:nvPr/>
        </p:nvSpPr>
        <p:spPr>
          <a:xfrm>
            <a:off x="2155286" y="7328810"/>
            <a:ext cx="1308845"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Better User Experience, Simplified UI, Less Clicks</a:t>
            </a:r>
          </a:p>
        </p:txBody>
      </p:sp>
      <p:sp>
        <p:nvSpPr>
          <p:cNvPr id="34" name="Text Placeholder 85">
            <a:extLst>
              <a:ext uri="{FF2B5EF4-FFF2-40B4-BE49-F238E27FC236}">
                <a16:creationId xmlns:a16="http://schemas.microsoft.com/office/drawing/2014/main" id="{91C0A2C1-A341-4581-926A-A370BFDD88D0}"/>
              </a:ext>
            </a:extLst>
          </p:cNvPr>
          <p:cNvSpPr txBox="1">
            <a:spLocks/>
          </p:cNvSpPr>
          <p:nvPr/>
        </p:nvSpPr>
        <p:spPr>
          <a:xfrm>
            <a:off x="3825204" y="7438390"/>
            <a:ext cx="1338472"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Performance improvement over Enovia screen load</a:t>
            </a:r>
          </a:p>
        </p:txBody>
      </p:sp>
      <p:sp>
        <p:nvSpPr>
          <p:cNvPr id="35" name="Text Placeholder 85">
            <a:extLst>
              <a:ext uri="{FF2B5EF4-FFF2-40B4-BE49-F238E27FC236}">
                <a16:creationId xmlns:a16="http://schemas.microsoft.com/office/drawing/2014/main" id="{6C91AE9A-9BA1-469A-89B4-F52FB961CBB3}"/>
              </a:ext>
            </a:extLst>
          </p:cNvPr>
          <p:cNvSpPr txBox="1">
            <a:spLocks/>
          </p:cNvSpPr>
          <p:nvPr/>
        </p:nvSpPr>
        <p:spPr>
          <a:xfrm>
            <a:off x="548357" y="1874075"/>
            <a:ext cx="2376842"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00" dirty="0">
                <a:solidFill>
                  <a:schemeClr val="bg1"/>
                </a:solidFill>
              </a:rPr>
              <a:t>Unpredicted Guest Users adding cost</a:t>
            </a:r>
          </a:p>
        </p:txBody>
      </p:sp>
      <p:sp>
        <p:nvSpPr>
          <p:cNvPr id="36" name="Text Placeholder 85">
            <a:extLst>
              <a:ext uri="{FF2B5EF4-FFF2-40B4-BE49-F238E27FC236}">
                <a16:creationId xmlns:a16="http://schemas.microsoft.com/office/drawing/2014/main" id="{23C07D39-6717-4B90-BCDD-69A6FD3C6F1F}"/>
              </a:ext>
            </a:extLst>
          </p:cNvPr>
          <p:cNvSpPr txBox="1">
            <a:spLocks/>
          </p:cNvSpPr>
          <p:nvPr/>
        </p:nvSpPr>
        <p:spPr>
          <a:xfrm>
            <a:off x="8882579" y="1902074"/>
            <a:ext cx="2506131"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5">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Not Mobile Device Friendly</a:t>
            </a:r>
          </a:p>
        </p:txBody>
      </p:sp>
      <p:sp>
        <p:nvSpPr>
          <p:cNvPr id="37" name="Text Placeholder 85">
            <a:extLst>
              <a:ext uri="{FF2B5EF4-FFF2-40B4-BE49-F238E27FC236}">
                <a16:creationId xmlns:a16="http://schemas.microsoft.com/office/drawing/2014/main" id="{DB65CA8A-51DC-4364-AE62-D364E1534113}"/>
              </a:ext>
            </a:extLst>
          </p:cNvPr>
          <p:cNvSpPr txBox="1">
            <a:spLocks/>
          </p:cNvSpPr>
          <p:nvPr/>
        </p:nvSpPr>
        <p:spPr>
          <a:xfrm>
            <a:off x="3572461" y="1837222"/>
            <a:ext cx="2197690"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3">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Complex UI Navigation</a:t>
            </a:r>
          </a:p>
        </p:txBody>
      </p:sp>
      <p:sp>
        <p:nvSpPr>
          <p:cNvPr id="38" name="Text Placeholder 85">
            <a:extLst>
              <a:ext uri="{FF2B5EF4-FFF2-40B4-BE49-F238E27FC236}">
                <a16:creationId xmlns:a16="http://schemas.microsoft.com/office/drawing/2014/main" id="{F4E4BBB8-88E2-4470-A30C-BCD0E0D2C748}"/>
              </a:ext>
            </a:extLst>
          </p:cNvPr>
          <p:cNvSpPr txBox="1">
            <a:spLocks/>
          </p:cNvSpPr>
          <p:nvPr/>
        </p:nvSpPr>
        <p:spPr>
          <a:xfrm>
            <a:off x="6281602" y="1946616"/>
            <a:ext cx="2336018"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4">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Performance Issues</a:t>
            </a:r>
          </a:p>
        </p:txBody>
      </p:sp>
      <p:sp>
        <p:nvSpPr>
          <p:cNvPr id="39" name="Text Placeholder 85">
            <a:extLst>
              <a:ext uri="{FF2B5EF4-FFF2-40B4-BE49-F238E27FC236}">
                <a16:creationId xmlns:a16="http://schemas.microsoft.com/office/drawing/2014/main" id="{0257921A-5074-4F35-A62E-65C01A4FF2C7}"/>
              </a:ext>
            </a:extLst>
          </p:cNvPr>
          <p:cNvSpPr txBox="1">
            <a:spLocks/>
          </p:cNvSpPr>
          <p:nvPr/>
        </p:nvSpPr>
        <p:spPr>
          <a:xfrm>
            <a:off x="648806" y="6951211"/>
            <a:ext cx="1137173"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6">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Quick Access</a:t>
            </a:r>
          </a:p>
        </p:txBody>
      </p:sp>
      <p:sp>
        <p:nvSpPr>
          <p:cNvPr id="40" name="Text Placeholder 85">
            <a:extLst>
              <a:ext uri="{FF2B5EF4-FFF2-40B4-BE49-F238E27FC236}">
                <a16:creationId xmlns:a16="http://schemas.microsoft.com/office/drawing/2014/main" id="{FB689482-099D-42F9-A9FF-EEDADAAD7B9C}"/>
              </a:ext>
            </a:extLst>
          </p:cNvPr>
          <p:cNvSpPr txBox="1">
            <a:spLocks/>
          </p:cNvSpPr>
          <p:nvPr/>
        </p:nvSpPr>
        <p:spPr>
          <a:xfrm>
            <a:off x="5168022" y="6960122"/>
            <a:ext cx="1902461"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bg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Mobile Device Ready</a:t>
            </a:r>
          </a:p>
        </p:txBody>
      </p:sp>
      <p:sp>
        <p:nvSpPr>
          <p:cNvPr id="41" name="Text Placeholder 85">
            <a:extLst>
              <a:ext uri="{FF2B5EF4-FFF2-40B4-BE49-F238E27FC236}">
                <a16:creationId xmlns:a16="http://schemas.microsoft.com/office/drawing/2014/main" id="{8F6C3560-DECA-4843-8BFD-FA88E76FFB3B}"/>
              </a:ext>
            </a:extLst>
          </p:cNvPr>
          <p:cNvSpPr txBox="1">
            <a:spLocks/>
          </p:cNvSpPr>
          <p:nvPr/>
        </p:nvSpPr>
        <p:spPr>
          <a:xfrm>
            <a:off x="1982415" y="6982344"/>
            <a:ext cx="1590046"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tx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Simplified UI</a:t>
            </a:r>
          </a:p>
        </p:txBody>
      </p:sp>
      <p:sp>
        <p:nvSpPr>
          <p:cNvPr id="42" name="Text Placeholder 85">
            <a:extLst>
              <a:ext uri="{FF2B5EF4-FFF2-40B4-BE49-F238E27FC236}">
                <a16:creationId xmlns:a16="http://schemas.microsoft.com/office/drawing/2014/main" id="{D7379D4B-54CD-4C4E-A0AF-9E8AB5E31A18}"/>
              </a:ext>
            </a:extLst>
          </p:cNvPr>
          <p:cNvSpPr txBox="1">
            <a:spLocks/>
          </p:cNvSpPr>
          <p:nvPr/>
        </p:nvSpPr>
        <p:spPr>
          <a:xfrm>
            <a:off x="3359714" y="6982344"/>
            <a:ext cx="2283520"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tx1">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Performance Improvement</a:t>
            </a:r>
          </a:p>
        </p:txBody>
      </p:sp>
      <p:sp>
        <p:nvSpPr>
          <p:cNvPr id="58" name="Freeform: Shape 57">
            <a:extLst>
              <a:ext uri="{FF2B5EF4-FFF2-40B4-BE49-F238E27FC236}">
                <a16:creationId xmlns:a16="http://schemas.microsoft.com/office/drawing/2014/main" id="{53E36628-AE71-4BBD-BD88-83A714A18EC9}"/>
              </a:ext>
            </a:extLst>
          </p:cNvPr>
          <p:cNvSpPr/>
          <p:nvPr/>
        </p:nvSpPr>
        <p:spPr>
          <a:xfrm>
            <a:off x="1601212" y="3239963"/>
            <a:ext cx="2918814" cy="1567542"/>
          </a:xfrm>
          <a:custGeom>
            <a:avLst/>
            <a:gdLst>
              <a:gd name="connsiteX0" fmla="*/ 119557 w 1824259"/>
              <a:gd name="connsiteY0" fmla="*/ 0 h 979714"/>
              <a:gd name="connsiteX1" fmla="*/ 21585 w 1824259"/>
              <a:gd name="connsiteY1" fmla="*/ 365760 h 979714"/>
              <a:gd name="connsiteX2" fmla="*/ 485317 w 1824259"/>
              <a:gd name="connsiteY2" fmla="*/ 515983 h 979714"/>
              <a:gd name="connsiteX3" fmla="*/ 661665 w 1824259"/>
              <a:gd name="connsiteY3" fmla="*/ 855617 h 979714"/>
              <a:gd name="connsiteX4" fmla="*/ 1399717 w 1824259"/>
              <a:gd name="connsiteY4" fmla="*/ 777240 h 979714"/>
              <a:gd name="connsiteX5" fmla="*/ 1824259 w 1824259"/>
              <a:gd name="connsiteY5" fmla="*/ 979714 h 97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4259" h="979714">
                <a:moveTo>
                  <a:pt x="119557" y="0"/>
                </a:moveTo>
                <a:cubicBezTo>
                  <a:pt x="40091" y="139881"/>
                  <a:pt x="-39375" y="279763"/>
                  <a:pt x="21585" y="365760"/>
                </a:cubicBezTo>
                <a:cubicBezTo>
                  <a:pt x="82545" y="451757"/>
                  <a:pt x="378637" y="434340"/>
                  <a:pt x="485317" y="515983"/>
                </a:cubicBezTo>
                <a:cubicBezTo>
                  <a:pt x="591997" y="597626"/>
                  <a:pt x="509265" y="812074"/>
                  <a:pt x="661665" y="855617"/>
                </a:cubicBezTo>
                <a:cubicBezTo>
                  <a:pt x="814065" y="899160"/>
                  <a:pt x="1205951" y="756557"/>
                  <a:pt x="1399717" y="777240"/>
                </a:cubicBezTo>
                <a:cubicBezTo>
                  <a:pt x="1593483" y="797923"/>
                  <a:pt x="1708871" y="888818"/>
                  <a:pt x="1824259" y="979714"/>
                </a:cubicBezTo>
              </a:path>
            </a:pathLst>
          </a:custGeom>
          <a:ln w="63500">
            <a:solidFill>
              <a:srgbClr val="D99694"/>
            </a:solidFill>
            <a:headEnd type="oval"/>
            <a:tailEnd w="lg" len="lg"/>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pic>
        <p:nvPicPr>
          <p:cNvPr id="59" name="Picture 58" descr="Eating Cat">
            <a:extLst>
              <a:ext uri="{FF2B5EF4-FFF2-40B4-BE49-F238E27FC236}">
                <a16:creationId xmlns:a16="http://schemas.microsoft.com/office/drawing/2014/main" id="{FCA15350-CA2D-4AB8-99AE-C13374A9CDBA}"/>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128835" y="2071395"/>
            <a:ext cx="1394573" cy="1394573"/>
          </a:xfrm>
          <a:prstGeom prst="rect">
            <a:avLst/>
          </a:prstGeom>
        </p:spPr>
      </p:pic>
      <p:pic>
        <p:nvPicPr>
          <p:cNvPr id="60" name="Graphic 59" descr="Maze with solid fill">
            <a:extLst>
              <a:ext uri="{FF2B5EF4-FFF2-40B4-BE49-F238E27FC236}">
                <a16:creationId xmlns:a16="http://schemas.microsoft.com/office/drawing/2014/main" id="{B55CC201-F7EB-4E38-B8BE-43526359BA05}"/>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058298" y="2120933"/>
            <a:ext cx="1208563" cy="1208563"/>
          </a:xfrm>
          <a:prstGeom prst="rect">
            <a:avLst/>
          </a:prstGeom>
        </p:spPr>
      </p:pic>
      <p:pic>
        <p:nvPicPr>
          <p:cNvPr id="61" name="Graphic 60" descr="Speedometer Low with solid fill">
            <a:extLst>
              <a:ext uri="{FF2B5EF4-FFF2-40B4-BE49-F238E27FC236}">
                <a16:creationId xmlns:a16="http://schemas.microsoft.com/office/drawing/2014/main" id="{CBE6C7C5-E6F1-47BC-9B38-8313EFBFA79D}"/>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6674952" y="1990069"/>
            <a:ext cx="1463040" cy="1463040"/>
          </a:xfrm>
          <a:prstGeom prst="rect">
            <a:avLst/>
          </a:prstGeom>
        </p:spPr>
      </p:pic>
      <p:pic>
        <p:nvPicPr>
          <p:cNvPr id="62" name="Graphic 61" descr="No Phones with solid fill">
            <a:extLst>
              <a:ext uri="{FF2B5EF4-FFF2-40B4-BE49-F238E27FC236}">
                <a16:creationId xmlns:a16="http://schemas.microsoft.com/office/drawing/2014/main" id="{6E2CD8A2-C503-4CFC-87EF-CBAD67786C0E}"/>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9742701" y="2321016"/>
            <a:ext cx="909139" cy="909139"/>
          </a:xfrm>
          <a:prstGeom prst="rect">
            <a:avLst/>
          </a:prstGeom>
        </p:spPr>
      </p:pic>
      <p:pic>
        <p:nvPicPr>
          <p:cNvPr id="63" name="Graphic 62">
            <a:extLst>
              <a:ext uri="{FF2B5EF4-FFF2-40B4-BE49-F238E27FC236}">
                <a16:creationId xmlns:a16="http://schemas.microsoft.com/office/drawing/2014/main" id="{C399E653-D689-4FC3-A6C5-3AB1607C4A7B}"/>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1642070" y="1070210"/>
            <a:ext cx="2605723" cy="2183429"/>
          </a:xfrm>
          <a:prstGeom prst="rect">
            <a:avLst/>
          </a:prstGeom>
        </p:spPr>
      </p:pic>
      <p:sp>
        <p:nvSpPr>
          <p:cNvPr id="64" name="Text Placeholder 85">
            <a:extLst>
              <a:ext uri="{FF2B5EF4-FFF2-40B4-BE49-F238E27FC236}">
                <a16:creationId xmlns:a16="http://schemas.microsoft.com/office/drawing/2014/main" id="{7E86DF37-835D-4390-A3AC-BCCB6EB5FAFF}"/>
              </a:ext>
            </a:extLst>
          </p:cNvPr>
          <p:cNvSpPr txBox="1">
            <a:spLocks/>
          </p:cNvSpPr>
          <p:nvPr/>
        </p:nvSpPr>
        <p:spPr>
          <a:xfrm>
            <a:off x="11817008" y="956701"/>
            <a:ext cx="2394795" cy="966526"/>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Business critical applications need read only copy during build and outage which helps to continue business critical applications.</a:t>
            </a:r>
          </a:p>
        </p:txBody>
      </p:sp>
      <p:sp>
        <p:nvSpPr>
          <p:cNvPr id="65" name="Text Placeholder 85">
            <a:extLst>
              <a:ext uri="{FF2B5EF4-FFF2-40B4-BE49-F238E27FC236}">
                <a16:creationId xmlns:a16="http://schemas.microsoft.com/office/drawing/2014/main" id="{3863B494-0BB3-4DEA-9CBD-EF18E7446531}"/>
              </a:ext>
            </a:extLst>
          </p:cNvPr>
          <p:cNvSpPr txBox="1">
            <a:spLocks/>
          </p:cNvSpPr>
          <p:nvPr/>
        </p:nvSpPr>
        <p:spPr>
          <a:xfrm>
            <a:off x="11741661" y="1999782"/>
            <a:ext cx="2506131"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5">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Emergency Archive</a:t>
            </a:r>
          </a:p>
        </p:txBody>
      </p:sp>
      <p:pic>
        <p:nvPicPr>
          <p:cNvPr id="67" name="Graphic 66" descr="Filing Box Archive with solid fill">
            <a:extLst>
              <a:ext uri="{FF2B5EF4-FFF2-40B4-BE49-F238E27FC236}">
                <a16:creationId xmlns:a16="http://schemas.microsoft.com/office/drawing/2014/main" id="{B5EF7E06-C77B-4C07-99A2-2CB4FD7A7054}"/>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2418427" y="2233845"/>
            <a:ext cx="1067984" cy="1067984"/>
          </a:xfrm>
          <a:prstGeom prst="rect">
            <a:avLst/>
          </a:prstGeom>
        </p:spPr>
      </p:pic>
      <p:pic>
        <p:nvPicPr>
          <p:cNvPr id="73" name="Graphic 72" descr="Takeaway with solid fill">
            <a:extLst>
              <a:ext uri="{FF2B5EF4-FFF2-40B4-BE49-F238E27FC236}">
                <a16:creationId xmlns:a16="http://schemas.microsoft.com/office/drawing/2014/main" id="{BE6DFC47-87ED-4D74-9B1C-A086CF31CFE0}"/>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758900" y="6037242"/>
            <a:ext cx="902229" cy="902229"/>
          </a:xfrm>
          <a:prstGeom prst="rect">
            <a:avLst/>
          </a:prstGeom>
        </p:spPr>
      </p:pic>
      <p:pic>
        <p:nvPicPr>
          <p:cNvPr id="75" name="Picture 74" descr="Happy cartoon bee">
            <a:extLst>
              <a:ext uri="{FF2B5EF4-FFF2-40B4-BE49-F238E27FC236}">
                <a16:creationId xmlns:a16="http://schemas.microsoft.com/office/drawing/2014/main" id="{C0583AC1-1A93-42A1-988F-8DF7C3C7BB8B}"/>
              </a:ext>
            </a:extLst>
          </p:cNvPr>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2342660" y="6075930"/>
            <a:ext cx="836616" cy="919200"/>
          </a:xfrm>
          <a:prstGeom prst="rect">
            <a:avLst/>
          </a:prstGeom>
        </p:spPr>
      </p:pic>
      <p:pic>
        <p:nvPicPr>
          <p:cNvPr id="77" name="Graphic 76" descr="Run with solid fill">
            <a:extLst>
              <a:ext uri="{FF2B5EF4-FFF2-40B4-BE49-F238E27FC236}">
                <a16:creationId xmlns:a16="http://schemas.microsoft.com/office/drawing/2014/main" id="{663C0854-8BE2-4FDD-9AA9-EC0703697D38}"/>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3949219" y="6229769"/>
            <a:ext cx="777358" cy="777358"/>
          </a:xfrm>
          <a:prstGeom prst="rect">
            <a:avLst/>
          </a:prstGeom>
        </p:spPr>
      </p:pic>
      <p:pic>
        <p:nvPicPr>
          <p:cNvPr id="79" name="Graphic 78" descr="Smart Phone with solid fill">
            <a:extLst>
              <a:ext uri="{FF2B5EF4-FFF2-40B4-BE49-F238E27FC236}">
                <a16:creationId xmlns:a16="http://schemas.microsoft.com/office/drawing/2014/main" id="{51EC39F0-ED2F-4FF7-9855-64BB3BF74D97}"/>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5766392" y="6183602"/>
            <a:ext cx="748864" cy="748864"/>
          </a:xfrm>
          <a:prstGeom prst="rect">
            <a:avLst/>
          </a:prstGeom>
        </p:spPr>
      </p:pic>
      <p:pic>
        <p:nvPicPr>
          <p:cNvPr id="80" name="Graphic 79">
            <a:extLst>
              <a:ext uri="{FF2B5EF4-FFF2-40B4-BE49-F238E27FC236}">
                <a16:creationId xmlns:a16="http://schemas.microsoft.com/office/drawing/2014/main" id="{26E9E11E-3E1A-4E50-A4AB-3E6493EAFEC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flipV="1">
            <a:off x="7091155" y="6103656"/>
            <a:ext cx="1463040" cy="1985350"/>
          </a:xfrm>
          <a:prstGeom prst="rect">
            <a:avLst/>
          </a:prstGeom>
        </p:spPr>
      </p:pic>
      <p:sp>
        <p:nvSpPr>
          <p:cNvPr id="81" name="Text Placeholder 85">
            <a:extLst>
              <a:ext uri="{FF2B5EF4-FFF2-40B4-BE49-F238E27FC236}">
                <a16:creationId xmlns:a16="http://schemas.microsoft.com/office/drawing/2014/main" id="{AA02BC47-CCC6-493B-9C76-BCF0E6F3FA90}"/>
              </a:ext>
            </a:extLst>
          </p:cNvPr>
          <p:cNvSpPr txBox="1">
            <a:spLocks/>
          </p:cNvSpPr>
          <p:nvPr/>
        </p:nvSpPr>
        <p:spPr>
          <a:xfrm>
            <a:off x="7245552" y="7409403"/>
            <a:ext cx="1360822"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nn-NO" sz="1120" dirty="0"/>
              <a:t>Access via LDAP / MFA over internet (No VPN)</a:t>
            </a:r>
            <a:endParaRPr lang="en-US" sz="1120" dirty="0"/>
          </a:p>
        </p:txBody>
      </p:sp>
      <p:sp>
        <p:nvSpPr>
          <p:cNvPr id="83" name="Text Placeholder 85">
            <a:extLst>
              <a:ext uri="{FF2B5EF4-FFF2-40B4-BE49-F238E27FC236}">
                <a16:creationId xmlns:a16="http://schemas.microsoft.com/office/drawing/2014/main" id="{9D420C51-64A8-4A23-85F6-D1539B5CE251}"/>
              </a:ext>
            </a:extLst>
          </p:cNvPr>
          <p:cNvSpPr txBox="1">
            <a:spLocks/>
          </p:cNvSpPr>
          <p:nvPr/>
        </p:nvSpPr>
        <p:spPr>
          <a:xfrm>
            <a:off x="7227167" y="6995130"/>
            <a:ext cx="1417070"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bg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SSO/ MFA</a:t>
            </a:r>
          </a:p>
        </p:txBody>
      </p:sp>
      <p:pic>
        <p:nvPicPr>
          <p:cNvPr id="85" name="Graphic 84" descr="Key with solid fill">
            <a:extLst>
              <a:ext uri="{FF2B5EF4-FFF2-40B4-BE49-F238E27FC236}">
                <a16:creationId xmlns:a16="http://schemas.microsoft.com/office/drawing/2014/main" id="{CF75A3A1-2F0F-4A44-B043-765599106192}"/>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352114" y="6160748"/>
            <a:ext cx="1045397" cy="1045397"/>
          </a:xfrm>
          <a:prstGeom prst="rect">
            <a:avLst/>
          </a:prstGeom>
        </p:spPr>
      </p:pic>
      <p:pic>
        <p:nvPicPr>
          <p:cNvPr id="86" name="Graphic 85">
            <a:extLst>
              <a:ext uri="{FF2B5EF4-FFF2-40B4-BE49-F238E27FC236}">
                <a16:creationId xmlns:a16="http://schemas.microsoft.com/office/drawing/2014/main" id="{7570B164-2EEB-46A1-9892-81DC72DD7F43}"/>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flipV="1">
            <a:off x="8856299" y="6088021"/>
            <a:ext cx="1463040" cy="2000986"/>
          </a:xfrm>
          <a:prstGeom prst="rect">
            <a:avLst/>
          </a:prstGeom>
        </p:spPr>
      </p:pic>
      <p:sp>
        <p:nvSpPr>
          <p:cNvPr id="87" name="Text Placeholder 85">
            <a:extLst>
              <a:ext uri="{FF2B5EF4-FFF2-40B4-BE49-F238E27FC236}">
                <a16:creationId xmlns:a16="http://schemas.microsoft.com/office/drawing/2014/main" id="{1AB540B8-A980-4367-8C1D-AED8E19819DB}"/>
              </a:ext>
            </a:extLst>
          </p:cNvPr>
          <p:cNvSpPr txBox="1">
            <a:spLocks/>
          </p:cNvSpPr>
          <p:nvPr/>
        </p:nvSpPr>
        <p:spPr>
          <a:xfrm>
            <a:off x="8875133" y="7306079"/>
            <a:ext cx="1434256" cy="661747"/>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nn-NO" sz="1120" dirty="0"/>
              <a:t>Improve vendor collaboration, vendor satisfaction,accuracy of information</a:t>
            </a:r>
            <a:endParaRPr lang="en-US" sz="1120" dirty="0"/>
          </a:p>
        </p:txBody>
      </p:sp>
      <p:pic>
        <p:nvPicPr>
          <p:cNvPr id="89" name="Graphic 88" descr="Truck with solid fill">
            <a:extLst>
              <a:ext uri="{FF2B5EF4-FFF2-40B4-BE49-F238E27FC236}">
                <a16:creationId xmlns:a16="http://schemas.microsoft.com/office/drawing/2014/main" id="{86712F97-C710-43CC-9680-3820DC8CA73A}"/>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9212944" y="6102843"/>
            <a:ext cx="982630" cy="982630"/>
          </a:xfrm>
          <a:prstGeom prst="rect">
            <a:avLst/>
          </a:prstGeom>
        </p:spPr>
      </p:pic>
      <p:sp>
        <p:nvSpPr>
          <p:cNvPr id="90" name="Text Placeholder 85">
            <a:extLst>
              <a:ext uri="{FF2B5EF4-FFF2-40B4-BE49-F238E27FC236}">
                <a16:creationId xmlns:a16="http://schemas.microsoft.com/office/drawing/2014/main" id="{56E05EE7-5D9E-426B-A0C3-AD442CAFE83C}"/>
              </a:ext>
            </a:extLst>
          </p:cNvPr>
          <p:cNvSpPr txBox="1">
            <a:spLocks/>
          </p:cNvSpPr>
          <p:nvPr/>
        </p:nvSpPr>
        <p:spPr>
          <a:xfrm>
            <a:off x="8747902" y="6903974"/>
            <a:ext cx="1689094"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bg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Happy Vendor</a:t>
            </a:r>
          </a:p>
        </p:txBody>
      </p:sp>
      <p:pic>
        <p:nvPicPr>
          <p:cNvPr id="92" name="Graphic 91" descr="Smiling face with solid fill with solid fill">
            <a:extLst>
              <a:ext uri="{FF2B5EF4-FFF2-40B4-BE49-F238E27FC236}">
                <a16:creationId xmlns:a16="http://schemas.microsoft.com/office/drawing/2014/main" id="{A6716866-0B1E-4940-8968-B80D28A29CAB}"/>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9328200" y="6238496"/>
            <a:ext cx="434899" cy="434899"/>
          </a:xfrm>
          <a:prstGeom prst="rect">
            <a:avLst/>
          </a:prstGeom>
        </p:spPr>
      </p:pic>
      <p:pic>
        <p:nvPicPr>
          <p:cNvPr id="93" name="Graphic 92">
            <a:extLst>
              <a:ext uri="{FF2B5EF4-FFF2-40B4-BE49-F238E27FC236}">
                <a16:creationId xmlns:a16="http://schemas.microsoft.com/office/drawing/2014/main" id="{29F019C8-097D-4CE1-9059-65762B986075}"/>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flipV="1">
            <a:off x="10631195" y="6187337"/>
            <a:ext cx="1463040" cy="1901669"/>
          </a:xfrm>
          <a:prstGeom prst="rect">
            <a:avLst/>
          </a:prstGeom>
        </p:spPr>
      </p:pic>
      <p:sp>
        <p:nvSpPr>
          <p:cNvPr id="94" name="Text Placeholder 85">
            <a:extLst>
              <a:ext uri="{FF2B5EF4-FFF2-40B4-BE49-F238E27FC236}">
                <a16:creationId xmlns:a16="http://schemas.microsoft.com/office/drawing/2014/main" id="{7551919F-FD3E-48A9-A2F2-38C83686D08A}"/>
              </a:ext>
            </a:extLst>
          </p:cNvPr>
          <p:cNvSpPr txBox="1">
            <a:spLocks/>
          </p:cNvSpPr>
          <p:nvPr/>
        </p:nvSpPr>
        <p:spPr>
          <a:xfrm>
            <a:off x="10708299" y="7435058"/>
            <a:ext cx="1360822"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Control distribution of highly secured Intellectual Property </a:t>
            </a:r>
          </a:p>
        </p:txBody>
      </p:sp>
      <p:pic>
        <p:nvPicPr>
          <p:cNvPr id="96" name="Graphic 95" descr="Steering Wheel with solid fill">
            <a:extLst>
              <a:ext uri="{FF2B5EF4-FFF2-40B4-BE49-F238E27FC236}">
                <a16:creationId xmlns:a16="http://schemas.microsoft.com/office/drawing/2014/main" id="{81964964-EC1B-4A1B-BEF6-55957DFB0784}"/>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11007827" y="6140870"/>
            <a:ext cx="763104" cy="763104"/>
          </a:xfrm>
          <a:prstGeom prst="rect">
            <a:avLst/>
          </a:prstGeom>
        </p:spPr>
      </p:pic>
      <p:sp>
        <p:nvSpPr>
          <p:cNvPr id="97" name="Text Placeholder 85">
            <a:extLst>
              <a:ext uri="{FF2B5EF4-FFF2-40B4-BE49-F238E27FC236}">
                <a16:creationId xmlns:a16="http://schemas.microsoft.com/office/drawing/2014/main" id="{32A3E0A4-122A-4737-ADCD-E96368DAE759}"/>
              </a:ext>
            </a:extLst>
          </p:cNvPr>
          <p:cNvSpPr txBox="1">
            <a:spLocks/>
          </p:cNvSpPr>
          <p:nvPr/>
        </p:nvSpPr>
        <p:spPr>
          <a:xfrm>
            <a:off x="10437488" y="6903974"/>
            <a:ext cx="1902461"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bg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Controlled Governance</a:t>
            </a:r>
          </a:p>
        </p:txBody>
      </p:sp>
      <p:pic>
        <p:nvPicPr>
          <p:cNvPr id="98" name="Graphic 97">
            <a:extLst>
              <a:ext uri="{FF2B5EF4-FFF2-40B4-BE49-F238E27FC236}">
                <a16:creationId xmlns:a16="http://schemas.microsoft.com/office/drawing/2014/main" id="{F2ACA9B9-64C6-43BB-A6E6-68A705FF597C}"/>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flipV="1">
            <a:off x="12416406" y="6188217"/>
            <a:ext cx="1463040" cy="1900789"/>
          </a:xfrm>
          <a:prstGeom prst="rect">
            <a:avLst/>
          </a:prstGeom>
        </p:spPr>
      </p:pic>
      <p:sp>
        <p:nvSpPr>
          <p:cNvPr id="99" name="Text Placeholder 85">
            <a:extLst>
              <a:ext uri="{FF2B5EF4-FFF2-40B4-BE49-F238E27FC236}">
                <a16:creationId xmlns:a16="http://schemas.microsoft.com/office/drawing/2014/main" id="{E481F5F5-2787-44B7-9F4D-F7F5B5902139}"/>
              </a:ext>
            </a:extLst>
          </p:cNvPr>
          <p:cNvSpPr txBox="1">
            <a:spLocks/>
          </p:cNvSpPr>
          <p:nvPr/>
        </p:nvSpPr>
        <p:spPr>
          <a:xfrm>
            <a:off x="12200966" y="6929192"/>
            <a:ext cx="1902461"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bg2">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bg1"/>
                </a:solidFill>
              </a:rPr>
              <a:t>Reduced TCO</a:t>
            </a:r>
          </a:p>
        </p:txBody>
      </p:sp>
      <p:sp>
        <p:nvSpPr>
          <p:cNvPr id="100" name="Text Placeholder 85">
            <a:extLst>
              <a:ext uri="{FF2B5EF4-FFF2-40B4-BE49-F238E27FC236}">
                <a16:creationId xmlns:a16="http://schemas.microsoft.com/office/drawing/2014/main" id="{30855DBA-ECD9-4A72-BED9-25C5B7B932E1}"/>
              </a:ext>
            </a:extLst>
          </p:cNvPr>
          <p:cNvSpPr txBox="1">
            <a:spLocks/>
          </p:cNvSpPr>
          <p:nvPr/>
        </p:nvSpPr>
        <p:spPr>
          <a:xfrm>
            <a:off x="12475114" y="7340232"/>
            <a:ext cx="1360822" cy="570240"/>
          </a:xfrm>
          <a:prstGeom prst="rect">
            <a:avLst/>
          </a:prstGeom>
        </p:spPr>
        <p:txBody>
          <a:bodyPr lIns="0" tIns="0" rIns="0" bIns="0" anchor="ctr" anchorCtr="0">
            <a:noAutofit/>
          </a:bodyPr>
          <a:lstStyle>
            <a:lvl1pPr marL="0" marR="0" indent="0" algn="l" defTabSz="457206" rtl="0" latinLnBrk="0">
              <a:lnSpc>
                <a:spcPct val="100000"/>
              </a:lnSpc>
              <a:spcBef>
                <a:spcPts val="700"/>
              </a:spcBef>
              <a:spcAft>
                <a:spcPts val="0"/>
              </a:spcAft>
              <a:buClrTx/>
              <a:buSzPct val="100000"/>
              <a:buFont typeface="Arial"/>
              <a:buNone/>
              <a:tabLst/>
              <a:defRPr sz="506" b="0" i="0" u="none" strike="noStrike" cap="none" spc="0" baseline="0">
                <a:ln>
                  <a:noFill/>
                </a:ln>
                <a:solidFill>
                  <a:srgbClr val="1A1A1A"/>
                </a:solidFill>
                <a:uFillTx/>
                <a:latin typeface="+mn-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120" dirty="0"/>
              <a:t>Reduce total cost of ownership of existing solutions</a:t>
            </a:r>
            <a:endParaRPr lang="en-US" sz="960" dirty="0"/>
          </a:p>
        </p:txBody>
      </p:sp>
      <p:pic>
        <p:nvPicPr>
          <p:cNvPr id="102" name="Graphic 101" descr="Money outline">
            <a:extLst>
              <a:ext uri="{FF2B5EF4-FFF2-40B4-BE49-F238E27FC236}">
                <a16:creationId xmlns:a16="http://schemas.microsoft.com/office/drawing/2014/main" id="{D0B94F2D-4CC0-42CA-A63F-6D96C6D461C6}"/>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12675853" y="6117355"/>
            <a:ext cx="968118" cy="968118"/>
          </a:xfrm>
          <a:prstGeom prst="rect">
            <a:avLst/>
          </a:prstGeom>
        </p:spPr>
      </p:pic>
      <p:sp>
        <p:nvSpPr>
          <p:cNvPr id="103" name="Freeform: Shape 102">
            <a:extLst>
              <a:ext uri="{FF2B5EF4-FFF2-40B4-BE49-F238E27FC236}">
                <a16:creationId xmlns:a16="http://schemas.microsoft.com/office/drawing/2014/main" id="{77403250-8644-4E5E-8D64-BA7BFA95B77F}"/>
              </a:ext>
            </a:extLst>
          </p:cNvPr>
          <p:cNvSpPr/>
          <p:nvPr/>
        </p:nvSpPr>
        <p:spPr>
          <a:xfrm>
            <a:off x="4287651" y="3304032"/>
            <a:ext cx="1296286" cy="341402"/>
          </a:xfrm>
          <a:custGeom>
            <a:avLst/>
            <a:gdLst>
              <a:gd name="connsiteX0" fmla="*/ 269159 w 810179"/>
              <a:gd name="connsiteY0" fmla="*/ 0 h 213376"/>
              <a:gd name="connsiteX1" fmla="*/ 25319 w 810179"/>
              <a:gd name="connsiteY1" fmla="*/ 198120 h 213376"/>
              <a:gd name="connsiteX2" fmla="*/ 810179 w 810179"/>
              <a:gd name="connsiteY2" fmla="*/ 198120 h 213376"/>
            </a:gdLst>
            <a:ahLst/>
            <a:cxnLst>
              <a:cxn ang="0">
                <a:pos x="connsiteX0" y="connsiteY0"/>
              </a:cxn>
              <a:cxn ang="0">
                <a:pos x="connsiteX1" y="connsiteY1"/>
              </a:cxn>
              <a:cxn ang="0">
                <a:pos x="connsiteX2" y="connsiteY2"/>
              </a:cxn>
            </a:cxnLst>
            <a:rect l="l" t="t" r="r" b="b"/>
            <a:pathLst>
              <a:path w="810179" h="213376">
                <a:moveTo>
                  <a:pt x="269159" y="0"/>
                </a:moveTo>
                <a:cubicBezTo>
                  <a:pt x="102154" y="82550"/>
                  <a:pt x="-64851" y="165100"/>
                  <a:pt x="25319" y="198120"/>
                </a:cubicBezTo>
                <a:cubicBezTo>
                  <a:pt x="115489" y="231140"/>
                  <a:pt x="695879" y="200660"/>
                  <a:pt x="810179" y="198120"/>
                </a:cubicBezTo>
              </a:path>
            </a:pathLst>
          </a:custGeom>
          <a:ln w="63500">
            <a:solidFill>
              <a:srgbClr val="C3D69B"/>
            </a:solidFill>
            <a:headEnd type="oval"/>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sp>
        <p:nvSpPr>
          <p:cNvPr id="104" name="Freeform: Shape 103">
            <a:extLst>
              <a:ext uri="{FF2B5EF4-FFF2-40B4-BE49-F238E27FC236}">
                <a16:creationId xmlns:a16="http://schemas.microsoft.com/office/drawing/2014/main" id="{4AC94FEF-D9D0-44A4-B97F-9C35354C0389}"/>
              </a:ext>
            </a:extLst>
          </p:cNvPr>
          <p:cNvSpPr/>
          <p:nvPr/>
        </p:nvSpPr>
        <p:spPr>
          <a:xfrm>
            <a:off x="10058401" y="3243072"/>
            <a:ext cx="3209266" cy="1167261"/>
          </a:xfrm>
          <a:custGeom>
            <a:avLst/>
            <a:gdLst>
              <a:gd name="connsiteX0" fmla="*/ 1821180 w 2005791"/>
              <a:gd name="connsiteY0" fmla="*/ 0 h 729538"/>
              <a:gd name="connsiteX1" fmla="*/ 1988820 w 2005791"/>
              <a:gd name="connsiteY1" fmla="*/ 342900 h 729538"/>
              <a:gd name="connsiteX2" fmla="*/ 1455420 w 2005791"/>
              <a:gd name="connsiteY2" fmla="*/ 289560 h 729538"/>
              <a:gd name="connsiteX3" fmla="*/ 868680 w 2005791"/>
              <a:gd name="connsiteY3" fmla="*/ 708660 h 729538"/>
              <a:gd name="connsiteX4" fmla="*/ 358140 w 2005791"/>
              <a:gd name="connsiteY4" fmla="*/ 670560 h 729538"/>
              <a:gd name="connsiteX5" fmla="*/ 0 w 2005791"/>
              <a:gd name="connsiteY5" fmla="*/ 640080 h 72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5791" h="729538">
                <a:moveTo>
                  <a:pt x="1821180" y="0"/>
                </a:moveTo>
                <a:cubicBezTo>
                  <a:pt x="1935480" y="147320"/>
                  <a:pt x="2049780" y="294640"/>
                  <a:pt x="1988820" y="342900"/>
                </a:cubicBezTo>
                <a:cubicBezTo>
                  <a:pt x="1927860" y="391160"/>
                  <a:pt x="1642110" y="228600"/>
                  <a:pt x="1455420" y="289560"/>
                </a:cubicBezTo>
                <a:cubicBezTo>
                  <a:pt x="1268730" y="350520"/>
                  <a:pt x="1051560" y="645160"/>
                  <a:pt x="868680" y="708660"/>
                </a:cubicBezTo>
                <a:cubicBezTo>
                  <a:pt x="685800" y="772160"/>
                  <a:pt x="358140" y="670560"/>
                  <a:pt x="358140" y="670560"/>
                </a:cubicBezTo>
                <a:lnTo>
                  <a:pt x="0" y="640080"/>
                </a:lnTo>
              </a:path>
            </a:pathLst>
          </a:custGeom>
          <a:ln w="63500">
            <a:solidFill>
              <a:srgbClr val="E3DA8E"/>
            </a:solidFill>
            <a:headEnd type="oval"/>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sp>
        <p:nvSpPr>
          <p:cNvPr id="105" name="Freeform: Shape 104">
            <a:extLst>
              <a:ext uri="{FF2B5EF4-FFF2-40B4-BE49-F238E27FC236}">
                <a16:creationId xmlns:a16="http://schemas.microsoft.com/office/drawing/2014/main" id="{A2DD6405-8BF5-40ED-A7F9-35B821826475}"/>
              </a:ext>
            </a:extLst>
          </p:cNvPr>
          <p:cNvSpPr/>
          <p:nvPr/>
        </p:nvSpPr>
        <p:spPr>
          <a:xfrm>
            <a:off x="9643873" y="3267456"/>
            <a:ext cx="1745483" cy="663670"/>
          </a:xfrm>
          <a:custGeom>
            <a:avLst/>
            <a:gdLst>
              <a:gd name="connsiteX0" fmla="*/ 335280 w 1090927"/>
              <a:gd name="connsiteY0" fmla="*/ 0 h 414794"/>
              <a:gd name="connsiteX1" fmla="*/ 838200 w 1090927"/>
              <a:gd name="connsiteY1" fmla="*/ 60960 h 414794"/>
              <a:gd name="connsiteX2" fmla="*/ 777240 w 1090927"/>
              <a:gd name="connsiteY2" fmla="*/ 167640 h 414794"/>
              <a:gd name="connsiteX3" fmla="*/ 1089660 w 1090927"/>
              <a:gd name="connsiteY3" fmla="*/ 274320 h 414794"/>
              <a:gd name="connsiteX4" fmla="*/ 640080 w 1090927"/>
              <a:gd name="connsiteY4" fmla="*/ 266700 h 414794"/>
              <a:gd name="connsiteX5" fmla="*/ 350520 w 1090927"/>
              <a:gd name="connsiteY5" fmla="*/ 403860 h 414794"/>
              <a:gd name="connsiteX6" fmla="*/ 0 w 1090927"/>
              <a:gd name="connsiteY6" fmla="*/ 396240 h 414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27" h="414794">
                <a:moveTo>
                  <a:pt x="335280" y="0"/>
                </a:moveTo>
                <a:cubicBezTo>
                  <a:pt x="549910" y="16510"/>
                  <a:pt x="764540" y="33020"/>
                  <a:pt x="838200" y="60960"/>
                </a:cubicBezTo>
                <a:cubicBezTo>
                  <a:pt x="911860" y="88900"/>
                  <a:pt x="735330" y="132080"/>
                  <a:pt x="777240" y="167640"/>
                </a:cubicBezTo>
                <a:cubicBezTo>
                  <a:pt x="819150" y="203200"/>
                  <a:pt x="1112520" y="257810"/>
                  <a:pt x="1089660" y="274320"/>
                </a:cubicBezTo>
                <a:cubicBezTo>
                  <a:pt x="1066800" y="290830"/>
                  <a:pt x="763270" y="245110"/>
                  <a:pt x="640080" y="266700"/>
                </a:cubicBezTo>
                <a:cubicBezTo>
                  <a:pt x="516890" y="288290"/>
                  <a:pt x="457200" y="382270"/>
                  <a:pt x="350520" y="403860"/>
                </a:cubicBezTo>
                <a:cubicBezTo>
                  <a:pt x="243840" y="425450"/>
                  <a:pt x="121920" y="410845"/>
                  <a:pt x="0" y="396240"/>
                </a:cubicBezTo>
              </a:path>
            </a:pathLst>
          </a:custGeom>
          <a:ln w="63500">
            <a:solidFill>
              <a:srgbClr val="93CDDD"/>
            </a:solidFill>
            <a:head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sp>
        <p:nvSpPr>
          <p:cNvPr id="106" name="Freeform: Shape 105">
            <a:extLst>
              <a:ext uri="{FF2B5EF4-FFF2-40B4-BE49-F238E27FC236}">
                <a16:creationId xmlns:a16="http://schemas.microsoft.com/office/drawing/2014/main" id="{78AC6FF7-2E80-45B0-81C4-7063A33A3E3C}"/>
              </a:ext>
            </a:extLst>
          </p:cNvPr>
          <p:cNvSpPr/>
          <p:nvPr/>
        </p:nvSpPr>
        <p:spPr>
          <a:xfrm>
            <a:off x="7571232" y="3206496"/>
            <a:ext cx="1876752" cy="304800"/>
          </a:xfrm>
          <a:custGeom>
            <a:avLst/>
            <a:gdLst>
              <a:gd name="connsiteX0" fmla="*/ 0 w 1172970"/>
              <a:gd name="connsiteY0" fmla="*/ 53340 h 190500"/>
              <a:gd name="connsiteX1" fmla="*/ 647700 w 1172970"/>
              <a:gd name="connsiteY1" fmla="*/ 0 h 190500"/>
              <a:gd name="connsiteX2" fmla="*/ 647700 w 1172970"/>
              <a:gd name="connsiteY2" fmla="*/ 0 h 190500"/>
              <a:gd name="connsiteX3" fmla="*/ 1165860 w 1172970"/>
              <a:gd name="connsiteY3" fmla="*/ 68580 h 190500"/>
              <a:gd name="connsiteX4" fmla="*/ 929640 w 1172970"/>
              <a:gd name="connsiteY4" fmla="*/ 152400 h 190500"/>
              <a:gd name="connsiteX5" fmla="*/ 655320 w 1172970"/>
              <a:gd name="connsiteY5" fmla="*/ 106680 h 190500"/>
              <a:gd name="connsiteX6" fmla="*/ 594360 w 1172970"/>
              <a:gd name="connsiteY6" fmla="*/ 1905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2970" h="190500">
                <a:moveTo>
                  <a:pt x="0" y="53340"/>
                </a:moveTo>
                <a:lnTo>
                  <a:pt x="647700" y="0"/>
                </a:lnTo>
                <a:lnTo>
                  <a:pt x="647700" y="0"/>
                </a:lnTo>
                <a:cubicBezTo>
                  <a:pt x="734060" y="11430"/>
                  <a:pt x="1118870" y="43180"/>
                  <a:pt x="1165860" y="68580"/>
                </a:cubicBezTo>
                <a:cubicBezTo>
                  <a:pt x="1212850" y="93980"/>
                  <a:pt x="1014730" y="146050"/>
                  <a:pt x="929640" y="152400"/>
                </a:cubicBezTo>
                <a:cubicBezTo>
                  <a:pt x="844550" y="158750"/>
                  <a:pt x="711200" y="100330"/>
                  <a:pt x="655320" y="106680"/>
                </a:cubicBezTo>
                <a:cubicBezTo>
                  <a:pt x="599440" y="113030"/>
                  <a:pt x="596900" y="151765"/>
                  <a:pt x="594360" y="190500"/>
                </a:cubicBezTo>
              </a:path>
            </a:pathLst>
          </a:custGeom>
          <a:ln w="63500">
            <a:solidFill>
              <a:srgbClr val="B3A2C7"/>
            </a:solidFill>
            <a:head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sp>
        <p:nvSpPr>
          <p:cNvPr id="107" name="Freeform: Shape 106">
            <a:extLst>
              <a:ext uri="{FF2B5EF4-FFF2-40B4-BE49-F238E27FC236}">
                <a16:creationId xmlns:a16="http://schemas.microsoft.com/office/drawing/2014/main" id="{C8A456C9-C05E-43C4-BC49-2838C2AD3275}"/>
              </a:ext>
            </a:extLst>
          </p:cNvPr>
          <p:cNvSpPr/>
          <p:nvPr/>
        </p:nvSpPr>
        <p:spPr>
          <a:xfrm>
            <a:off x="1099260" y="4892806"/>
            <a:ext cx="3545893" cy="1166619"/>
          </a:xfrm>
          <a:custGeom>
            <a:avLst/>
            <a:gdLst>
              <a:gd name="connsiteX0" fmla="*/ 74963 w 2216183"/>
              <a:gd name="connsiteY0" fmla="*/ 729137 h 729137"/>
              <a:gd name="connsiteX1" fmla="*/ 29243 w 2216183"/>
              <a:gd name="connsiteY1" fmla="*/ 370997 h 729137"/>
              <a:gd name="connsiteX2" fmla="*/ 463583 w 2216183"/>
              <a:gd name="connsiteY2" fmla="*/ 127157 h 729137"/>
              <a:gd name="connsiteX3" fmla="*/ 1118903 w 2216183"/>
              <a:gd name="connsiteY3" fmla="*/ 5237 h 729137"/>
              <a:gd name="connsiteX4" fmla="*/ 1873283 w 2216183"/>
              <a:gd name="connsiteY4" fmla="*/ 28097 h 729137"/>
              <a:gd name="connsiteX5" fmla="*/ 2216183 w 2216183"/>
              <a:gd name="connsiteY5" fmla="*/ 81437 h 72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6183" h="729137">
                <a:moveTo>
                  <a:pt x="74963" y="729137"/>
                </a:moveTo>
                <a:cubicBezTo>
                  <a:pt x="19718" y="600232"/>
                  <a:pt x="-35527" y="471327"/>
                  <a:pt x="29243" y="370997"/>
                </a:cubicBezTo>
                <a:cubicBezTo>
                  <a:pt x="94013" y="270667"/>
                  <a:pt x="281973" y="188117"/>
                  <a:pt x="463583" y="127157"/>
                </a:cubicBezTo>
                <a:cubicBezTo>
                  <a:pt x="645193" y="66197"/>
                  <a:pt x="883953" y="21747"/>
                  <a:pt x="1118903" y="5237"/>
                </a:cubicBezTo>
                <a:cubicBezTo>
                  <a:pt x="1353853" y="-11273"/>
                  <a:pt x="1690403" y="15397"/>
                  <a:pt x="1873283" y="28097"/>
                </a:cubicBezTo>
                <a:cubicBezTo>
                  <a:pt x="2056163" y="40797"/>
                  <a:pt x="2136173" y="61117"/>
                  <a:pt x="2216183" y="81437"/>
                </a:cubicBezTo>
              </a:path>
            </a:pathLst>
          </a:custGeom>
          <a:ln w="63500">
            <a:solidFill>
              <a:srgbClr val="FAC090"/>
            </a:solidFill>
            <a:head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sp>
        <p:nvSpPr>
          <p:cNvPr id="108" name="Freeform: Shape 107">
            <a:extLst>
              <a:ext uri="{FF2B5EF4-FFF2-40B4-BE49-F238E27FC236}">
                <a16:creationId xmlns:a16="http://schemas.microsoft.com/office/drawing/2014/main" id="{270470F0-D20C-4BBD-80CC-80393E00328E}"/>
              </a:ext>
            </a:extLst>
          </p:cNvPr>
          <p:cNvSpPr/>
          <p:nvPr/>
        </p:nvSpPr>
        <p:spPr>
          <a:xfrm>
            <a:off x="2409148" y="5177964"/>
            <a:ext cx="2397458" cy="893653"/>
          </a:xfrm>
          <a:custGeom>
            <a:avLst/>
            <a:gdLst>
              <a:gd name="connsiteX0" fmla="*/ 224023 w 1498411"/>
              <a:gd name="connsiteY0" fmla="*/ 558533 h 558533"/>
              <a:gd name="connsiteX1" fmla="*/ 3043 w 1498411"/>
              <a:gd name="connsiteY1" fmla="*/ 322313 h 558533"/>
              <a:gd name="connsiteX2" fmla="*/ 124963 w 1498411"/>
              <a:gd name="connsiteY2" fmla="*/ 47993 h 558533"/>
              <a:gd name="connsiteX3" fmla="*/ 521203 w 1498411"/>
              <a:gd name="connsiteY3" fmla="*/ 246113 h 558533"/>
              <a:gd name="connsiteX4" fmla="*/ 848863 w 1498411"/>
              <a:gd name="connsiteY4" fmla="*/ 17513 h 558533"/>
              <a:gd name="connsiteX5" fmla="*/ 1130803 w 1498411"/>
              <a:gd name="connsiteY5" fmla="*/ 131813 h 558533"/>
              <a:gd name="connsiteX6" fmla="*/ 1443223 w 1498411"/>
              <a:gd name="connsiteY6" fmla="*/ 17513 h 558533"/>
              <a:gd name="connsiteX7" fmla="*/ 1496563 w 1498411"/>
              <a:gd name="connsiteY7" fmla="*/ 2273 h 55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411" h="558533">
                <a:moveTo>
                  <a:pt x="224023" y="558533"/>
                </a:moveTo>
                <a:cubicBezTo>
                  <a:pt x="121788" y="482968"/>
                  <a:pt x="19553" y="407403"/>
                  <a:pt x="3043" y="322313"/>
                </a:cubicBezTo>
                <a:cubicBezTo>
                  <a:pt x="-13467" y="237223"/>
                  <a:pt x="38603" y="60693"/>
                  <a:pt x="124963" y="47993"/>
                </a:cubicBezTo>
                <a:cubicBezTo>
                  <a:pt x="211323" y="35293"/>
                  <a:pt x="400553" y="251193"/>
                  <a:pt x="521203" y="246113"/>
                </a:cubicBezTo>
                <a:cubicBezTo>
                  <a:pt x="641853" y="241033"/>
                  <a:pt x="747263" y="36563"/>
                  <a:pt x="848863" y="17513"/>
                </a:cubicBezTo>
                <a:cubicBezTo>
                  <a:pt x="950463" y="-1537"/>
                  <a:pt x="1031743" y="131813"/>
                  <a:pt x="1130803" y="131813"/>
                </a:cubicBezTo>
                <a:cubicBezTo>
                  <a:pt x="1229863" y="131813"/>
                  <a:pt x="1382263" y="39103"/>
                  <a:pt x="1443223" y="17513"/>
                </a:cubicBezTo>
                <a:cubicBezTo>
                  <a:pt x="1504183" y="-4077"/>
                  <a:pt x="1500373" y="-902"/>
                  <a:pt x="1496563" y="2273"/>
                </a:cubicBezTo>
              </a:path>
            </a:pathLst>
          </a:custGeom>
          <a:ln w="63500">
            <a:solidFill>
              <a:srgbClr val="CACACA"/>
            </a:solidFill>
            <a:head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sp>
        <p:nvSpPr>
          <p:cNvPr id="109" name="Freeform: Shape 108">
            <a:extLst>
              <a:ext uri="{FF2B5EF4-FFF2-40B4-BE49-F238E27FC236}">
                <a16:creationId xmlns:a16="http://schemas.microsoft.com/office/drawing/2014/main" id="{9E29024B-7E72-4C46-9B13-E0C50C000262}"/>
              </a:ext>
            </a:extLst>
          </p:cNvPr>
          <p:cNvSpPr/>
          <p:nvPr/>
        </p:nvSpPr>
        <p:spPr>
          <a:xfrm>
            <a:off x="3924157" y="5441855"/>
            <a:ext cx="1440323" cy="605378"/>
          </a:xfrm>
          <a:custGeom>
            <a:avLst/>
            <a:gdLst>
              <a:gd name="connsiteX0" fmla="*/ 351562 w 900202"/>
              <a:gd name="connsiteY0" fmla="*/ 378361 h 378361"/>
              <a:gd name="connsiteX1" fmla="*/ 1042 w 900202"/>
              <a:gd name="connsiteY1" fmla="*/ 286921 h 378361"/>
              <a:gd name="connsiteX2" fmla="*/ 260122 w 900202"/>
              <a:gd name="connsiteY2" fmla="*/ 218341 h 378361"/>
              <a:gd name="connsiteX3" fmla="*/ 717322 w 900202"/>
              <a:gd name="connsiteY3" fmla="*/ 332641 h 378361"/>
              <a:gd name="connsiteX4" fmla="*/ 534442 w 900202"/>
              <a:gd name="connsiteY4" fmla="*/ 96421 h 378361"/>
              <a:gd name="connsiteX5" fmla="*/ 641122 w 900202"/>
              <a:gd name="connsiteY5" fmla="*/ 4981 h 378361"/>
              <a:gd name="connsiteX6" fmla="*/ 900202 w 900202"/>
              <a:gd name="connsiteY6" fmla="*/ 20221 h 378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202" h="378361">
                <a:moveTo>
                  <a:pt x="351562" y="378361"/>
                </a:moveTo>
                <a:cubicBezTo>
                  <a:pt x="183922" y="345976"/>
                  <a:pt x="16282" y="313591"/>
                  <a:pt x="1042" y="286921"/>
                </a:cubicBezTo>
                <a:cubicBezTo>
                  <a:pt x="-14198" y="260251"/>
                  <a:pt x="140742" y="210721"/>
                  <a:pt x="260122" y="218341"/>
                </a:cubicBezTo>
                <a:cubicBezTo>
                  <a:pt x="379502" y="225961"/>
                  <a:pt x="671602" y="352961"/>
                  <a:pt x="717322" y="332641"/>
                </a:cubicBezTo>
                <a:cubicBezTo>
                  <a:pt x="763042" y="312321"/>
                  <a:pt x="547142" y="151031"/>
                  <a:pt x="534442" y="96421"/>
                </a:cubicBezTo>
                <a:cubicBezTo>
                  <a:pt x="521742" y="41811"/>
                  <a:pt x="580162" y="17681"/>
                  <a:pt x="641122" y="4981"/>
                </a:cubicBezTo>
                <a:cubicBezTo>
                  <a:pt x="702082" y="-7719"/>
                  <a:pt x="801142" y="6251"/>
                  <a:pt x="900202" y="20221"/>
                </a:cubicBezTo>
              </a:path>
            </a:pathLst>
          </a:custGeom>
          <a:ln w="63500">
            <a:solidFill>
              <a:srgbClr val="666666"/>
            </a:solidFill>
            <a:headEnd type="oval"/>
          </a:ln>
        </p:spPr>
        <p:style>
          <a:lnRef idx="1">
            <a:schemeClr val="accent3"/>
          </a:lnRef>
          <a:fillRef idx="0">
            <a:schemeClr val="accent3"/>
          </a:fillRef>
          <a:effectRef idx="0">
            <a:schemeClr val="accent3"/>
          </a:effectRef>
          <a:fontRef idx="minor">
            <a:schemeClr val="tx1"/>
          </a:fontRef>
        </p:style>
        <p:txBody>
          <a:bodyPr rot="0" spcFirstLastPara="1" vertOverflow="overflow" horzOverflow="overflow" vert="horz" wrap="square" lIns="146302" tIns="73150" rIns="146302" bIns="73150" numCol="1" spcCol="38100" rtlCol="0" anchor="t">
            <a:noAutofit/>
          </a:bodyPr>
          <a:lstStyle/>
          <a:p>
            <a:pPr defTabSz="1463040" latinLnBrk="1"/>
            <a:endParaRPr lang="en-US">
              <a:solidFill>
                <a:srgbClr val="000000"/>
              </a:solidFill>
            </a:endParaRPr>
          </a:p>
        </p:txBody>
      </p:sp>
      <p:pic>
        <p:nvPicPr>
          <p:cNvPr id="126" name="Picture 125">
            <a:extLst>
              <a:ext uri="{FF2B5EF4-FFF2-40B4-BE49-F238E27FC236}">
                <a16:creationId xmlns:a16="http://schemas.microsoft.com/office/drawing/2014/main" id="{2BC4DB8C-F19D-4DFE-AC70-47FFC0C35AD0}"/>
              </a:ext>
            </a:extLst>
          </p:cNvPr>
          <p:cNvPicPr>
            <a:picLocks noChangeAspect="1"/>
          </p:cNvPicPr>
          <p:nvPr/>
        </p:nvPicPr>
        <p:blipFill>
          <a:blip r:embed="rId60"/>
          <a:stretch>
            <a:fillRect/>
          </a:stretch>
        </p:blipFill>
        <p:spPr>
          <a:xfrm>
            <a:off x="5796606" y="3834094"/>
            <a:ext cx="3059693" cy="1596255"/>
          </a:xfrm>
          <a:prstGeom prst="rect">
            <a:avLst/>
          </a:prstGeom>
        </p:spPr>
      </p:pic>
      <p:sp>
        <p:nvSpPr>
          <p:cNvPr id="127" name="Text Placeholder 85">
            <a:extLst>
              <a:ext uri="{FF2B5EF4-FFF2-40B4-BE49-F238E27FC236}">
                <a16:creationId xmlns:a16="http://schemas.microsoft.com/office/drawing/2014/main" id="{AF9DACC1-132F-429F-9201-0A7DB7109EA6}"/>
              </a:ext>
            </a:extLst>
          </p:cNvPr>
          <p:cNvSpPr txBox="1">
            <a:spLocks/>
          </p:cNvSpPr>
          <p:nvPr/>
        </p:nvSpPr>
        <p:spPr>
          <a:xfrm rot="16200000">
            <a:off x="-253107" y="1759415"/>
            <a:ext cx="1137173"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6">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tx1"/>
                </a:solidFill>
              </a:rPr>
              <a:t>Challenges</a:t>
            </a:r>
          </a:p>
        </p:txBody>
      </p:sp>
      <p:sp>
        <p:nvSpPr>
          <p:cNvPr id="128" name="Text Placeholder 85">
            <a:extLst>
              <a:ext uri="{FF2B5EF4-FFF2-40B4-BE49-F238E27FC236}">
                <a16:creationId xmlns:a16="http://schemas.microsoft.com/office/drawing/2014/main" id="{B17113F9-4E8C-496C-BAB9-D953BEF39369}"/>
              </a:ext>
            </a:extLst>
          </p:cNvPr>
          <p:cNvSpPr txBox="1">
            <a:spLocks/>
          </p:cNvSpPr>
          <p:nvPr/>
        </p:nvSpPr>
        <p:spPr>
          <a:xfrm rot="16200000">
            <a:off x="-292072" y="7118879"/>
            <a:ext cx="1137173" cy="374400"/>
          </a:xfrm>
          <a:prstGeom prst="rect">
            <a:avLst/>
          </a:prstGeom>
        </p:spPr>
        <p:txBody>
          <a:bodyPr lIns="0" tIns="0" rIns="0" bIns="0" anchor="ctr" anchorCtr="0">
            <a:noAutofit/>
          </a:bodyPr>
          <a:lstStyle>
            <a:lvl1pPr marL="0" marR="0" indent="0" algn="ctr" defTabSz="457206" rtl="0" latinLnBrk="0">
              <a:lnSpc>
                <a:spcPct val="100000"/>
              </a:lnSpc>
              <a:spcBef>
                <a:spcPts val="700"/>
              </a:spcBef>
              <a:spcAft>
                <a:spcPts val="0"/>
              </a:spcAft>
              <a:buClrTx/>
              <a:buSzPct val="100000"/>
              <a:buFont typeface="Arial"/>
              <a:buNone/>
              <a:tabLst/>
              <a:defRPr sz="1013" b="1" i="0" u="none" strike="noStrike" cap="none" spc="0" baseline="0">
                <a:ln>
                  <a:noFill/>
                </a:ln>
                <a:solidFill>
                  <a:schemeClr val="accent6">
                    <a:lumMod val="75000"/>
                  </a:schemeClr>
                </a:solidFill>
                <a:uFillTx/>
                <a:latin typeface="+mj-lt"/>
                <a:ea typeface="+mn-ea"/>
                <a:cs typeface="+mn-cs"/>
                <a:sym typeface="Calibri"/>
              </a:defRPr>
            </a:lvl1pPr>
            <a:lvl2pPr marL="783781" marR="0" indent="-32657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2pPr>
            <a:lvl3pPr marL="1219215" marR="0" indent="-304804"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3pPr>
            <a:lvl4pPr marL="1737382"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4pPr>
            <a:lvl5pPr marL="2194588" marR="0" indent="-365765" algn="l" defTabSz="457206" rtl="0" latinLnBrk="0">
              <a:lnSpc>
                <a:spcPct val="100000"/>
              </a:lnSpc>
              <a:spcBef>
                <a:spcPts val="700"/>
              </a:spcBef>
              <a:spcAft>
                <a:spcPts val="0"/>
              </a:spcAft>
              <a:buClrTx/>
              <a:buSzPct val="100000"/>
              <a:buFont typeface="Arial"/>
              <a:buChar char="»"/>
              <a:tabLst/>
              <a:defRPr sz="506" b="0" i="0" u="none" strike="noStrike" cap="none" spc="0" baseline="0">
                <a:ln>
                  <a:noFill/>
                </a:ln>
                <a:solidFill>
                  <a:schemeClr val="bg2"/>
                </a:solidFill>
                <a:uFillTx/>
                <a:latin typeface="Arial Narrow" panose="020B0606020202030204" pitchFamily="34" charset="0"/>
                <a:ea typeface="+mn-ea"/>
                <a:cs typeface="+mn-cs"/>
                <a:sym typeface="Calibri"/>
              </a:defRPr>
            </a:lvl5pPr>
            <a:lvl6pPr marL="2651793"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99" marR="0" indent="-365765"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203"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410" marR="0" indent="-365763" algn="l" defTabSz="457206"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a:lstStyle>
          <a:p>
            <a:pPr hangingPunct="1"/>
            <a:r>
              <a:rPr lang="en-US" sz="1621" dirty="0">
                <a:solidFill>
                  <a:schemeClr val="tx1"/>
                </a:solidFill>
              </a:rPr>
              <a:t>Benefits</a:t>
            </a:r>
          </a:p>
        </p:txBody>
      </p:sp>
      <p:sp>
        <p:nvSpPr>
          <p:cNvPr id="129" name="Freeform: Shape 128">
            <a:extLst>
              <a:ext uri="{FF2B5EF4-FFF2-40B4-BE49-F238E27FC236}">
                <a16:creationId xmlns:a16="http://schemas.microsoft.com/office/drawing/2014/main" id="{3B269637-3180-45D8-A0C8-355A293A3F24}"/>
              </a:ext>
            </a:extLst>
          </p:cNvPr>
          <p:cNvSpPr/>
          <p:nvPr/>
        </p:nvSpPr>
        <p:spPr>
          <a:xfrm>
            <a:off x="10185400" y="4287131"/>
            <a:ext cx="3531159" cy="1897769"/>
          </a:xfrm>
          <a:custGeom>
            <a:avLst/>
            <a:gdLst>
              <a:gd name="connsiteX0" fmla="*/ 0 w 3531159"/>
              <a:gd name="connsiteY0" fmla="*/ 348369 h 1897769"/>
              <a:gd name="connsiteX1" fmla="*/ 571500 w 3531159"/>
              <a:gd name="connsiteY1" fmla="*/ 462669 h 1897769"/>
              <a:gd name="connsiteX2" fmla="*/ 571500 w 3531159"/>
              <a:gd name="connsiteY2" fmla="*/ 462669 h 1897769"/>
              <a:gd name="connsiteX3" fmla="*/ 2159000 w 3531159"/>
              <a:gd name="connsiteY3" fmla="*/ 5469 h 1897769"/>
              <a:gd name="connsiteX4" fmla="*/ 2425700 w 3531159"/>
              <a:gd name="connsiteY4" fmla="*/ 818269 h 1897769"/>
              <a:gd name="connsiteX5" fmla="*/ 3429000 w 3531159"/>
              <a:gd name="connsiteY5" fmla="*/ 284869 h 1897769"/>
              <a:gd name="connsiteX6" fmla="*/ 3441700 w 3531159"/>
              <a:gd name="connsiteY6" fmla="*/ 856369 h 1897769"/>
              <a:gd name="connsiteX7" fmla="*/ 2933700 w 3531159"/>
              <a:gd name="connsiteY7" fmla="*/ 1402469 h 1897769"/>
              <a:gd name="connsiteX8" fmla="*/ 2997200 w 3531159"/>
              <a:gd name="connsiteY8" fmla="*/ 1897769 h 189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1159" h="1897769">
                <a:moveTo>
                  <a:pt x="0" y="348369"/>
                </a:moveTo>
                <a:lnTo>
                  <a:pt x="571500" y="462669"/>
                </a:lnTo>
                <a:lnTo>
                  <a:pt x="571500" y="462669"/>
                </a:lnTo>
                <a:cubicBezTo>
                  <a:pt x="836083" y="386469"/>
                  <a:pt x="1849967" y="-53798"/>
                  <a:pt x="2159000" y="5469"/>
                </a:cubicBezTo>
                <a:cubicBezTo>
                  <a:pt x="2468033" y="64736"/>
                  <a:pt x="2214033" y="771702"/>
                  <a:pt x="2425700" y="818269"/>
                </a:cubicBezTo>
                <a:cubicBezTo>
                  <a:pt x="2637367" y="864836"/>
                  <a:pt x="3259667" y="278519"/>
                  <a:pt x="3429000" y="284869"/>
                </a:cubicBezTo>
                <a:cubicBezTo>
                  <a:pt x="3598333" y="291219"/>
                  <a:pt x="3524250" y="670102"/>
                  <a:pt x="3441700" y="856369"/>
                </a:cubicBezTo>
                <a:cubicBezTo>
                  <a:pt x="3359150" y="1042636"/>
                  <a:pt x="3007783" y="1228902"/>
                  <a:pt x="2933700" y="1402469"/>
                </a:cubicBezTo>
                <a:cubicBezTo>
                  <a:pt x="2859617" y="1576036"/>
                  <a:pt x="2928408" y="1736902"/>
                  <a:pt x="2997200" y="1897769"/>
                </a:cubicBezTo>
              </a:path>
            </a:pathLst>
          </a:custGeom>
          <a:ln w="63500">
            <a:solidFill>
              <a:srgbClr val="ADBE8A"/>
            </a:solidFill>
            <a:tail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30" name="Freeform: Shape 129">
            <a:extLst>
              <a:ext uri="{FF2B5EF4-FFF2-40B4-BE49-F238E27FC236}">
                <a16:creationId xmlns:a16="http://schemas.microsoft.com/office/drawing/2014/main" id="{010EE942-7CF6-441B-A15D-100153417034}"/>
              </a:ext>
            </a:extLst>
          </p:cNvPr>
          <p:cNvSpPr/>
          <p:nvPr/>
        </p:nvSpPr>
        <p:spPr>
          <a:xfrm>
            <a:off x="10083800" y="4889500"/>
            <a:ext cx="2273850" cy="1281547"/>
          </a:xfrm>
          <a:custGeom>
            <a:avLst/>
            <a:gdLst>
              <a:gd name="connsiteX0" fmla="*/ 0 w 2273850"/>
              <a:gd name="connsiteY0" fmla="*/ 0 h 1281547"/>
              <a:gd name="connsiteX1" fmla="*/ 1054100 w 2273850"/>
              <a:gd name="connsiteY1" fmla="*/ 152400 h 1281547"/>
              <a:gd name="connsiteX2" fmla="*/ 2057400 w 2273850"/>
              <a:gd name="connsiteY2" fmla="*/ 139700 h 1281547"/>
              <a:gd name="connsiteX3" fmla="*/ 2247900 w 2273850"/>
              <a:gd name="connsiteY3" fmla="*/ 457200 h 1281547"/>
              <a:gd name="connsiteX4" fmla="*/ 1663700 w 2273850"/>
              <a:gd name="connsiteY4" fmla="*/ 457200 h 1281547"/>
              <a:gd name="connsiteX5" fmla="*/ 1270000 w 2273850"/>
              <a:gd name="connsiteY5" fmla="*/ 635000 h 1281547"/>
              <a:gd name="connsiteX6" fmla="*/ 2197100 w 2273850"/>
              <a:gd name="connsiteY6" fmla="*/ 812800 h 1281547"/>
              <a:gd name="connsiteX7" fmla="*/ 1549400 w 2273850"/>
              <a:gd name="connsiteY7" fmla="*/ 1016000 h 1281547"/>
              <a:gd name="connsiteX8" fmla="*/ 1295400 w 2273850"/>
              <a:gd name="connsiteY8" fmla="*/ 1244600 h 128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3850" h="1281547">
                <a:moveTo>
                  <a:pt x="0" y="0"/>
                </a:moveTo>
                <a:cubicBezTo>
                  <a:pt x="355600" y="64558"/>
                  <a:pt x="711200" y="129117"/>
                  <a:pt x="1054100" y="152400"/>
                </a:cubicBezTo>
                <a:cubicBezTo>
                  <a:pt x="1397000" y="175683"/>
                  <a:pt x="1858433" y="88900"/>
                  <a:pt x="2057400" y="139700"/>
                </a:cubicBezTo>
                <a:cubicBezTo>
                  <a:pt x="2256367" y="190500"/>
                  <a:pt x="2313517" y="404283"/>
                  <a:pt x="2247900" y="457200"/>
                </a:cubicBezTo>
                <a:cubicBezTo>
                  <a:pt x="2182283" y="510117"/>
                  <a:pt x="1826683" y="427567"/>
                  <a:pt x="1663700" y="457200"/>
                </a:cubicBezTo>
                <a:cubicBezTo>
                  <a:pt x="1500717" y="486833"/>
                  <a:pt x="1181100" y="575733"/>
                  <a:pt x="1270000" y="635000"/>
                </a:cubicBezTo>
                <a:cubicBezTo>
                  <a:pt x="1358900" y="694267"/>
                  <a:pt x="2150533" y="749300"/>
                  <a:pt x="2197100" y="812800"/>
                </a:cubicBezTo>
                <a:cubicBezTo>
                  <a:pt x="2243667" y="876300"/>
                  <a:pt x="1699683" y="944033"/>
                  <a:pt x="1549400" y="1016000"/>
                </a:cubicBezTo>
                <a:cubicBezTo>
                  <a:pt x="1399117" y="1087967"/>
                  <a:pt x="1305983" y="1384300"/>
                  <a:pt x="1295400" y="1244600"/>
                </a:cubicBezTo>
              </a:path>
            </a:pathLst>
          </a:custGeom>
          <a:ln w="63500">
            <a:solidFill>
              <a:srgbClr val="83B6C4"/>
            </a:solidFill>
            <a:tail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31" name="Freeform: Shape 130">
            <a:extLst>
              <a:ext uri="{FF2B5EF4-FFF2-40B4-BE49-F238E27FC236}">
                <a16:creationId xmlns:a16="http://schemas.microsoft.com/office/drawing/2014/main" id="{CC057E91-D7BA-4A9E-87E3-08E2284CB440}"/>
              </a:ext>
            </a:extLst>
          </p:cNvPr>
          <p:cNvSpPr/>
          <p:nvPr/>
        </p:nvSpPr>
        <p:spPr>
          <a:xfrm>
            <a:off x="9258300" y="5315151"/>
            <a:ext cx="1758984" cy="756843"/>
          </a:xfrm>
          <a:custGeom>
            <a:avLst/>
            <a:gdLst>
              <a:gd name="connsiteX0" fmla="*/ 0 w 1758984"/>
              <a:gd name="connsiteY0" fmla="*/ 171249 h 756843"/>
              <a:gd name="connsiteX1" fmla="*/ 927100 w 1758984"/>
              <a:gd name="connsiteY1" fmla="*/ 145849 h 756843"/>
              <a:gd name="connsiteX2" fmla="*/ 1600200 w 1758984"/>
              <a:gd name="connsiteY2" fmla="*/ 6149 h 756843"/>
              <a:gd name="connsiteX3" fmla="*/ 1752600 w 1758984"/>
              <a:gd name="connsiteY3" fmla="*/ 374449 h 756843"/>
              <a:gd name="connsiteX4" fmla="*/ 1460500 w 1758984"/>
              <a:gd name="connsiteY4" fmla="*/ 463349 h 756843"/>
              <a:gd name="connsiteX5" fmla="*/ 876300 w 1758984"/>
              <a:gd name="connsiteY5" fmla="*/ 425249 h 756843"/>
              <a:gd name="connsiteX6" fmla="*/ 635000 w 1758984"/>
              <a:gd name="connsiteY6" fmla="*/ 437949 h 756843"/>
              <a:gd name="connsiteX7" fmla="*/ 203200 w 1758984"/>
              <a:gd name="connsiteY7" fmla="*/ 577649 h 756843"/>
              <a:gd name="connsiteX8" fmla="*/ 330200 w 1758984"/>
              <a:gd name="connsiteY8" fmla="*/ 755449 h 756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8984" h="756843">
                <a:moveTo>
                  <a:pt x="0" y="171249"/>
                </a:moveTo>
                <a:cubicBezTo>
                  <a:pt x="330200" y="172307"/>
                  <a:pt x="660400" y="173366"/>
                  <a:pt x="927100" y="145849"/>
                </a:cubicBezTo>
                <a:cubicBezTo>
                  <a:pt x="1193800" y="118332"/>
                  <a:pt x="1462617" y="-31951"/>
                  <a:pt x="1600200" y="6149"/>
                </a:cubicBezTo>
                <a:cubicBezTo>
                  <a:pt x="1737783" y="44249"/>
                  <a:pt x="1775883" y="298249"/>
                  <a:pt x="1752600" y="374449"/>
                </a:cubicBezTo>
                <a:cubicBezTo>
                  <a:pt x="1729317" y="450649"/>
                  <a:pt x="1606550" y="454882"/>
                  <a:pt x="1460500" y="463349"/>
                </a:cubicBezTo>
                <a:cubicBezTo>
                  <a:pt x="1314450" y="471816"/>
                  <a:pt x="1013883" y="429482"/>
                  <a:pt x="876300" y="425249"/>
                </a:cubicBezTo>
                <a:cubicBezTo>
                  <a:pt x="738717" y="421016"/>
                  <a:pt x="747183" y="412549"/>
                  <a:pt x="635000" y="437949"/>
                </a:cubicBezTo>
                <a:cubicBezTo>
                  <a:pt x="522817" y="463349"/>
                  <a:pt x="254000" y="524732"/>
                  <a:pt x="203200" y="577649"/>
                </a:cubicBezTo>
                <a:cubicBezTo>
                  <a:pt x="152400" y="630566"/>
                  <a:pt x="268817" y="772382"/>
                  <a:pt x="330200" y="755449"/>
                </a:cubicBezTo>
              </a:path>
            </a:pathLst>
          </a:custGeom>
          <a:ln w="63500">
            <a:solidFill>
              <a:srgbClr val="C2E0FF"/>
            </a:solidFill>
            <a:tailEnd type="oval"/>
          </a:ln>
        </p:spPr>
        <p:style>
          <a:lnRef idx="1">
            <a:schemeClr val="accent2"/>
          </a:lnRef>
          <a:fillRef idx="0">
            <a:schemeClr val="accent2"/>
          </a:fillRef>
          <a:effectRef idx="0">
            <a:schemeClr val="accent2"/>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32" name="Freeform: Shape 131">
            <a:extLst>
              <a:ext uri="{FF2B5EF4-FFF2-40B4-BE49-F238E27FC236}">
                <a16:creationId xmlns:a16="http://schemas.microsoft.com/office/drawing/2014/main" id="{B33D998B-9397-4487-A6D6-C29BAE2CFADE}"/>
              </a:ext>
            </a:extLst>
          </p:cNvPr>
          <p:cNvSpPr/>
          <p:nvPr/>
        </p:nvSpPr>
        <p:spPr>
          <a:xfrm>
            <a:off x="5434835" y="5660058"/>
            <a:ext cx="1547192" cy="461690"/>
          </a:xfrm>
          <a:custGeom>
            <a:avLst/>
            <a:gdLst>
              <a:gd name="connsiteX0" fmla="*/ 877065 w 1547192"/>
              <a:gd name="connsiteY0" fmla="*/ 80342 h 461690"/>
              <a:gd name="connsiteX1" fmla="*/ 1308865 w 1547192"/>
              <a:gd name="connsiteY1" fmla="*/ 258142 h 461690"/>
              <a:gd name="connsiteX2" fmla="*/ 1524765 w 1547192"/>
              <a:gd name="connsiteY2" fmla="*/ 461342 h 461690"/>
              <a:gd name="connsiteX3" fmla="*/ 775465 w 1547192"/>
              <a:gd name="connsiteY3" fmla="*/ 207342 h 461690"/>
              <a:gd name="connsiteX4" fmla="*/ 765 w 1547192"/>
              <a:gd name="connsiteY4" fmla="*/ 4142 h 461690"/>
              <a:gd name="connsiteX5" fmla="*/ 661165 w 1547192"/>
              <a:gd name="connsiteY5" fmla="*/ 397842 h 461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7192" h="461690">
                <a:moveTo>
                  <a:pt x="877065" y="80342"/>
                </a:moveTo>
                <a:cubicBezTo>
                  <a:pt x="1038990" y="137492"/>
                  <a:pt x="1200915" y="194642"/>
                  <a:pt x="1308865" y="258142"/>
                </a:cubicBezTo>
                <a:cubicBezTo>
                  <a:pt x="1416815" y="321642"/>
                  <a:pt x="1613665" y="469809"/>
                  <a:pt x="1524765" y="461342"/>
                </a:cubicBezTo>
                <a:cubicBezTo>
                  <a:pt x="1435865" y="452875"/>
                  <a:pt x="1029465" y="283542"/>
                  <a:pt x="775465" y="207342"/>
                </a:cubicBezTo>
                <a:cubicBezTo>
                  <a:pt x="521465" y="131142"/>
                  <a:pt x="19815" y="-27608"/>
                  <a:pt x="765" y="4142"/>
                </a:cubicBezTo>
                <a:cubicBezTo>
                  <a:pt x="-18285" y="35892"/>
                  <a:pt x="321440" y="216867"/>
                  <a:pt x="661165" y="397842"/>
                </a:cubicBezTo>
              </a:path>
            </a:pathLst>
          </a:custGeom>
          <a:ln w="63500">
            <a:solidFill>
              <a:srgbClr val="989898"/>
            </a:solidFill>
            <a:tailEnd type="oval"/>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33" name="Freeform: Shape 132">
            <a:extLst>
              <a:ext uri="{FF2B5EF4-FFF2-40B4-BE49-F238E27FC236}">
                <a16:creationId xmlns:a16="http://schemas.microsoft.com/office/drawing/2014/main" id="{3A04DFB3-D809-452F-B061-7058C443DAC7}"/>
              </a:ext>
            </a:extLst>
          </p:cNvPr>
          <p:cNvSpPr/>
          <p:nvPr/>
        </p:nvSpPr>
        <p:spPr>
          <a:xfrm>
            <a:off x="7734300" y="5789561"/>
            <a:ext cx="1345911" cy="306439"/>
          </a:xfrm>
          <a:custGeom>
            <a:avLst/>
            <a:gdLst>
              <a:gd name="connsiteX0" fmla="*/ 0 w 1345911"/>
              <a:gd name="connsiteY0" fmla="*/ 1639 h 306439"/>
              <a:gd name="connsiteX1" fmla="*/ 1181100 w 1345911"/>
              <a:gd name="connsiteY1" fmla="*/ 39739 h 306439"/>
              <a:gd name="connsiteX2" fmla="*/ 1257300 w 1345911"/>
              <a:gd name="connsiteY2" fmla="*/ 268339 h 306439"/>
              <a:gd name="connsiteX3" fmla="*/ 431800 w 1345911"/>
              <a:gd name="connsiteY3" fmla="*/ 154039 h 306439"/>
              <a:gd name="connsiteX4" fmla="*/ 88900 w 1345911"/>
              <a:gd name="connsiteY4" fmla="*/ 306439 h 306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5911" h="306439">
                <a:moveTo>
                  <a:pt x="0" y="1639"/>
                </a:moveTo>
                <a:cubicBezTo>
                  <a:pt x="485775" y="-1536"/>
                  <a:pt x="971550" y="-4711"/>
                  <a:pt x="1181100" y="39739"/>
                </a:cubicBezTo>
                <a:cubicBezTo>
                  <a:pt x="1390650" y="84189"/>
                  <a:pt x="1382183" y="249289"/>
                  <a:pt x="1257300" y="268339"/>
                </a:cubicBezTo>
                <a:cubicBezTo>
                  <a:pt x="1132417" y="287389"/>
                  <a:pt x="626533" y="147689"/>
                  <a:pt x="431800" y="154039"/>
                </a:cubicBezTo>
                <a:cubicBezTo>
                  <a:pt x="237067" y="160389"/>
                  <a:pt x="162983" y="233414"/>
                  <a:pt x="88900" y="306439"/>
                </a:cubicBezTo>
              </a:path>
            </a:pathLst>
          </a:custGeom>
          <a:ln w="63500">
            <a:solidFill>
              <a:srgbClr val="8D8FA3"/>
            </a:solidFill>
            <a:tailEnd type="oval"/>
          </a:ln>
        </p:spPr>
        <p:style>
          <a:lnRef idx="1">
            <a:schemeClr val="accent3"/>
          </a:lnRef>
          <a:fillRef idx="0">
            <a:schemeClr val="accent3"/>
          </a:fillRef>
          <a:effectRef idx="0">
            <a:schemeClr val="accent3"/>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91184006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830"/>
            <a:ext cx="13956880" cy="724778"/>
          </a:xfrm>
        </p:spPr>
        <p:txBody>
          <a:bodyPr anchor="t">
            <a:noAutofit/>
          </a:bodyPr>
          <a:lstStyle/>
          <a:p>
            <a:r>
              <a:rPr lang="en-US" dirty="0">
                <a:solidFill>
                  <a:srgbClr val="007DC3"/>
                </a:solidFill>
              </a:rPr>
              <a:t>About PLM Light Viewer	</a:t>
            </a:r>
          </a:p>
        </p:txBody>
      </p:sp>
      <p:sp>
        <p:nvSpPr>
          <p:cNvPr id="8" name="Slide Number Placeholder 7"/>
          <p:cNvSpPr>
            <a:spLocks noGrp="1"/>
          </p:cNvSpPr>
          <p:nvPr>
            <p:ph type="sldNum" sz="quarter" idx="2"/>
          </p:nvPr>
        </p:nvSpPr>
        <p:spPr>
          <a:xfrm>
            <a:off x="7033" y="7743074"/>
            <a:ext cx="749259" cy="447042"/>
          </a:xfrm>
        </p:spPr>
        <p:txBody>
          <a:bodyPr/>
          <a:lstStyle/>
          <a:p>
            <a:pPr defTabSz="731494"/>
            <a:fld id="{7085CB8E-5CA7-424E-9203-0AA164B1E985}" type="slidenum">
              <a:rPr lang="en-US" kern="0">
                <a:solidFill>
                  <a:srgbClr val="000000">
                    <a:lumMod val="75000"/>
                    <a:lumOff val="25000"/>
                  </a:srgbClr>
                </a:solidFill>
                <a:sym typeface="Calibri"/>
              </a:rPr>
              <a:pPr defTabSz="731494"/>
              <a:t>3</a:t>
            </a:fld>
            <a:endParaRPr lang="en-US" kern="0" dirty="0">
              <a:solidFill>
                <a:srgbClr val="000000">
                  <a:lumMod val="75000"/>
                  <a:lumOff val="25000"/>
                </a:srgbClr>
              </a:solidFill>
              <a:sym typeface="Calibri"/>
            </a:endParaRPr>
          </a:p>
        </p:txBody>
      </p:sp>
      <p:sp>
        <p:nvSpPr>
          <p:cNvPr id="127" name="Content Placeholder 2">
            <a:extLst>
              <a:ext uri="{FF2B5EF4-FFF2-40B4-BE49-F238E27FC236}">
                <a16:creationId xmlns:a16="http://schemas.microsoft.com/office/drawing/2014/main" id="{5B7BBDB3-1BCA-4A29-B9D9-AB66942956FA}"/>
              </a:ext>
            </a:extLst>
          </p:cNvPr>
          <p:cNvSpPr txBox="1">
            <a:spLocks/>
          </p:cNvSpPr>
          <p:nvPr/>
        </p:nvSpPr>
        <p:spPr>
          <a:xfrm>
            <a:off x="101600" y="645014"/>
            <a:ext cx="14389100" cy="2324288"/>
          </a:xfrm>
          <a:prstGeom prst="rect">
            <a:avLst/>
          </a:prstGeom>
        </p:spPr>
        <p:txBody>
          <a:bodyPr>
            <a:normAutofit/>
          </a:bodyPr>
          <a:lstStyle>
            <a:lvl1pPr marL="457178" marR="0" indent="-457178"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1pPr>
            <a:lvl2pPr marL="1044977" marR="0" indent="-435406"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2pPr>
            <a:lvl3pPr marL="1625518" marR="0" indent="-406381"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3pPr>
            <a:lvl4pPr marL="2316365" marR="0" indent="-487656"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4pPr>
            <a:lvl5pPr marL="2925934" marR="0" indent="-487656"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5pPr>
            <a:lvl6pPr marL="3535504" marR="0" indent="-487656"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6pPr>
            <a:lvl7pPr marL="4145072" marR="0" indent="-487656"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7pPr>
            <a:lvl8pPr marL="4754641" marR="0" indent="-487654"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8pPr>
            <a:lvl9pPr marL="5364211" marR="0" indent="-487654" algn="l" defTabSz="609570" rtl="0" latinLnBrk="0">
              <a:lnSpc>
                <a:spcPct val="100000"/>
              </a:lnSpc>
              <a:spcBef>
                <a:spcPts val="933"/>
              </a:spcBef>
              <a:spcAft>
                <a:spcPts val="0"/>
              </a:spcAft>
              <a:buClrTx/>
              <a:buSzPct val="100000"/>
              <a:buFont typeface="Arial"/>
              <a:buChar char="•"/>
              <a:tabLst/>
              <a:defRPr sz="4267" b="0" i="0" u="none" strike="noStrike" cap="none" spc="0" baseline="0">
                <a:ln>
                  <a:noFill/>
                </a:ln>
                <a:solidFill>
                  <a:srgbClr val="000000"/>
                </a:solidFill>
                <a:uFillTx/>
                <a:latin typeface="+mn-lt"/>
                <a:ea typeface="+mn-ea"/>
                <a:cs typeface="+mn-cs"/>
                <a:sym typeface="Calibri"/>
              </a:defRPr>
            </a:lvl9pPr>
          </a:lstStyle>
          <a:p>
            <a:pPr marL="0" indent="0">
              <a:buNone/>
            </a:pPr>
            <a:r>
              <a:rPr lang="en-US" sz="2160" dirty="0">
                <a:latin typeface="Calibri"/>
                <a:cs typeface="Calibri"/>
              </a:rPr>
              <a:t>PLM Light viewer would be a custom application that would help end users in searching PLM data in a faster way. It would  be useful for customers to on board suppliers where they have to only view/download specifications from PLM system. Also, it could be hosted on internet, so suppliers can be onboarded quickly. In addition to it, it would help customer to save on license cost.</a:t>
            </a:r>
          </a:p>
        </p:txBody>
      </p:sp>
      <p:grpSp>
        <p:nvGrpSpPr>
          <p:cNvPr id="128" name="Group 127">
            <a:extLst>
              <a:ext uri="{FF2B5EF4-FFF2-40B4-BE49-F238E27FC236}">
                <a16:creationId xmlns:a16="http://schemas.microsoft.com/office/drawing/2014/main" id="{5E515C8F-E82E-4BC9-BF45-209547EEF624}"/>
              </a:ext>
            </a:extLst>
          </p:cNvPr>
          <p:cNvGrpSpPr/>
          <p:nvPr/>
        </p:nvGrpSpPr>
        <p:grpSpPr>
          <a:xfrm>
            <a:off x="2604708" y="4323206"/>
            <a:ext cx="7557061" cy="3925927"/>
            <a:chOff x="1081049" y="874906"/>
            <a:chExt cx="7078886" cy="2223797"/>
          </a:xfrm>
        </p:grpSpPr>
        <p:sp>
          <p:nvSpPr>
            <p:cNvPr id="129" name="Rectangle 128">
              <a:extLst>
                <a:ext uri="{FF2B5EF4-FFF2-40B4-BE49-F238E27FC236}">
                  <a16:creationId xmlns:a16="http://schemas.microsoft.com/office/drawing/2014/main" id="{DA39319C-B2D1-4FAF-A1A3-EB1EF3499E8A}"/>
                </a:ext>
              </a:extLst>
            </p:cNvPr>
            <p:cNvSpPr/>
            <p:nvPr/>
          </p:nvSpPr>
          <p:spPr>
            <a:xfrm>
              <a:off x="2634430" y="879929"/>
              <a:ext cx="1009642" cy="1832194"/>
            </a:xfrm>
            <a:prstGeom prst="rect">
              <a:avLst/>
            </a:prstGeom>
            <a:solidFill>
              <a:schemeClr val="accent5">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ctr">
              <a:noAutofit/>
            </a:bodyPr>
            <a:lstStyle/>
            <a:p>
              <a:pPr defTabSz="548648"/>
              <a:endParaRPr lang="en-US" sz="2160" dirty="0"/>
            </a:p>
          </p:txBody>
        </p:sp>
        <p:sp>
          <p:nvSpPr>
            <p:cNvPr id="130" name="TextBox 129">
              <a:extLst>
                <a:ext uri="{FF2B5EF4-FFF2-40B4-BE49-F238E27FC236}">
                  <a16:creationId xmlns:a16="http://schemas.microsoft.com/office/drawing/2014/main" id="{015E835B-3B9B-4236-A178-E16D4E75C82E}"/>
                </a:ext>
              </a:extLst>
            </p:cNvPr>
            <p:cNvSpPr txBox="1"/>
            <p:nvPr/>
          </p:nvSpPr>
          <p:spPr>
            <a:xfrm>
              <a:off x="2757044" y="2715627"/>
              <a:ext cx="760187" cy="2719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200" b="1" dirty="0"/>
                <a:t>User Interface</a:t>
              </a:r>
            </a:p>
          </p:txBody>
        </p:sp>
        <p:pic>
          <p:nvPicPr>
            <p:cNvPr id="131" name="Picture 8" descr="Image result for icon phone tablet computer">
              <a:extLst>
                <a:ext uri="{FF2B5EF4-FFF2-40B4-BE49-F238E27FC236}">
                  <a16:creationId xmlns:a16="http://schemas.microsoft.com/office/drawing/2014/main" id="{4769C825-12E5-4316-A9B6-B3126DC64E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1050" y="1393206"/>
              <a:ext cx="805640" cy="805640"/>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0" descr="Image result for App server icon">
              <a:extLst>
                <a:ext uri="{FF2B5EF4-FFF2-40B4-BE49-F238E27FC236}">
                  <a16:creationId xmlns:a16="http://schemas.microsoft.com/office/drawing/2014/main" id="{846B8135-9377-419E-BB52-5DC871A6DE4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90635" y="1229912"/>
              <a:ext cx="1132228" cy="1132228"/>
            </a:xfrm>
            <a:prstGeom prst="rect">
              <a:avLst/>
            </a:prstGeom>
            <a:noFill/>
            <a:extLst>
              <a:ext uri="{909E8E84-426E-40DD-AFC4-6F175D3DCCD1}">
                <a14:hiddenFill xmlns:a14="http://schemas.microsoft.com/office/drawing/2010/main">
                  <a:solidFill>
                    <a:srgbClr val="FFFFFF"/>
                  </a:solidFill>
                </a14:hiddenFill>
              </a:ext>
            </a:extLst>
          </p:spPr>
        </p:pic>
        <p:sp>
          <p:nvSpPr>
            <p:cNvPr id="134" name="TextBox 133">
              <a:extLst>
                <a:ext uri="{FF2B5EF4-FFF2-40B4-BE49-F238E27FC236}">
                  <a16:creationId xmlns:a16="http://schemas.microsoft.com/office/drawing/2014/main" id="{F85CF368-C318-4FE8-BDB8-E597FAD2621B}"/>
                </a:ext>
              </a:extLst>
            </p:cNvPr>
            <p:cNvSpPr txBox="1"/>
            <p:nvPr/>
          </p:nvSpPr>
          <p:spPr>
            <a:xfrm>
              <a:off x="1081049" y="2143229"/>
              <a:ext cx="760054" cy="34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080" b="1" dirty="0"/>
                <a:t>Access over Internet</a:t>
              </a:r>
            </a:p>
          </p:txBody>
        </p:sp>
        <p:cxnSp>
          <p:nvCxnSpPr>
            <p:cNvPr id="136" name="Straight Arrow Connector 135">
              <a:extLst>
                <a:ext uri="{FF2B5EF4-FFF2-40B4-BE49-F238E27FC236}">
                  <a16:creationId xmlns:a16="http://schemas.microsoft.com/office/drawing/2014/main" id="{FC5B640C-F46F-4465-89DB-C6EB4CAF1178}"/>
                </a:ext>
              </a:extLst>
            </p:cNvPr>
            <p:cNvCxnSpPr>
              <a:stCxn id="131" idx="3"/>
              <a:endCxn id="132" idx="1"/>
            </p:cNvCxnSpPr>
            <p:nvPr/>
          </p:nvCxnSpPr>
          <p:spPr>
            <a:xfrm>
              <a:off x="1886690" y="1796026"/>
              <a:ext cx="703945"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37" name="Picture 12" descr="Image result for Security lock icon">
              <a:extLst>
                <a:ext uri="{FF2B5EF4-FFF2-40B4-BE49-F238E27FC236}">
                  <a16:creationId xmlns:a16="http://schemas.microsoft.com/office/drawing/2014/main" id="{D4430728-6682-48E5-9E5C-E842A4AB0C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12649" y="1271583"/>
              <a:ext cx="403402" cy="403402"/>
            </a:xfrm>
            <a:prstGeom prst="rect">
              <a:avLst/>
            </a:prstGeom>
            <a:noFill/>
            <a:extLst>
              <a:ext uri="{909E8E84-426E-40DD-AFC4-6F175D3DCCD1}">
                <a14:hiddenFill xmlns:a14="http://schemas.microsoft.com/office/drawing/2010/main">
                  <a:solidFill>
                    <a:srgbClr val="FFFFFF"/>
                  </a:solidFill>
                </a14:hiddenFill>
              </a:ext>
            </a:extLst>
          </p:spPr>
        </p:pic>
        <p:sp>
          <p:nvSpPr>
            <p:cNvPr id="138" name="Rounded Rectangle 54">
              <a:extLst>
                <a:ext uri="{FF2B5EF4-FFF2-40B4-BE49-F238E27FC236}">
                  <a16:creationId xmlns:a16="http://schemas.microsoft.com/office/drawing/2014/main" id="{BBC5BAD6-CE13-446F-AD0B-AE49D444AA85}"/>
                </a:ext>
              </a:extLst>
            </p:cNvPr>
            <p:cNvSpPr/>
            <p:nvPr/>
          </p:nvSpPr>
          <p:spPr>
            <a:xfrm>
              <a:off x="5945192" y="874906"/>
              <a:ext cx="2214743" cy="915048"/>
            </a:xfrm>
            <a:prstGeom prst="round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ctr">
              <a:noAutofit/>
            </a:bodyPr>
            <a:lstStyle/>
            <a:p>
              <a:pPr algn="ctr" defTabSz="548648"/>
              <a:r>
                <a:rPr lang="en-US" sz="1920" dirty="0">
                  <a:solidFill>
                    <a:schemeClr val="bg2">
                      <a:lumMod val="20000"/>
                      <a:lumOff val="80000"/>
                    </a:schemeClr>
                  </a:solidFill>
                </a:rPr>
                <a:t>Enovia Replicated Data</a:t>
              </a:r>
            </a:p>
          </p:txBody>
        </p:sp>
        <p:sp>
          <p:nvSpPr>
            <p:cNvPr id="139" name="Rounded Rectangle 55">
              <a:extLst>
                <a:ext uri="{FF2B5EF4-FFF2-40B4-BE49-F238E27FC236}">
                  <a16:creationId xmlns:a16="http://schemas.microsoft.com/office/drawing/2014/main" id="{3EE05294-5C44-41CE-9BD5-5E742B48BA7E}"/>
                </a:ext>
              </a:extLst>
            </p:cNvPr>
            <p:cNvSpPr/>
            <p:nvPr/>
          </p:nvSpPr>
          <p:spPr>
            <a:xfrm>
              <a:off x="5945191" y="1943057"/>
              <a:ext cx="2214743" cy="769674"/>
            </a:xfrm>
            <a:prstGeom prst="roundRect">
              <a:avLst/>
            </a:prstGeom>
            <a:solidFill>
              <a:schemeClr val="bg1">
                <a:lumMod val="8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ctr">
              <a:noAutofit/>
            </a:bodyPr>
            <a:lstStyle/>
            <a:p>
              <a:pPr algn="ctr" defTabSz="548648"/>
              <a:r>
                <a:rPr lang="en-US" sz="1920" dirty="0"/>
                <a:t>Indexed Data</a:t>
              </a:r>
            </a:p>
          </p:txBody>
        </p:sp>
        <p:sp>
          <p:nvSpPr>
            <p:cNvPr id="140" name="Rectangle 139">
              <a:extLst>
                <a:ext uri="{FF2B5EF4-FFF2-40B4-BE49-F238E27FC236}">
                  <a16:creationId xmlns:a16="http://schemas.microsoft.com/office/drawing/2014/main" id="{8A1101B6-87D2-47F6-A735-57BD3A4B2F62}"/>
                </a:ext>
              </a:extLst>
            </p:cNvPr>
            <p:cNvSpPr/>
            <p:nvPr/>
          </p:nvSpPr>
          <p:spPr>
            <a:xfrm>
              <a:off x="4156929" y="879929"/>
              <a:ext cx="1281756" cy="1832194"/>
            </a:xfrm>
            <a:prstGeom prst="rect">
              <a:avLst/>
            </a:prstGeom>
            <a:solidFill>
              <a:schemeClr val="accent5"/>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ctr">
              <a:noAutofit/>
            </a:bodyPr>
            <a:lstStyle/>
            <a:p>
              <a:pPr algn="ctr" defTabSz="548648"/>
              <a:r>
                <a:rPr lang="en-US" sz="1920" b="1" dirty="0"/>
                <a:t>Business Layer</a:t>
              </a:r>
            </a:p>
          </p:txBody>
        </p:sp>
        <p:cxnSp>
          <p:nvCxnSpPr>
            <p:cNvPr id="141" name="Straight Arrow Connector 140">
              <a:extLst>
                <a:ext uri="{FF2B5EF4-FFF2-40B4-BE49-F238E27FC236}">
                  <a16:creationId xmlns:a16="http://schemas.microsoft.com/office/drawing/2014/main" id="{9A39A2FE-226C-4443-A1A3-589245DDF9B4}"/>
                </a:ext>
              </a:extLst>
            </p:cNvPr>
            <p:cNvCxnSpPr>
              <a:stCxn id="132" idx="3"/>
              <a:endCxn id="140" idx="1"/>
            </p:cNvCxnSpPr>
            <p:nvPr/>
          </p:nvCxnSpPr>
          <p:spPr>
            <a:xfrm>
              <a:off x="3722863" y="1796026"/>
              <a:ext cx="434066"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42" name="Elbow Connector 66">
              <a:extLst>
                <a:ext uri="{FF2B5EF4-FFF2-40B4-BE49-F238E27FC236}">
                  <a16:creationId xmlns:a16="http://schemas.microsoft.com/office/drawing/2014/main" id="{7EA9AF17-006F-4AC6-AFED-FF877AF9A719}"/>
                </a:ext>
              </a:extLst>
            </p:cNvPr>
            <p:cNvCxnSpPr>
              <a:stCxn id="140" idx="3"/>
              <a:endCxn id="138" idx="1"/>
            </p:cNvCxnSpPr>
            <p:nvPr/>
          </p:nvCxnSpPr>
          <p:spPr>
            <a:xfrm flipV="1">
              <a:off x="5438685" y="1332430"/>
              <a:ext cx="506507" cy="463596"/>
            </a:xfrm>
            <a:prstGeom prst="bentConnector3">
              <a:avLst>
                <a:gd name="adj1" fmla="val 50000"/>
              </a:avLst>
            </a:prstGeom>
            <a:noFill/>
            <a:ln w="25400"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43" name="Elbow Connector 68">
              <a:extLst>
                <a:ext uri="{FF2B5EF4-FFF2-40B4-BE49-F238E27FC236}">
                  <a16:creationId xmlns:a16="http://schemas.microsoft.com/office/drawing/2014/main" id="{53F79111-E74D-46C2-9B5F-3191827A8C9D}"/>
                </a:ext>
              </a:extLst>
            </p:cNvPr>
            <p:cNvCxnSpPr>
              <a:stCxn id="140" idx="3"/>
              <a:endCxn id="139" idx="1"/>
            </p:cNvCxnSpPr>
            <p:nvPr/>
          </p:nvCxnSpPr>
          <p:spPr>
            <a:xfrm>
              <a:off x="5438685" y="1796026"/>
              <a:ext cx="506506" cy="531868"/>
            </a:xfrm>
            <a:prstGeom prst="bentConnector3">
              <a:avLst>
                <a:gd name="adj1" fmla="val 50000"/>
              </a:avLst>
            </a:prstGeom>
            <a:noFill/>
            <a:ln w="25400"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45" name="TextBox 144">
              <a:extLst>
                <a:ext uri="{FF2B5EF4-FFF2-40B4-BE49-F238E27FC236}">
                  <a16:creationId xmlns:a16="http://schemas.microsoft.com/office/drawing/2014/main" id="{4AC0E467-A359-4F38-A2A2-C8F9CAABCFDD}"/>
                </a:ext>
              </a:extLst>
            </p:cNvPr>
            <p:cNvSpPr txBox="1"/>
            <p:nvPr/>
          </p:nvSpPr>
          <p:spPr>
            <a:xfrm>
              <a:off x="1813945" y="1029490"/>
              <a:ext cx="760054" cy="1569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080" b="1" dirty="0"/>
                <a:t>Secure</a:t>
              </a:r>
            </a:p>
          </p:txBody>
        </p:sp>
        <p:sp>
          <p:nvSpPr>
            <p:cNvPr id="150" name="TextBox 149">
              <a:extLst>
                <a:ext uri="{FF2B5EF4-FFF2-40B4-BE49-F238E27FC236}">
                  <a16:creationId xmlns:a16="http://schemas.microsoft.com/office/drawing/2014/main" id="{67C023A0-56AA-4B27-84DA-96A917FF6D23}"/>
                </a:ext>
              </a:extLst>
            </p:cNvPr>
            <p:cNvSpPr txBox="1"/>
            <p:nvPr/>
          </p:nvSpPr>
          <p:spPr>
            <a:xfrm>
              <a:off x="6411684" y="2826740"/>
              <a:ext cx="1281756" cy="2719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200" b="1" dirty="0"/>
                <a:t>Open-source Search Platform</a:t>
              </a:r>
            </a:p>
          </p:txBody>
        </p:sp>
      </p:grpSp>
      <p:pic>
        <p:nvPicPr>
          <p:cNvPr id="3" name="Picture 2">
            <a:extLst>
              <a:ext uri="{FF2B5EF4-FFF2-40B4-BE49-F238E27FC236}">
                <a16:creationId xmlns:a16="http://schemas.microsoft.com/office/drawing/2014/main" id="{84E4342A-34E5-4DCE-869D-8969A0FE60BE}"/>
              </a:ext>
            </a:extLst>
          </p:cNvPr>
          <p:cNvPicPr>
            <a:picLocks noChangeAspect="1"/>
          </p:cNvPicPr>
          <p:nvPr/>
        </p:nvPicPr>
        <p:blipFill>
          <a:blip r:embed="rId6"/>
          <a:stretch>
            <a:fillRect/>
          </a:stretch>
        </p:blipFill>
        <p:spPr>
          <a:xfrm>
            <a:off x="6151891" y="1733873"/>
            <a:ext cx="3786074" cy="2233379"/>
          </a:xfrm>
          <a:prstGeom prst="rect">
            <a:avLst/>
          </a:prstGeom>
        </p:spPr>
      </p:pic>
      <p:cxnSp>
        <p:nvCxnSpPr>
          <p:cNvPr id="63" name="Straight Arrow Connector 62">
            <a:extLst>
              <a:ext uri="{FF2B5EF4-FFF2-40B4-BE49-F238E27FC236}">
                <a16:creationId xmlns:a16="http://schemas.microsoft.com/office/drawing/2014/main" id="{376803EC-EFCE-4252-8F5E-2C6F528F08ED}"/>
              </a:ext>
            </a:extLst>
          </p:cNvPr>
          <p:cNvCxnSpPr>
            <a:cxnSpLocks/>
          </p:cNvCxnSpPr>
          <p:nvPr/>
        </p:nvCxnSpPr>
        <p:spPr>
          <a:xfrm>
            <a:off x="381663" y="4087908"/>
            <a:ext cx="13262776" cy="0"/>
          </a:xfrm>
          <a:prstGeom prst="straightConnector1">
            <a:avLst/>
          </a:prstGeom>
          <a:noFill/>
          <a:ln w="25400" cap="flat">
            <a:solidFill>
              <a:schemeClr val="accent1"/>
            </a:solidFill>
            <a:prstDash val="sysDash"/>
            <a:round/>
            <a:headEnd type="none" w="med" len="med"/>
            <a:tailEnd type="none" w="med" len="me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65" name="Picture 8" descr="Image result for icon phone tablet computer">
            <a:extLst>
              <a:ext uri="{FF2B5EF4-FFF2-40B4-BE49-F238E27FC236}">
                <a16:creationId xmlns:a16="http://schemas.microsoft.com/office/drawing/2014/main" id="{5CE77E6A-45AA-474D-943A-656E2601D2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2432" y="2423232"/>
            <a:ext cx="860061" cy="965259"/>
          </a:xfrm>
          <a:prstGeom prst="rect">
            <a:avLst/>
          </a:prstGeom>
          <a:noFill/>
          <a:extLst>
            <a:ext uri="{909E8E84-426E-40DD-AFC4-6F175D3DCCD1}">
              <a14:hiddenFill xmlns:a14="http://schemas.microsoft.com/office/drawing/2010/main">
                <a:solidFill>
                  <a:srgbClr val="FFFFFF"/>
                </a:solidFill>
              </a14:hiddenFill>
            </a:ext>
          </a:extLst>
        </p:spPr>
      </p:pic>
      <p:cxnSp>
        <p:nvCxnSpPr>
          <p:cNvPr id="66" name="Straight Arrow Connector 65">
            <a:extLst>
              <a:ext uri="{FF2B5EF4-FFF2-40B4-BE49-F238E27FC236}">
                <a16:creationId xmlns:a16="http://schemas.microsoft.com/office/drawing/2014/main" id="{D5708882-6D3C-43AD-9E57-78B62F067BF4}"/>
              </a:ext>
            </a:extLst>
          </p:cNvPr>
          <p:cNvCxnSpPr>
            <a:stCxn id="65" idx="3"/>
          </p:cNvCxnSpPr>
          <p:nvPr/>
        </p:nvCxnSpPr>
        <p:spPr>
          <a:xfrm>
            <a:off x="5322495" y="2905860"/>
            <a:ext cx="751496"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67" name="Picture 12" descr="Image result for Security lock icon">
            <a:extLst>
              <a:ext uri="{FF2B5EF4-FFF2-40B4-BE49-F238E27FC236}">
                <a16:creationId xmlns:a16="http://schemas.microsoft.com/office/drawing/2014/main" id="{0D3CD6D8-F35D-40DE-A13A-BDB8CB4C2CE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56963" y="2277511"/>
            <a:ext cx="430651" cy="483328"/>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FF284449-4780-474A-8A80-0973EC68FD05}"/>
              </a:ext>
            </a:extLst>
          </p:cNvPr>
          <p:cNvSpPr txBox="1"/>
          <p:nvPr/>
        </p:nvSpPr>
        <p:spPr>
          <a:xfrm>
            <a:off x="4440451" y="3326256"/>
            <a:ext cx="811395" cy="6093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080" b="1" dirty="0"/>
              <a:t>Access over Internet</a:t>
            </a:r>
          </a:p>
        </p:txBody>
      </p:sp>
      <p:sp>
        <p:nvSpPr>
          <p:cNvPr id="69" name="TextBox 68">
            <a:extLst>
              <a:ext uri="{FF2B5EF4-FFF2-40B4-BE49-F238E27FC236}">
                <a16:creationId xmlns:a16="http://schemas.microsoft.com/office/drawing/2014/main" id="{0A6FD2FD-A53C-42F9-9629-C0ABFAC04B4F}"/>
              </a:ext>
            </a:extLst>
          </p:cNvPr>
          <p:cNvSpPr txBox="1"/>
          <p:nvPr/>
        </p:nvSpPr>
        <p:spPr>
          <a:xfrm>
            <a:off x="5222853" y="1991853"/>
            <a:ext cx="811395"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080" b="1" dirty="0"/>
              <a:t>Secure</a:t>
            </a:r>
          </a:p>
        </p:txBody>
      </p:sp>
      <p:sp>
        <p:nvSpPr>
          <p:cNvPr id="72" name="TextBox 71">
            <a:extLst>
              <a:ext uri="{FF2B5EF4-FFF2-40B4-BE49-F238E27FC236}">
                <a16:creationId xmlns:a16="http://schemas.microsoft.com/office/drawing/2014/main" id="{C7CAF86C-8CA5-43DE-8E61-3FC6A14482AA}"/>
              </a:ext>
            </a:extLst>
          </p:cNvPr>
          <p:cNvSpPr txBox="1"/>
          <p:nvPr/>
        </p:nvSpPr>
        <p:spPr>
          <a:xfrm>
            <a:off x="429472" y="2543479"/>
            <a:ext cx="1192595"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080" b="1" dirty="0"/>
              <a:t>3DEXPERIENCE</a:t>
            </a:r>
          </a:p>
        </p:txBody>
      </p:sp>
      <p:sp>
        <p:nvSpPr>
          <p:cNvPr id="73" name="TextBox 72">
            <a:extLst>
              <a:ext uri="{FF2B5EF4-FFF2-40B4-BE49-F238E27FC236}">
                <a16:creationId xmlns:a16="http://schemas.microsoft.com/office/drawing/2014/main" id="{082C2DC7-0AA8-4878-B915-3997B9B62BDD}"/>
              </a:ext>
            </a:extLst>
          </p:cNvPr>
          <p:cNvSpPr txBox="1"/>
          <p:nvPr/>
        </p:nvSpPr>
        <p:spPr>
          <a:xfrm>
            <a:off x="520159" y="5219185"/>
            <a:ext cx="1192595" cy="4431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862" tIns="54862" rIns="54862" bIns="54862" numCol="1" spcCol="38100" rtlCol="0" anchor="t">
            <a:spAutoFit/>
          </a:bodyPr>
          <a:lstStyle/>
          <a:p>
            <a:pPr algn="ctr" defTabSz="548648"/>
            <a:r>
              <a:rPr lang="en-US" sz="1080" b="1" dirty="0"/>
              <a:t>PLM Light </a:t>
            </a:r>
            <a:r>
              <a:rPr lang="en-US" sz="1080" b="1" dirty="0" err="1"/>
              <a:t>VIewer</a:t>
            </a:r>
            <a:endParaRPr lang="en-US" sz="1080" b="1" dirty="0"/>
          </a:p>
        </p:txBody>
      </p:sp>
    </p:spTree>
    <p:extLst>
      <p:ext uri="{BB962C8B-B14F-4D97-AF65-F5344CB8AC3E}">
        <p14:creationId xmlns:p14="http://schemas.microsoft.com/office/powerpoint/2010/main" val="268008929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4442ED75-2365-4EA4-8B7F-E547002DD481}"/>
              </a:ext>
            </a:extLst>
          </p:cNvPr>
          <p:cNvSpPr/>
          <p:nvPr/>
        </p:nvSpPr>
        <p:spPr>
          <a:xfrm>
            <a:off x="264895" y="675583"/>
            <a:ext cx="6229318" cy="7253691"/>
          </a:xfrm>
          <a:prstGeom prst="rect">
            <a:avLst/>
          </a:prstGeom>
          <a:solidFill>
            <a:schemeClr val="bg1">
              <a:lumMod val="8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7534" tIns="97534" rIns="97534" bIns="97534" numCol="1" spcCol="38100" rtlCol="0" anchor="t">
            <a:noAutofit/>
          </a:bodyPr>
          <a:lstStyle/>
          <a:p>
            <a:pPr algn="ctr" defTabSz="975349"/>
            <a:r>
              <a:rPr lang="en-US" sz="1760" u="sng" dirty="0"/>
              <a:t>Client Profile</a:t>
            </a:r>
          </a:p>
        </p:txBody>
      </p:sp>
      <p:sp>
        <p:nvSpPr>
          <p:cNvPr id="2" name="Title 1"/>
          <p:cNvSpPr>
            <a:spLocks noGrp="1"/>
          </p:cNvSpPr>
          <p:nvPr>
            <p:ph type="title"/>
          </p:nvPr>
        </p:nvSpPr>
        <p:spPr>
          <a:xfrm>
            <a:off x="1" y="-285"/>
            <a:ext cx="14503770" cy="724778"/>
          </a:xfrm>
        </p:spPr>
        <p:txBody>
          <a:bodyPr anchor="t">
            <a:noAutofit/>
          </a:bodyPr>
          <a:lstStyle/>
          <a:p>
            <a:r>
              <a:rPr lang="en-US" sz="2880" dirty="0">
                <a:solidFill>
                  <a:srgbClr val="007DC3"/>
                </a:solidFill>
              </a:rPr>
              <a:t>Case Study - </a:t>
            </a:r>
            <a:r>
              <a:rPr lang="en-US" sz="1760" dirty="0">
                <a:solidFill>
                  <a:srgbClr val="007DC3"/>
                </a:solidFill>
              </a:rPr>
              <a:t>Read Only , Cloud based Specification Management System for supplier and manufacturer for large CPG customer</a:t>
            </a:r>
            <a:endParaRPr lang="en-US" sz="2880" dirty="0">
              <a:solidFill>
                <a:srgbClr val="007DC3"/>
              </a:solidFill>
            </a:endParaRPr>
          </a:p>
        </p:txBody>
      </p:sp>
      <p:sp>
        <p:nvSpPr>
          <p:cNvPr id="8" name="Slide Number Placeholder 7"/>
          <p:cNvSpPr>
            <a:spLocks noGrp="1"/>
          </p:cNvSpPr>
          <p:nvPr>
            <p:ph type="sldNum" sz="quarter" idx="2"/>
          </p:nvPr>
        </p:nvSpPr>
        <p:spPr>
          <a:xfrm>
            <a:off x="-8980" y="7784845"/>
            <a:ext cx="749259" cy="447042"/>
          </a:xfrm>
        </p:spPr>
        <p:txBody>
          <a:bodyPr/>
          <a:lstStyle/>
          <a:p>
            <a:pPr defTabSz="731494"/>
            <a:fld id="{7085CB8E-5CA7-424E-9203-0AA164B1E985}" type="slidenum">
              <a:rPr lang="en-US" kern="0">
                <a:solidFill>
                  <a:srgbClr val="000000">
                    <a:lumMod val="75000"/>
                    <a:lumOff val="25000"/>
                  </a:srgbClr>
                </a:solidFill>
                <a:sym typeface="Calibri"/>
              </a:rPr>
              <a:pPr defTabSz="731494"/>
              <a:t>4</a:t>
            </a:fld>
            <a:endParaRPr lang="en-US" kern="0" dirty="0">
              <a:solidFill>
                <a:srgbClr val="000000">
                  <a:lumMod val="75000"/>
                  <a:lumOff val="25000"/>
                </a:srgbClr>
              </a:solidFill>
              <a:sym typeface="Calibri"/>
            </a:endParaRPr>
          </a:p>
        </p:txBody>
      </p:sp>
      <p:pic>
        <p:nvPicPr>
          <p:cNvPr id="5" name="Picture 4">
            <a:extLst>
              <a:ext uri="{FF2B5EF4-FFF2-40B4-BE49-F238E27FC236}">
                <a16:creationId xmlns:a16="http://schemas.microsoft.com/office/drawing/2014/main" id="{C77DF5FF-CBA0-4304-805A-87B1E796447A}"/>
              </a:ext>
            </a:extLst>
          </p:cNvPr>
          <p:cNvPicPr>
            <a:picLocks noChangeAspect="1"/>
          </p:cNvPicPr>
          <p:nvPr/>
        </p:nvPicPr>
        <p:blipFill>
          <a:blip r:embed="rId3"/>
          <a:stretch>
            <a:fillRect/>
          </a:stretch>
        </p:blipFill>
        <p:spPr>
          <a:xfrm>
            <a:off x="264895" y="2118250"/>
            <a:ext cx="6220262" cy="3051158"/>
          </a:xfrm>
          <a:prstGeom prst="rect">
            <a:avLst/>
          </a:prstGeom>
        </p:spPr>
      </p:pic>
      <p:sp>
        <p:nvSpPr>
          <p:cNvPr id="55" name="TextBox 54">
            <a:extLst>
              <a:ext uri="{FF2B5EF4-FFF2-40B4-BE49-F238E27FC236}">
                <a16:creationId xmlns:a16="http://schemas.microsoft.com/office/drawing/2014/main" id="{3A3DD8D3-8CDB-4D97-868A-930F5E3D8CD6}"/>
              </a:ext>
            </a:extLst>
          </p:cNvPr>
          <p:cNvSpPr txBox="1"/>
          <p:nvPr/>
        </p:nvSpPr>
        <p:spPr>
          <a:xfrm>
            <a:off x="264895" y="1138980"/>
            <a:ext cx="5566214" cy="683264"/>
          </a:xfrm>
          <a:prstGeom prst="rect">
            <a:avLst/>
          </a:prstGeom>
          <a:noFill/>
          <a:ln>
            <a:noFill/>
          </a:ln>
        </p:spPr>
        <p:txBody>
          <a:bodyPr wrap="square" rtlCol="0">
            <a:spAutoFit/>
          </a:bodyPr>
          <a:lstStyle>
            <a:defPPr>
              <a:defRPr lang="en-US"/>
            </a:defPPr>
            <a:lvl1pPr algn="just">
              <a:defRPr sz="1200">
                <a:solidFill>
                  <a:schemeClr val="tx1">
                    <a:lumMod val="75000"/>
                  </a:schemeClr>
                </a:solidFill>
                <a:latin typeface="Segoe UI" panose="020B0502040204020203" pitchFamily="34" charset="0"/>
                <a:cs typeface="Segoe UI" panose="020B0502040204020203" pitchFamily="34" charset="0"/>
              </a:defRPr>
            </a:lvl1pPr>
          </a:lstStyle>
          <a:p>
            <a:pPr marL="457205" indent="-457205">
              <a:buFont typeface="Wingdings" panose="05000000000000000000" pitchFamily="2" charset="2"/>
              <a:buChar char="Ø"/>
            </a:pPr>
            <a:r>
              <a:rPr lang="en-US" sz="1280" dirty="0">
                <a:latin typeface="+mn-lt"/>
                <a:cs typeface="+mn-cs"/>
              </a:rPr>
              <a:t>An American multinational consumer goods corporation</a:t>
            </a:r>
          </a:p>
          <a:p>
            <a:pPr marL="457205" indent="-457205">
              <a:buFont typeface="Wingdings" panose="05000000000000000000" pitchFamily="2" charset="2"/>
              <a:buChar char="Ø"/>
            </a:pPr>
            <a:r>
              <a:rPr lang="en-US" sz="1280" dirty="0">
                <a:latin typeface="+mn-lt"/>
                <a:cs typeface="+mn-cs"/>
              </a:rPr>
              <a:t>Current Engagement: Provide end to end implementation of cloud based light weight user friendly Spec Management System.</a:t>
            </a:r>
          </a:p>
        </p:txBody>
      </p:sp>
      <p:sp>
        <p:nvSpPr>
          <p:cNvPr id="56" name="TextBox 55">
            <a:extLst>
              <a:ext uri="{FF2B5EF4-FFF2-40B4-BE49-F238E27FC236}">
                <a16:creationId xmlns:a16="http://schemas.microsoft.com/office/drawing/2014/main" id="{BD639FE5-B8BA-491B-AB7C-966CB4093A50}"/>
              </a:ext>
            </a:extLst>
          </p:cNvPr>
          <p:cNvSpPr txBox="1"/>
          <p:nvPr/>
        </p:nvSpPr>
        <p:spPr>
          <a:xfrm>
            <a:off x="365648" y="6421400"/>
            <a:ext cx="5836739" cy="978729"/>
          </a:xfrm>
          <a:prstGeom prst="rect">
            <a:avLst/>
          </a:prstGeom>
          <a:noFill/>
          <a:ln>
            <a:noFill/>
          </a:ln>
        </p:spPr>
        <p:txBody>
          <a:bodyPr wrap="square" rtlCol="0">
            <a:spAutoFit/>
          </a:bodyPr>
          <a:lstStyle>
            <a:defPPr>
              <a:defRPr lang="en-US"/>
            </a:defPPr>
            <a:lvl1pPr algn="just">
              <a:defRPr sz="1200">
                <a:solidFill>
                  <a:schemeClr val="tx1">
                    <a:lumMod val="75000"/>
                  </a:schemeClr>
                </a:solidFill>
                <a:latin typeface="Segoe UI" panose="020B0502040204020203" pitchFamily="34" charset="0"/>
                <a:cs typeface="Segoe UI" panose="020B0502040204020203" pitchFamily="34" charset="0"/>
              </a:defRPr>
            </a:lvl1pPr>
          </a:lstStyle>
          <a:p>
            <a:pPr marL="457205" indent="-457205">
              <a:buFont typeface="Arial" panose="020B0604020202020204" pitchFamily="34" charset="0"/>
              <a:buChar char="•"/>
            </a:pPr>
            <a:r>
              <a:rPr lang="en-US" sz="1440" dirty="0">
                <a:latin typeface="+mn-lt"/>
                <a:cs typeface="+mn-cs"/>
              </a:rPr>
              <a:t>Micro Services based architecture that can be extended for any COTS package or custom application.</a:t>
            </a:r>
          </a:p>
          <a:p>
            <a:pPr marL="457205" indent="-457205">
              <a:buFont typeface="Arial" panose="020B0604020202020204" pitchFamily="34" charset="0"/>
              <a:buChar char="•"/>
            </a:pPr>
            <a:r>
              <a:rPr lang="en-US" sz="1440" dirty="0">
                <a:latin typeface="+mn-lt"/>
                <a:cs typeface="+mn-cs"/>
              </a:rPr>
              <a:t>Single page application reducing the number of clicks in native application for better user experience.</a:t>
            </a:r>
          </a:p>
        </p:txBody>
      </p:sp>
      <p:sp>
        <p:nvSpPr>
          <p:cNvPr id="57" name="Rectangle 56">
            <a:extLst>
              <a:ext uri="{FF2B5EF4-FFF2-40B4-BE49-F238E27FC236}">
                <a16:creationId xmlns:a16="http://schemas.microsoft.com/office/drawing/2014/main" id="{2F5C540C-4B0B-492E-839C-D9DF790EFFE2}"/>
              </a:ext>
            </a:extLst>
          </p:cNvPr>
          <p:cNvSpPr/>
          <p:nvPr/>
        </p:nvSpPr>
        <p:spPr>
          <a:xfrm>
            <a:off x="574055" y="5638307"/>
            <a:ext cx="5908850" cy="47304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20" b="1" dirty="0"/>
              <a:t>Key Differentiator</a:t>
            </a:r>
          </a:p>
        </p:txBody>
      </p:sp>
      <p:sp>
        <p:nvSpPr>
          <p:cNvPr id="58" name="Rectangle 57">
            <a:extLst>
              <a:ext uri="{FF2B5EF4-FFF2-40B4-BE49-F238E27FC236}">
                <a16:creationId xmlns:a16="http://schemas.microsoft.com/office/drawing/2014/main" id="{2514F6E2-40C4-4E29-BDEB-6EAE94623AD5}"/>
              </a:ext>
            </a:extLst>
          </p:cNvPr>
          <p:cNvSpPr/>
          <p:nvPr/>
        </p:nvSpPr>
        <p:spPr>
          <a:xfrm>
            <a:off x="6719956" y="675585"/>
            <a:ext cx="7209125" cy="7185704"/>
          </a:xfrm>
          <a:prstGeom prst="rect">
            <a:avLst/>
          </a:prstGeom>
          <a:solidFill>
            <a:schemeClr val="accent1">
              <a:lumMod val="20000"/>
              <a:lumOff val="80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7534" tIns="97534" rIns="97534" bIns="97534" numCol="1" spcCol="38100" rtlCol="0" anchor="ctr">
            <a:noAutofit/>
          </a:bodyPr>
          <a:lstStyle/>
          <a:p>
            <a:pPr defTabSz="975349"/>
            <a:endParaRPr lang="en-US" sz="2240"/>
          </a:p>
        </p:txBody>
      </p:sp>
      <p:sp>
        <p:nvSpPr>
          <p:cNvPr id="59" name="TextBox 58">
            <a:extLst>
              <a:ext uri="{FF2B5EF4-FFF2-40B4-BE49-F238E27FC236}">
                <a16:creationId xmlns:a16="http://schemas.microsoft.com/office/drawing/2014/main" id="{B82D6240-A843-43DF-B542-2E7199E030C9}"/>
              </a:ext>
            </a:extLst>
          </p:cNvPr>
          <p:cNvSpPr txBox="1"/>
          <p:nvPr/>
        </p:nvSpPr>
        <p:spPr>
          <a:xfrm>
            <a:off x="6844574" y="1255649"/>
            <a:ext cx="6880638" cy="2259080"/>
          </a:xfrm>
          <a:prstGeom prst="rect">
            <a:avLst/>
          </a:prstGeom>
          <a:noFill/>
          <a:ln>
            <a:noFill/>
          </a:ln>
        </p:spPr>
        <p:txBody>
          <a:bodyPr wrap="square" rtlCol="0">
            <a:spAutoFit/>
          </a:bodyPr>
          <a:lstStyle>
            <a:defPPr>
              <a:defRPr lang="en-US"/>
            </a:defPPr>
            <a:lvl1pPr algn="just">
              <a:defRPr sz="1200">
                <a:solidFill>
                  <a:schemeClr val="tx1">
                    <a:lumMod val="75000"/>
                  </a:schemeClr>
                </a:solidFill>
                <a:latin typeface="Segoe UI" panose="020B0502040204020203" pitchFamily="34" charset="0"/>
                <a:cs typeface="Segoe UI" panose="020B0502040204020203" pitchFamily="34" charset="0"/>
              </a:defRPr>
            </a:lvl1pPr>
          </a:lstStyle>
          <a:p>
            <a:pPr marL="457205" indent="-457205">
              <a:buFont typeface="Wingdings" panose="05000000000000000000" pitchFamily="2" charset="2"/>
              <a:buChar char="Ø"/>
            </a:pPr>
            <a:r>
              <a:rPr lang="en-US" sz="1280" dirty="0">
                <a:latin typeface="+mn-lt"/>
                <a:cs typeface="+mn-cs"/>
              </a:rPr>
              <a:t>Heavily customized complex application landscape involving Dassault ENOVIA and </a:t>
            </a:r>
            <a:r>
              <a:rPr lang="en-US" sz="1280" dirty="0" err="1">
                <a:latin typeface="+mn-lt"/>
                <a:cs typeface="+mn-cs"/>
              </a:rPr>
              <a:t>Exalead</a:t>
            </a:r>
            <a:r>
              <a:rPr lang="en-US" sz="1280" dirty="0">
                <a:latin typeface="+mn-lt"/>
                <a:cs typeface="+mn-cs"/>
              </a:rPr>
              <a:t> based Specification Management System.</a:t>
            </a:r>
          </a:p>
          <a:p>
            <a:pPr marL="457205" indent="-457205">
              <a:buFont typeface="Wingdings" panose="05000000000000000000" pitchFamily="2" charset="2"/>
              <a:buChar char="Ø"/>
            </a:pPr>
            <a:r>
              <a:rPr lang="en-US" sz="1280" dirty="0">
                <a:latin typeface="+mn-lt"/>
                <a:cs typeface="+mn-cs"/>
              </a:rPr>
              <a:t>Very high cost of ENOVIA based license even for read only usage of the specification Management system.</a:t>
            </a:r>
          </a:p>
          <a:p>
            <a:pPr marL="457205" indent="-457205">
              <a:buFont typeface="Wingdings" panose="05000000000000000000" pitchFamily="2" charset="2"/>
              <a:buChar char="Ø"/>
            </a:pPr>
            <a:r>
              <a:rPr lang="en-US" sz="1280" dirty="0">
                <a:latin typeface="+mn-lt"/>
                <a:cs typeface="+mn-cs"/>
              </a:rPr>
              <a:t>Performance issues in accessing basic use cases like searching and viewing a specification and file attachments</a:t>
            </a:r>
          </a:p>
          <a:p>
            <a:pPr marL="457205" indent="-457205">
              <a:buFont typeface="Wingdings" panose="05000000000000000000" pitchFamily="2" charset="2"/>
              <a:buChar char="Ø"/>
            </a:pPr>
            <a:r>
              <a:rPr lang="en-US" sz="1280" dirty="0">
                <a:latin typeface="+mn-lt"/>
                <a:cs typeface="+mn-cs"/>
              </a:rPr>
              <a:t>Current system is not very user friendly for mobile and handheld devices.</a:t>
            </a:r>
          </a:p>
          <a:p>
            <a:pPr marL="457205" indent="-457205">
              <a:buFont typeface="Wingdings" panose="05000000000000000000" pitchFamily="2" charset="2"/>
              <a:buChar char="Ø"/>
            </a:pPr>
            <a:r>
              <a:rPr lang="en-US" sz="1280" dirty="0">
                <a:latin typeface="+mn-lt"/>
                <a:cs typeface="+mn-cs"/>
              </a:rPr>
              <a:t>Current Specification Management system has bottlenecks in certain geographical regions which could not be scaled very easily during season specific peak usage.</a:t>
            </a:r>
          </a:p>
          <a:p>
            <a:pPr marL="457205" indent="-457205">
              <a:buFont typeface="Wingdings" panose="05000000000000000000" pitchFamily="2" charset="2"/>
              <a:buChar char="Ø"/>
            </a:pPr>
            <a:r>
              <a:rPr lang="en-US" sz="1280" dirty="0">
                <a:latin typeface="+mn-lt"/>
                <a:cs typeface="+mn-cs"/>
              </a:rPr>
              <a:t>Security model for current system is very complex and having product specific design which makes it difficult to move into any other system</a:t>
            </a:r>
          </a:p>
        </p:txBody>
      </p:sp>
      <p:sp>
        <p:nvSpPr>
          <p:cNvPr id="60" name="Rectangle 59">
            <a:extLst>
              <a:ext uri="{FF2B5EF4-FFF2-40B4-BE49-F238E27FC236}">
                <a16:creationId xmlns:a16="http://schemas.microsoft.com/office/drawing/2014/main" id="{00F4DAAB-97F1-4207-A12D-7C328160E94D}"/>
              </a:ext>
            </a:extLst>
          </p:cNvPr>
          <p:cNvSpPr/>
          <p:nvPr/>
        </p:nvSpPr>
        <p:spPr>
          <a:xfrm>
            <a:off x="6697942" y="701947"/>
            <a:ext cx="7198846" cy="43100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80" b="1" dirty="0"/>
              <a:t>Business Challenges</a:t>
            </a:r>
          </a:p>
        </p:txBody>
      </p:sp>
      <p:sp>
        <p:nvSpPr>
          <p:cNvPr id="61" name="TextBox 60">
            <a:extLst>
              <a:ext uri="{FF2B5EF4-FFF2-40B4-BE49-F238E27FC236}">
                <a16:creationId xmlns:a16="http://schemas.microsoft.com/office/drawing/2014/main" id="{D0F0876D-CFF1-41E3-925A-62C0ABFCA2B4}"/>
              </a:ext>
            </a:extLst>
          </p:cNvPr>
          <p:cNvSpPr txBox="1"/>
          <p:nvPr/>
        </p:nvSpPr>
        <p:spPr>
          <a:xfrm>
            <a:off x="6655111" y="4114802"/>
            <a:ext cx="7070099" cy="1274195"/>
          </a:xfrm>
          <a:prstGeom prst="rect">
            <a:avLst/>
          </a:prstGeom>
          <a:noFill/>
          <a:ln>
            <a:noFill/>
          </a:ln>
        </p:spPr>
        <p:txBody>
          <a:bodyPr wrap="square" rtlCol="0">
            <a:spAutoFit/>
          </a:bodyPr>
          <a:lstStyle>
            <a:defPPr>
              <a:defRPr lang="en-US"/>
            </a:defPPr>
            <a:lvl1pPr algn="just">
              <a:defRPr sz="1200">
                <a:solidFill>
                  <a:schemeClr val="tx1">
                    <a:lumMod val="75000"/>
                  </a:schemeClr>
                </a:solidFill>
                <a:latin typeface="Segoe UI" panose="020B0502040204020203" pitchFamily="34" charset="0"/>
                <a:cs typeface="Segoe UI" panose="020B0502040204020203" pitchFamily="34" charset="0"/>
              </a:defRPr>
            </a:lvl1pPr>
          </a:lstStyle>
          <a:p>
            <a:pPr marL="457205" indent="-457205">
              <a:buFont typeface="Wingdings" panose="05000000000000000000" pitchFamily="2" charset="2"/>
              <a:buChar char="Ø"/>
            </a:pPr>
            <a:r>
              <a:rPr lang="en-US" sz="1280" dirty="0">
                <a:latin typeface="+mn-lt"/>
                <a:cs typeface="+mn-cs"/>
              </a:rPr>
              <a:t>Implementation of MQL Micro-Services layer for data access</a:t>
            </a:r>
          </a:p>
          <a:p>
            <a:pPr marL="457205" indent="-457205">
              <a:buFont typeface="Wingdings" panose="05000000000000000000" pitchFamily="2" charset="2"/>
              <a:buChar char="Ø"/>
            </a:pPr>
            <a:r>
              <a:rPr lang="en-US" sz="1280" dirty="0">
                <a:latin typeface="+mn-lt"/>
                <a:cs typeface="+mn-cs"/>
              </a:rPr>
              <a:t>Consumption of single license</a:t>
            </a:r>
          </a:p>
          <a:p>
            <a:pPr marL="457205" indent="-457205">
              <a:buFont typeface="Wingdings" panose="05000000000000000000" pitchFamily="2" charset="2"/>
              <a:buChar char="Ø"/>
            </a:pPr>
            <a:r>
              <a:rPr lang="en-US" sz="1280" dirty="0">
                <a:latin typeface="+mn-lt"/>
                <a:cs typeface="+mn-cs"/>
              </a:rPr>
              <a:t>Integration layer for user request gateway</a:t>
            </a:r>
          </a:p>
          <a:p>
            <a:pPr marL="457205" indent="-457205">
              <a:buFont typeface="Wingdings" panose="05000000000000000000" pitchFamily="2" charset="2"/>
              <a:buChar char="Ø"/>
            </a:pPr>
            <a:r>
              <a:rPr lang="en-US" sz="1280" dirty="0">
                <a:latin typeface="+mn-lt"/>
                <a:cs typeface="+mn-cs"/>
              </a:rPr>
              <a:t>React UI for lighter user experience</a:t>
            </a:r>
          </a:p>
          <a:p>
            <a:pPr marL="457205" indent="-457205">
              <a:buFont typeface="Wingdings" panose="05000000000000000000" pitchFamily="2" charset="2"/>
              <a:buChar char="Ø"/>
            </a:pPr>
            <a:r>
              <a:rPr lang="en-US" sz="1280" dirty="0">
                <a:latin typeface="+mn-lt"/>
                <a:cs typeface="+mn-cs"/>
              </a:rPr>
              <a:t>Responsive web design </a:t>
            </a:r>
          </a:p>
          <a:p>
            <a:pPr marL="457205" indent="-457205">
              <a:buFont typeface="Wingdings" panose="05000000000000000000" pitchFamily="2" charset="2"/>
              <a:buChar char="Ø"/>
            </a:pPr>
            <a:r>
              <a:rPr lang="en-US" sz="1280" dirty="0">
                <a:latin typeface="+mn-lt"/>
                <a:cs typeface="+mn-cs"/>
              </a:rPr>
              <a:t>Multi region Azure based solution</a:t>
            </a:r>
          </a:p>
        </p:txBody>
      </p:sp>
      <p:sp>
        <p:nvSpPr>
          <p:cNvPr id="62" name="Rectangle 61">
            <a:extLst>
              <a:ext uri="{FF2B5EF4-FFF2-40B4-BE49-F238E27FC236}">
                <a16:creationId xmlns:a16="http://schemas.microsoft.com/office/drawing/2014/main" id="{E6BDE438-F75F-491A-9CB5-7AFE8FE67F9E}"/>
              </a:ext>
            </a:extLst>
          </p:cNvPr>
          <p:cNvSpPr/>
          <p:nvPr/>
        </p:nvSpPr>
        <p:spPr>
          <a:xfrm>
            <a:off x="6709743" y="3706340"/>
            <a:ext cx="7175240" cy="45096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80" b="1" dirty="0"/>
              <a:t>Solution &amp; Approach</a:t>
            </a:r>
          </a:p>
        </p:txBody>
      </p:sp>
      <p:sp>
        <p:nvSpPr>
          <p:cNvPr id="68" name="TextBox 67">
            <a:extLst>
              <a:ext uri="{FF2B5EF4-FFF2-40B4-BE49-F238E27FC236}">
                <a16:creationId xmlns:a16="http://schemas.microsoft.com/office/drawing/2014/main" id="{B252E841-CA4E-4539-A75C-17913E33EBC9}"/>
              </a:ext>
            </a:extLst>
          </p:cNvPr>
          <p:cNvSpPr txBox="1"/>
          <p:nvPr/>
        </p:nvSpPr>
        <p:spPr>
          <a:xfrm>
            <a:off x="6595774" y="5916576"/>
            <a:ext cx="7058666" cy="1865126"/>
          </a:xfrm>
          <a:prstGeom prst="rect">
            <a:avLst/>
          </a:prstGeom>
          <a:noFill/>
          <a:ln>
            <a:noFill/>
          </a:ln>
        </p:spPr>
        <p:txBody>
          <a:bodyPr wrap="square" rtlCol="0">
            <a:spAutoFit/>
          </a:bodyPr>
          <a:lstStyle>
            <a:defPPr>
              <a:defRPr lang="en-US"/>
            </a:defPPr>
            <a:lvl1pPr algn="just">
              <a:defRPr sz="1200">
                <a:solidFill>
                  <a:schemeClr val="tx1">
                    <a:lumMod val="75000"/>
                  </a:schemeClr>
                </a:solidFill>
                <a:latin typeface="Segoe UI" panose="020B0502040204020203" pitchFamily="34" charset="0"/>
                <a:cs typeface="Segoe UI" panose="020B0502040204020203" pitchFamily="34" charset="0"/>
              </a:defRPr>
            </a:lvl1pPr>
          </a:lstStyle>
          <a:p>
            <a:pPr marL="457205" indent="-457205">
              <a:buFont typeface="Wingdings" panose="05000000000000000000" pitchFamily="2" charset="2"/>
              <a:buChar char="Ø"/>
            </a:pPr>
            <a:r>
              <a:rPr lang="en-US" sz="1280" dirty="0">
                <a:latin typeface="+mn-lt"/>
                <a:cs typeface="+mn-cs"/>
              </a:rPr>
              <a:t>Consumption of just single license for MQL microservices causing saving of all read only licenses related to specification management system.</a:t>
            </a:r>
          </a:p>
          <a:p>
            <a:pPr marL="457205" indent="-457205">
              <a:buFont typeface="Wingdings" panose="05000000000000000000" pitchFamily="2" charset="2"/>
              <a:buChar char="Ø"/>
            </a:pPr>
            <a:r>
              <a:rPr lang="en-US" sz="1280" dirty="0">
                <a:latin typeface="+mn-lt"/>
                <a:cs typeface="+mn-cs"/>
              </a:rPr>
              <a:t>Every spec request is loaded within 3 seconds.</a:t>
            </a:r>
          </a:p>
          <a:p>
            <a:pPr marL="457205" indent="-457205">
              <a:buFont typeface="Wingdings" panose="05000000000000000000" pitchFamily="2" charset="2"/>
              <a:buChar char="Ø"/>
            </a:pPr>
            <a:r>
              <a:rPr lang="en-US" sz="1280" dirty="0">
                <a:latin typeface="+mn-lt"/>
                <a:cs typeface="+mn-cs"/>
              </a:rPr>
              <a:t>Cost saving of </a:t>
            </a:r>
            <a:r>
              <a:rPr lang="en-US" sz="1280" dirty="0" err="1">
                <a:latin typeface="+mn-lt"/>
                <a:cs typeface="+mn-cs"/>
              </a:rPr>
              <a:t>Exalead</a:t>
            </a:r>
            <a:r>
              <a:rPr lang="en-US" sz="1280" dirty="0">
                <a:latin typeface="+mn-lt"/>
                <a:cs typeface="+mn-cs"/>
              </a:rPr>
              <a:t> license by implementing open-source custom search based on Elastic Search.</a:t>
            </a:r>
          </a:p>
          <a:p>
            <a:pPr marL="457205" indent="-457205">
              <a:buFont typeface="Wingdings" panose="05000000000000000000" pitchFamily="2" charset="2"/>
              <a:buChar char="Ø"/>
            </a:pPr>
            <a:r>
              <a:rPr lang="en-US" sz="1280" dirty="0">
                <a:latin typeface="+mn-lt"/>
                <a:cs typeface="+mn-cs"/>
              </a:rPr>
              <a:t>Handheld device friendly user interface for mobile users.</a:t>
            </a:r>
          </a:p>
          <a:p>
            <a:pPr marL="457205" indent="-457205">
              <a:buFont typeface="Wingdings" panose="05000000000000000000" pitchFamily="2" charset="2"/>
              <a:buChar char="Ø"/>
            </a:pPr>
            <a:r>
              <a:rPr lang="en-US" sz="1280" dirty="0">
                <a:latin typeface="+mn-lt"/>
                <a:cs typeface="+mn-cs"/>
              </a:rPr>
              <a:t>Build time for current ENOVIA based production is 18 hours which needed additional read-only environment to be brought up every weekend during build time. This activity will be eliminated saving time.</a:t>
            </a:r>
          </a:p>
        </p:txBody>
      </p:sp>
      <p:sp>
        <p:nvSpPr>
          <p:cNvPr id="71" name="Rectangle 70">
            <a:extLst>
              <a:ext uri="{FF2B5EF4-FFF2-40B4-BE49-F238E27FC236}">
                <a16:creationId xmlns:a16="http://schemas.microsoft.com/office/drawing/2014/main" id="{E4845B56-0E79-4727-B1E5-95D32B594233}"/>
              </a:ext>
            </a:extLst>
          </p:cNvPr>
          <p:cNvSpPr/>
          <p:nvPr/>
        </p:nvSpPr>
        <p:spPr>
          <a:xfrm>
            <a:off x="6714213" y="5476405"/>
            <a:ext cx="7141357" cy="40049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Business Benefits / Value Delivered</a:t>
            </a:r>
          </a:p>
        </p:txBody>
      </p:sp>
    </p:spTree>
    <p:extLst>
      <p:ext uri="{BB962C8B-B14F-4D97-AF65-F5344CB8AC3E}">
        <p14:creationId xmlns:p14="http://schemas.microsoft.com/office/powerpoint/2010/main" val="251519267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69817" y="2059773"/>
            <a:ext cx="5080635" cy="1089827"/>
          </a:xfrm>
          <a:prstGeom prst="rect">
            <a:avLst/>
          </a:prstGeom>
        </p:spPr>
        <p:txBody>
          <a:bodyPr/>
          <a:lstStyle/>
          <a:p>
            <a:r>
              <a:rPr lang="en-US" dirty="0"/>
              <a:t>THANK YOU</a:t>
            </a:r>
          </a:p>
        </p:txBody>
      </p:sp>
    </p:spTree>
    <p:extLst>
      <p:ext uri="{BB962C8B-B14F-4D97-AF65-F5344CB8AC3E}">
        <p14:creationId xmlns:p14="http://schemas.microsoft.com/office/powerpoint/2010/main" val="3421321627"/>
      </p:ext>
    </p:extLst>
  </p:cSld>
  <p:clrMapOvr>
    <a:masterClrMapping/>
  </p:clrMapOvr>
  <p:transition spd="med"/>
</p:sld>
</file>

<file path=ppt/theme/theme1.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4ba925-edb6-4997-81f4-88223fcff4a5">
      <Terms xmlns="http://schemas.microsoft.com/office/infopath/2007/PartnerControls"/>
    </lcf76f155ced4ddcb4097134ff3c332f>
    <TaxCatchAll xmlns="0fac12de-0c87-4188-b5f4-693e45a773b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B4571278A635943B72D06E4A13897A2" ma:contentTypeVersion="11" ma:contentTypeDescription="Create a new document." ma:contentTypeScope="" ma:versionID="058df1f21d3f189a6ea598787ce68d55">
  <xsd:schema xmlns:xsd="http://www.w3.org/2001/XMLSchema" xmlns:xs="http://www.w3.org/2001/XMLSchema" xmlns:p="http://schemas.microsoft.com/office/2006/metadata/properties" xmlns:ns2="9f4ba925-edb6-4997-81f4-88223fcff4a5" xmlns:ns3="0fac12de-0c87-4188-b5f4-693e45a773b0" targetNamespace="http://schemas.microsoft.com/office/2006/metadata/properties" ma:root="true" ma:fieldsID="763098a650df4bd3f9b51acabcc7028e" ns2:_="" ns3:_="">
    <xsd:import namespace="9f4ba925-edb6-4997-81f4-88223fcff4a5"/>
    <xsd:import namespace="0fac12de-0c87-4188-b5f4-693e45a773b0"/>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4ba925-edb6-4997-81f4-88223fcff4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7bd3049a-d92e-47f6-938a-5800ed4570ae"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fac12de-0c87-4188-b5f4-693e45a773b0"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8d326e06-c367-4f2d-a7d5-c94210798faf}" ma:internalName="TaxCatchAll" ma:showField="CatchAllData" ma:web="0fac12de-0c87-4188-b5f4-693e45a773b0">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3CCBC5-C18C-42BB-9D2A-280831F7CAF0}">
  <ds:schemaRefs>
    <ds:schemaRef ds:uri="http://schemas.microsoft.com/office/2006/metadata/properties"/>
    <ds:schemaRef ds:uri="http://www.w3.org/2000/xmlns/"/>
    <ds:schemaRef ds:uri="9f4ba925-edb6-4997-81f4-88223fcff4a5"/>
    <ds:schemaRef ds:uri="http://schemas.microsoft.com/office/infopath/2007/PartnerControls"/>
    <ds:schemaRef ds:uri="0fac12de-0c87-4188-b5f4-693e45a773b0"/>
    <ds:schemaRef ds:uri="http://www.w3.org/2001/XMLSchema-instance"/>
  </ds:schemaRefs>
</ds:datastoreItem>
</file>

<file path=customXml/itemProps2.xml><?xml version="1.0" encoding="utf-8"?>
<ds:datastoreItem xmlns:ds="http://schemas.openxmlformats.org/officeDocument/2006/customXml" ds:itemID="{19548F0A-9354-4DF8-A62D-7995989AFD62}">
  <ds:schemaRefs>
    <ds:schemaRef ds:uri="http://schemas.microsoft.com/office/2006/metadata/contentType"/>
    <ds:schemaRef ds:uri="http://schemas.microsoft.com/office/2006/metadata/properties/metaAttributes"/>
    <ds:schemaRef ds:uri="http://www.w3.org/2000/xmlns/"/>
    <ds:schemaRef ds:uri="http://www.w3.org/2001/XMLSchema"/>
    <ds:schemaRef ds:uri="9f4ba925-edb6-4997-81f4-88223fcff4a5"/>
    <ds:schemaRef ds:uri="0fac12de-0c87-4188-b5f4-693e45a773b0"/>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BDCC57-B7FA-460F-8A89-738E42E6E3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681377</TotalTime>
  <Words>657</Words>
  <Application>Microsoft Office PowerPoint</Application>
  <PresentationFormat>Custom</PresentationFormat>
  <Paragraphs>74</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Wingdings</vt:lpstr>
      <vt:lpstr>Infosys Template 1</vt:lpstr>
      <vt:lpstr>Global Spec Interface  Engineering Services, Infosys</vt:lpstr>
      <vt:lpstr>Why is Light Viewer Global Spec Interface needed?</vt:lpstr>
      <vt:lpstr>About PLM Light Viewer </vt:lpstr>
      <vt:lpstr>Case Study - Read Only , Cloud based Specification Management System for supplier and manufacturer for large CPG customer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Kapil Manikrao Jadhav</cp:lastModifiedBy>
  <cp:revision>452</cp:revision>
  <dcterms:modified xsi:type="dcterms:W3CDTF">2022-08-26T11:30:52Z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MSIP_Label_be4b3411-284d-4d31-bd4f-bc13ef7f1fd6_Enabled">
    <vt:lpwstr>True</vt:lpwstr>
  </property>
  <property fmtid="{D5CDD505-2E9C-101B-9397-08002B2CF9AE}" pid="6" name="MSIP_Label_be4b3411-284d-4d31-bd4f-bc13ef7f1fd6_SiteId">
    <vt:lpwstr>63ce7d59-2f3e-42cd-a8cc-be764cff5eb6</vt:lpwstr>
  </property>
  <property fmtid="{D5CDD505-2E9C-101B-9397-08002B2CF9AE}" pid="7" name="MSIP_Label_be4b3411-284d-4d31-bd4f-bc13ef7f1fd6_Owner">
    <vt:lpwstr>Ajimon.ve0232@ad.infosys.com</vt:lpwstr>
  </property>
  <property fmtid="{D5CDD505-2E9C-101B-9397-08002B2CF9AE}" pid="8" name="MSIP_Label_be4b3411-284d-4d31-bd4f-bc13ef7f1fd6_SetDate">
    <vt:lpwstr>2019-11-29T11:16:30.1443026Z</vt:lpwstr>
  </property>
  <property fmtid="{D5CDD505-2E9C-101B-9397-08002B2CF9AE}" pid="9" name="MSIP_Label_be4b3411-284d-4d31-bd4f-bc13ef7f1fd6_Name">
    <vt:lpwstr>Internal</vt:lpwstr>
  </property>
  <property fmtid="{D5CDD505-2E9C-101B-9397-08002B2CF9AE}" pid="10" name="MSIP_Label_be4b3411-284d-4d31-bd4f-bc13ef7f1fd6_Application">
    <vt:lpwstr>Microsoft Azure Information Protection</vt:lpwstr>
  </property>
  <property fmtid="{D5CDD505-2E9C-101B-9397-08002B2CF9AE}" pid="11" name="MSIP_Label_be4b3411-284d-4d31-bd4f-bc13ef7f1fd6_ActionId">
    <vt:lpwstr>57d9d707-1e3a-4471-b787-748a1718fa9f</vt:lpwstr>
  </property>
  <property fmtid="{D5CDD505-2E9C-101B-9397-08002B2CF9AE}" pid="12" name="MSIP_Label_be4b3411-284d-4d31-bd4f-bc13ef7f1fd6_Extended_MSFT_Method">
    <vt:lpwstr>Automatic</vt:lpwstr>
  </property>
  <property fmtid="{D5CDD505-2E9C-101B-9397-08002B2CF9AE}" pid="13" name="ContentTypeId">
    <vt:lpwstr>0x0101000B4571278A635943B72D06E4A13897A2</vt:lpwstr>
  </property>
  <property fmtid="{D5CDD505-2E9C-101B-9397-08002B2CF9AE}" pid="14" name="MediaServiceImageTags">
    <vt:lpwstr/>
  </property>
  <property fmtid="{D5CDD505-2E9C-101B-9397-08002B2CF9AE}" pid="15" name="MSIP_Label_a0819fa7-4367-4500-ba88-dd630d977609_Enabled">
    <vt:lpwstr>true</vt:lpwstr>
  </property>
  <property fmtid="{D5CDD505-2E9C-101B-9397-08002B2CF9AE}" pid="16" name="MSIP_Label_a0819fa7-4367-4500-ba88-dd630d977609_SetDate">
    <vt:lpwstr>2022-08-04T12:46:33Z</vt:lpwstr>
  </property>
  <property fmtid="{D5CDD505-2E9C-101B-9397-08002B2CF9AE}" pid="17" name="MSIP_Label_a0819fa7-4367-4500-ba88-dd630d977609_Method">
    <vt:lpwstr>Standard</vt:lpwstr>
  </property>
  <property fmtid="{D5CDD505-2E9C-101B-9397-08002B2CF9AE}" pid="18" name="MSIP_Label_a0819fa7-4367-4500-ba88-dd630d977609_Name">
    <vt:lpwstr>a0819fa7-4367-4500-ba88-dd630d977609</vt:lpwstr>
  </property>
  <property fmtid="{D5CDD505-2E9C-101B-9397-08002B2CF9AE}" pid="19" name="MSIP_Label_a0819fa7-4367-4500-ba88-dd630d977609_SiteId">
    <vt:lpwstr>63ce7d59-2f3e-42cd-a8cc-be764cff5eb6</vt:lpwstr>
  </property>
  <property fmtid="{D5CDD505-2E9C-101B-9397-08002B2CF9AE}" pid="20" name="MSIP_Label_a0819fa7-4367-4500-ba88-dd630d977609_ActionId">
    <vt:lpwstr>57d9d707-1e3a-4471-b787-748a1718fa9f</vt:lpwstr>
  </property>
  <property fmtid="{D5CDD505-2E9C-101B-9397-08002B2CF9AE}" pid="21" name="MSIP_Label_a0819fa7-4367-4500-ba88-dd630d977609_ContentBits">
    <vt:lpwstr>0</vt:lpwstr>
  </property>
</Properties>
</file>