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SpecReader PROD – Post-Deployment Performance Fix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097280"/>
            <a:ext cx="10050905" cy="1477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br>
              <a:rPr dirty="0"/>
            </a:br>
            <a:r>
              <a:rPr dirty="0"/>
              <a:t>⚠️ Issue Summary:</a:t>
            </a:r>
            <a:br>
              <a:rPr dirty="0"/>
            </a:br>
            <a:r>
              <a:rPr dirty="0"/>
              <a:t>After each PROD code release, system response times increase noticeably for 1–3 days before stabilizing.</a:t>
            </a:r>
            <a:br>
              <a:rPr dirty="0"/>
            </a:br>
            <a:br>
              <a:rPr dirty="0"/>
            </a:br>
            <a:r>
              <a:rPr dirty="0"/>
              <a:t>🧠 Root Causes:</a:t>
            </a:r>
            <a:br>
              <a:rPr dirty="0"/>
            </a:br>
            <a:r>
              <a:rPr dirty="0"/>
              <a:t>• Cold JVM / JIT warm-up delays</a:t>
            </a:r>
            <a:br>
              <a:rPr dirty="0"/>
            </a:br>
            <a:r>
              <a:rPr dirty="0"/>
              <a:t>• Cache resets (Redis, in-memory, </a:t>
            </a:r>
            <a:r>
              <a:rPr dirty="0" err="1"/>
              <a:t>ElasticSearch</a:t>
            </a:r>
            <a:r>
              <a:rPr dirty="0"/>
              <a:t>)</a:t>
            </a:r>
            <a:br>
              <a:rPr dirty="0"/>
            </a:br>
            <a:r>
              <a:rPr dirty="0"/>
              <a:t>• </a:t>
            </a:r>
            <a:r>
              <a:rPr dirty="0" err="1"/>
              <a:t>ElasticSearch</a:t>
            </a:r>
            <a:r>
              <a:rPr dirty="0"/>
              <a:t> query latency due to cold segments</a:t>
            </a:r>
            <a:br>
              <a:rPr dirty="0"/>
            </a:br>
            <a:r>
              <a:rPr dirty="0"/>
              <a:t>• Oracle/PostgreSQL query plan rebuilds</a:t>
            </a:r>
            <a:br>
              <a:rPr dirty="0"/>
            </a:br>
            <a:r>
              <a:rPr dirty="0"/>
              <a:t>• High GC/memory usage after deploy</a:t>
            </a:r>
            <a:br>
              <a:rPr dirty="0"/>
            </a:br>
            <a:r>
              <a:rPr dirty="0"/>
              <a:t>• Background tasks (indexing, migrations) adding load</a:t>
            </a:r>
            <a:br>
              <a:rPr dirty="0"/>
            </a:br>
            <a:br>
              <a:rPr dirty="0"/>
            </a:br>
            <a:r>
              <a:rPr dirty="0"/>
              <a:t>🖥️ Infrastructure Breakdown:</a:t>
            </a:r>
            <a:br>
              <a:rPr dirty="0"/>
            </a:br>
            <a:r>
              <a:rPr dirty="0"/>
              <a:t>• Enovia: MQL 21–24 (4 servers) – Enovia JAR/service</a:t>
            </a:r>
            <a:br>
              <a:rPr dirty="0"/>
            </a:br>
            <a:r>
              <a:rPr dirty="0"/>
              <a:t>• </a:t>
            </a:r>
            <a:r>
              <a:rPr dirty="0" err="1"/>
              <a:t>ElasticSearch</a:t>
            </a:r>
            <a:r>
              <a:rPr dirty="0"/>
              <a:t>: 3 VMs – Search engine</a:t>
            </a:r>
            <a:br>
              <a:rPr dirty="0"/>
            </a:br>
            <a:r>
              <a:rPr dirty="0"/>
              <a:t>• Microservices: 4 servers – Business logic APIs</a:t>
            </a:r>
            <a:br>
              <a:rPr dirty="0"/>
            </a:br>
            <a:r>
              <a:rPr dirty="0"/>
              <a:t>• UI Service: 1 server – Frontend / BFF</a:t>
            </a:r>
            <a:br>
              <a:rPr dirty="0"/>
            </a:br>
            <a:br>
              <a:rPr dirty="0"/>
            </a:br>
            <a:r>
              <a:rPr dirty="0"/>
              <a:t>✅ Fix Plan by Layer:</a:t>
            </a:r>
            <a:br>
              <a:rPr dirty="0"/>
            </a:br>
            <a:r>
              <a:rPr dirty="0"/>
              <a:t>🔹 Enovia (MQL 21–24):</a:t>
            </a:r>
            <a:br>
              <a:rPr dirty="0"/>
            </a:br>
            <a:r>
              <a:rPr dirty="0"/>
              <a:t>  - Optimize JVM (heap, GC)</a:t>
            </a:r>
            <a:br>
              <a:rPr dirty="0"/>
            </a:br>
            <a:r>
              <a:rPr dirty="0"/>
              <a:t>  - Analyze slow MQL/JPO</a:t>
            </a:r>
            <a:br>
              <a:rPr dirty="0"/>
            </a:br>
            <a:r>
              <a:rPr dirty="0"/>
              <a:t>  - Keep internal cache warm</a:t>
            </a:r>
            <a:br>
              <a:rPr dirty="0"/>
            </a:br>
            <a:br>
              <a:rPr dirty="0"/>
            </a:br>
            <a:r>
              <a:rPr dirty="0"/>
              <a:t>🔹 </a:t>
            </a:r>
            <a:r>
              <a:rPr dirty="0" err="1"/>
              <a:t>ElasticSearch</a:t>
            </a:r>
            <a:r>
              <a:rPr dirty="0"/>
              <a:t>:</a:t>
            </a:r>
            <a:br>
              <a:rPr dirty="0"/>
            </a:br>
            <a:r>
              <a:rPr dirty="0"/>
              <a:t>  - Run top queries post-deploy</a:t>
            </a:r>
            <a:br>
              <a:rPr dirty="0"/>
            </a:br>
            <a:r>
              <a:rPr dirty="0"/>
              <a:t>  - Enable </a:t>
            </a:r>
            <a:r>
              <a:rPr dirty="0" err="1"/>
              <a:t>slowlog</a:t>
            </a:r>
            <a:r>
              <a:rPr dirty="0"/>
              <a:t>, optimize shard placement</a:t>
            </a:r>
            <a:br>
              <a:rPr dirty="0"/>
            </a:br>
            <a:r>
              <a:rPr dirty="0"/>
              <a:t>  - Monitor cache hit ratio</a:t>
            </a:r>
            <a:br>
              <a:rPr dirty="0"/>
            </a:br>
            <a:br>
              <a:rPr dirty="0"/>
            </a:br>
            <a:r>
              <a:rPr dirty="0"/>
              <a:t>🔹 Microservices:</a:t>
            </a:r>
            <a:br>
              <a:rPr dirty="0"/>
            </a:br>
            <a:r>
              <a:rPr dirty="0"/>
              <a:t>  - Preload Redis/config cache</a:t>
            </a:r>
            <a:br>
              <a:rPr dirty="0"/>
            </a:br>
            <a:r>
              <a:rPr dirty="0"/>
              <a:t>  - Warm up JVM (simulate traffic)</a:t>
            </a:r>
            <a:br>
              <a:rPr dirty="0"/>
            </a:br>
            <a:r>
              <a:rPr dirty="0"/>
              <a:t>  - Tune connection pool</a:t>
            </a:r>
            <a:br>
              <a:rPr dirty="0"/>
            </a:br>
            <a:br>
              <a:rPr dirty="0"/>
            </a:br>
            <a:r>
              <a:rPr dirty="0"/>
              <a:t>🔹 UI:</a:t>
            </a:r>
            <a:br>
              <a:rPr dirty="0"/>
            </a:br>
            <a:r>
              <a:rPr dirty="0"/>
              <a:t>  - Warm-up frontend pages</a:t>
            </a:r>
            <a:br>
              <a:rPr dirty="0"/>
            </a:br>
            <a:r>
              <a:rPr dirty="0"/>
              <a:t>  - Reduce backend API roundtrips</a:t>
            </a:r>
            <a:br>
              <a:rPr dirty="0"/>
            </a:br>
            <a:r>
              <a:rPr dirty="0"/>
              <a:t>  - Use CDN or caching layer</a:t>
            </a:r>
            <a:br>
              <a:rPr dirty="0"/>
            </a:br>
            <a:br>
              <a:rPr dirty="0"/>
            </a:br>
            <a:r>
              <a:rPr dirty="0"/>
              <a:t>🚀 Deployment &amp; Monitoring Fixes:</a:t>
            </a:r>
            <a:br>
              <a:rPr dirty="0"/>
            </a:br>
            <a:r>
              <a:rPr dirty="0"/>
              <a:t>• Add warm-up endpoint &amp; call via ADO pipeline</a:t>
            </a:r>
            <a:br>
              <a:rPr dirty="0"/>
            </a:br>
            <a:r>
              <a:rPr dirty="0"/>
              <a:t>• Preload cache &amp; </a:t>
            </a:r>
            <a:r>
              <a:rPr dirty="0" err="1"/>
              <a:t>ElasticSearch</a:t>
            </a:r>
            <a:r>
              <a:rPr dirty="0"/>
              <a:t> segments</a:t>
            </a:r>
            <a:br>
              <a:rPr dirty="0"/>
            </a:br>
            <a:r>
              <a:rPr dirty="0"/>
              <a:t>• Enable synthetic monitoring post-deploy</a:t>
            </a:r>
            <a:br>
              <a:rPr dirty="0"/>
            </a:br>
            <a:r>
              <a:rPr dirty="0"/>
              <a:t>• Use blue-green or canary release strategy</a:t>
            </a:r>
            <a:br>
              <a:rPr dirty="0"/>
            </a:br>
            <a:r>
              <a:rPr dirty="0"/>
              <a:t>• Monitor response time with APM</a:t>
            </a:r>
            <a:br>
              <a:rPr dirty="0"/>
            </a:br>
            <a:br>
              <a:rPr dirty="0"/>
            </a:br>
            <a:r>
              <a:rPr dirty="0"/>
              <a:t>📊 Expected Outcome:</a:t>
            </a:r>
            <a:br>
              <a:rPr dirty="0"/>
            </a:br>
            <a:r>
              <a:rPr dirty="0"/>
              <a:t>✔️ Faster response times post-release</a:t>
            </a:r>
            <a:br>
              <a:rPr dirty="0"/>
            </a:br>
            <a:r>
              <a:rPr dirty="0"/>
              <a:t>✔️ Improved user experience</a:t>
            </a:r>
            <a:br>
              <a:rPr dirty="0"/>
            </a:br>
            <a:r>
              <a:rPr dirty="0"/>
              <a:t>✔️ Lower load on backend systems</a:t>
            </a:r>
            <a:br>
              <a:rPr dirty="0"/>
            </a:br>
            <a:r>
              <a:rPr dirty="0"/>
              <a:t>✔️ Predictable deployment behavior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342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SpecReader PROD – Post-Deployment Performance Fix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Jwala Narasimha Rao Unnam</cp:lastModifiedBy>
  <cp:revision>2</cp:revision>
  <dcterms:created xsi:type="dcterms:W3CDTF">2013-01-27T09:14:16Z</dcterms:created>
  <dcterms:modified xsi:type="dcterms:W3CDTF">2025-07-03T20:36:44Z</dcterms:modified>
  <cp:category/>
</cp:coreProperties>
</file>