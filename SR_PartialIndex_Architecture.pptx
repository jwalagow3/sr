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19" r:id="rId5"/>
  </p:sldMasterIdLst>
  <p:notesMasterIdLst>
    <p:notesMasterId r:id="rId16"/>
  </p:notesMasterIdLst>
  <p:handoutMasterIdLst>
    <p:handoutMasterId r:id="rId17"/>
  </p:handoutMasterIdLst>
  <p:sldIdLst>
    <p:sldId id="333" r:id="rId6"/>
    <p:sldId id="694" r:id="rId7"/>
    <p:sldId id="334" r:id="rId8"/>
    <p:sldId id="695" r:id="rId9"/>
    <p:sldId id="697" r:id="rId10"/>
    <p:sldId id="698" r:id="rId11"/>
    <p:sldId id="696" r:id="rId12"/>
    <p:sldId id="700" r:id="rId13"/>
    <p:sldId id="701" r:id="rId14"/>
    <p:sldId id="703" r:id="rId15"/>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521415D9-36F7-43E2-AB2F-B90AF26B5E84}">
      <p14:sectionLst xmlns:p14="http://schemas.microsoft.com/office/powerpoint/2010/main">
        <p14:section name="Default Section" id="{5E313043-FB64-4173-9D93-8ED6D4C2724D}">
          <p14:sldIdLst>
            <p14:sldId id="333"/>
            <p14:sldId id="694"/>
            <p14:sldId id="334"/>
            <p14:sldId id="695"/>
            <p14:sldId id="697"/>
            <p14:sldId id="698"/>
          </p14:sldIdLst>
        </p14:section>
        <p14:section name="Untitled Section" id="{2E4DAF83-1843-4290-A6F9-37E1CB04219D}">
          <p14:sldIdLst>
            <p14:sldId id="696"/>
            <p14:sldId id="700"/>
            <p14:sldId id="701"/>
            <p14:sldId id="703"/>
          </p14:sldIdLst>
        </p14:section>
      </p14:sectionLst>
    </p:ext>
    <p:ext uri="{EFAFB233-063F-42B5-8137-9DF3F51BA10A}">
      <p15:sldGuideLst xmlns:p15="http://schemas.microsoft.com/office/powerpoint/2012/main">
        <p15:guide id="1" orient="horz" pos="3240" userDrawn="1">
          <p15:clr>
            <a:srgbClr val="A4A3A4"/>
          </p15:clr>
        </p15:guide>
        <p15:guide id="2" pos="5760" userDrawn="1">
          <p15:clr>
            <a:srgbClr val="A4A3A4"/>
          </p15:clr>
        </p15:guide>
        <p15:guide id="3" orient="horz" pos="1068" userDrawn="1">
          <p15:clr>
            <a:srgbClr val="A4A3A4"/>
          </p15:clr>
        </p15:guide>
        <p15:guide id="4" orient="horz" pos="2148" userDrawn="1">
          <p15:clr>
            <a:srgbClr val="A4A3A4"/>
          </p15:clr>
        </p15:guide>
        <p15:guide id="5" pos="1920" userDrawn="1">
          <p15:clr>
            <a:srgbClr val="A4A3A4"/>
          </p15:clr>
        </p15:guide>
        <p15:guide id="6"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e Clark" initials="ZC" lastIdx="2" clrIdx="0">
    <p:extLst>
      <p:ext uri="{19B8F6BF-5375-455C-9EA6-DF929625EA0E}">
        <p15:presenceInfo xmlns:p15="http://schemas.microsoft.com/office/powerpoint/2012/main" userId="S-1-5-21-266749940-1637964444-929701000-3543099" providerId="AD"/>
      </p:ext>
    </p:extLst>
  </p:cmAuthor>
  <p:cmAuthor id="2" name="Parshant Garg" initials="PG" lastIdx="1" clrIdx="1">
    <p:extLst>
      <p:ext uri="{19B8F6BF-5375-455C-9EA6-DF929625EA0E}">
        <p15:presenceInfo xmlns:p15="http://schemas.microsoft.com/office/powerpoint/2012/main" userId="S::Parshant_Garg@ad.infosys.com::06f5b582-4320-4f36-8514-37a10735a7e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52A6"/>
    <a:srgbClr val="D1ECF8"/>
    <a:srgbClr val="1199DD"/>
    <a:srgbClr val="92ECFE"/>
    <a:srgbClr val="D6CDE1"/>
    <a:srgbClr val="0099FF"/>
    <a:srgbClr val="FFFFFF"/>
    <a:srgbClr val="BFB1D0"/>
    <a:srgbClr val="3BB8D9"/>
    <a:srgbClr val="95E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304F6-57DC-4741-B7D3-090043DFA746}" v="2" dt="2020-10-06T04:49:48.57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65" autoAdjust="0"/>
    <p:restoredTop sz="90927" autoAdjust="0"/>
  </p:normalViewPr>
  <p:slideViewPr>
    <p:cSldViewPr snapToGrid="0" snapToObjects="1">
      <p:cViewPr varScale="1">
        <p:scale>
          <a:sx n="85" d="100"/>
          <a:sy n="85" d="100"/>
        </p:scale>
        <p:origin x="918" y="84"/>
      </p:cViewPr>
      <p:guideLst>
        <p:guide orient="horz" pos="3240"/>
        <p:guide pos="5760"/>
        <p:guide orient="horz" pos="1068"/>
        <p:guide orient="horz" pos="2148"/>
        <p:guide pos="1920"/>
        <p:guide pos="3840"/>
      </p:guideLst>
    </p:cSldViewPr>
  </p:slideViewPr>
  <p:notesTextViewPr>
    <p:cViewPr>
      <p:scale>
        <a:sx n="100" d="100"/>
        <a:sy n="100" d="100"/>
      </p:scale>
      <p:origin x="0" y="0"/>
    </p:cViewPr>
  </p:notesTextViewPr>
  <p:sorterViewPr>
    <p:cViewPr varScale="1">
      <p:scale>
        <a:sx n="100" d="100"/>
        <a:sy n="100" d="100"/>
      </p:scale>
      <p:origin x="0" y="-1674"/>
    </p:cViewPr>
  </p:sorterViewPr>
  <p:notesViewPr>
    <p:cSldViewPr snapToGrid="0" snapToObjects="1">
      <p:cViewPr varScale="1">
        <p:scale>
          <a:sx n="55" d="100"/>
          <a:sy n="55" d="100"/>
        </p:scale>
        <p:origin x="279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shant Garg" userId="06f5b582-4320-4f36-8514-37a10735a7e7" providerId="ADAL" clId="{85F61B96-EE7D-458C-A29E-B067BF3B0CF9}"/>
    <pc:docChg chg="delSld modSection">
      <pc:chgData name="Parshant Garg" userId="06f5b582-4320-4f36-8514-37a10735a7e7" providerId="ADAL" clId="{85F61B96-EE7D-458C-A29E-B067BF3B0CF9}" dt="2019-12-18T15:57:21.298" v="0" actId="2696"/>
      <pc:docMkLst>
        <pc:docMk/>
      </pc:docMkLst>
      <pc:sldChg chg="del">
        <pc:chgData name="Parshant Garg" userId="06f5b582-4320-4f36-8514-37a10735a7e7" providerId="ADAL" clId="{85F61B96-EE7D-458C-A29E-B067BF3B0CF9}" dt="2019-12-18T15:57:21.298" v="0" actId="2696"/>
        <pc:sldMkLst>
          <pc:docMk/>
          <pc:sldMk cId="187074039" sldId="634"/>
        </pc:sldMkLst>
      </pc:sldChg>
    </pc:docChg>
  </pc:docChgLst>
  <pc:docChgLst>
    <pc:chgData name="Shubham Shah" userId="S::shubham.shah01@ad.infosys.com::f6f17c1c-9761-4237-8ebe-d9482e911d38" providerId="AD" clId="Web-{CAB304F6-57DC-4741-B7D3-090043DFA746}"/>
    <pc:docChg chg="modSld">
      <pc:chgData name="Shubham Shah" userId="S::shubham.shah01@ad.infosys.com::f6f17c1c-9761-4237-8ebe-d9482e911d38" providerId="AD" clId="Web-{CAB304F6-57DC-4741-B7D3-090043DFA746}" dt="2020-10-06T04:49:48.579" v="1" actId="1076"/>
      <pc:docMkLst>
        <pc:docMk/>
      </pc:docMkLst>
      <pc:sldChg chg="addSp modSp">
        <pc:chgData name="Shubham Shah" userId="S::shubham.shah01@ad.infosys.com::f6f17c1c-9761-4237-8ebe-d9482e911d38" providerId="AD" clId="Web-{CAB304F6-57DC-4741-B7D3-090043DFA746}" dt="2020-10-06T04:49:48.579" v="1" actId="1076"/>
        <pc:sldMkLst>
          <pc:docMk/>
          <pc:sldMk cId="983003401" sldId="695"/>
        </pc:sldMkLst>
        <pc:spChg chg="add mod">
          <ac:chgData name="Shubham Shah" userId="S::shubham.shah01@ad.infosys.com::f6f17c1c-9761-4237-8ebe-d9482e911d38" providerId="AD" clId="Web-{CAB304F6-57DC-4741-B7D3-090043DFA746}" dt="2020-10-06T04:49:48.579" v="1" actId="1076"/>
          <ac:spMkLst>
            <pc:docMk/>
            <pc:sldMk cId="983003401" sldId="695"/>
            <ac:spMk id="2" creationId="{E5D64260-7621-4575-9500-D517C33CEFB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9839F2-6511-431F-84DF-8E31FF9AEA65}" type="datetimeFigureOut">
              <a:rPr lang="en-US" smtClean="0"/>
              <a:t>4/9/2024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AA778C-6419-462D-9759-CC6BFFB4B83A}" type="slidenum">
              <a:rPr lang="en-US" smtClean="0"/>
              <a:t>‹#›</a:t>
            </a:fld>
            <a:endParaRPr lang="en-US" dirty="0"/>
          </a:p>
        </p:txBody>
      </p:sp>
    </p:spTree>
    <p:extLst>
      <p:ext uri="{BB962C8B-B14F-4D97-AF65-F5344CB8AC3E}">
        <p14:creationId xmlns:p14="http://schemas.microsoft.com/office/powerpoint/2010/main" val="35039417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7" name="Shape 367"/>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368" name="Shape 36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493021223"/>
      </p:ext>
    </p:extLst>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Shape 378"/>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379" name="Shape 379"/>
          <p:cNvSpPr>
            <a:spLocks noGrp="1"/>
          </p:cNvSpPr>
          <p:nvPr>
            <p:ph type="body" sz="quarter" idx="1"/>
          </p:nvPr>
        </p:nvSpPr>
        <p:spPr>
          <a:prstGeom prst="rect">
            <a:avLst/>
          </a:prstGeom>
        </p:spPr>
        <p:txBody>
          <a:bodyPr/>
          <a:lstStyle/>
          <a:p>
            <a:endParaRPr lang="en-US" sz="1200" dirty="0">
              <a:effectLst/>
              <a:latin typeface="+mn-lt"/>
              <a:ea typeface="+mn-ea"/>
              <a:cs typeface="+mn-cs"/>
              <a:sym typeface="Calibri"/>
            </a:endParaRPr>
          </a:p>
        </p:txBody>
      </p:sp>
    </p:spTree>
    <p:extLst>
      <p:ext uri="{BB962C8B-B14F-4D97-AF65-F5344CB8AC3E}">
        <p14:creationId xmlns:p14="http://schemas.microsoft.com/office/powerpoint/2010/main" val="35896462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0"/>
            <a:ext cx="9144000" cy="5143500"/>
          </a:xfrm>
          <a:prstGeom prst="rect">
            <a:avLst/>
          </a:prstGeom>
        </p:spPr>
        <p:txBody>
          <a:bodyPr/>
          <a:lstStyle>
            <a:lvl1pPr algn="ctr">
              <a:defRPr sz="2400"/>
            </a:lvl1pPr>
          </a:lstStyle>
          <a:p>
            <a:endParaRPr lang="en-US" dirty="0"/>
          </a:p>
        </p:txBody>
      </p:sp>
      <p:sp>
        <p:nvSpPr>
          <p:cNvPr id="40" name="Shape 40"/>
          <p:cNvSpPr>
            <a:spLocks noGrp="1"/>
          </p:cNvSpPr>
          <p:nvPr>
            <p:ph type="title" hasCustomPrompt="1"/>
          </p:nvPr>
        </p:nvSpPr>
        <p:spPr>
          <a:xfrm>
            <a:off x="343165" y="302890"/>
            <a:ext cx="3441435" cy="865509"/>
          </a:xfrm>
          <a:prstGeom prst="rect">
            <a:avLst/>
          </a:prstGeom>
        </p:spPr>
        <p:txBody>
          <a:bodyPr anchor="t">
            <a:noAutofit/>
          </a:bodyPr>
          <a:lstStyle>
            <a:lvl1pPr>
              <a:defRPr sz="2400">
                <a:solidFill>
                  <a:srgbClr val="007CC3"/>
                </a:solidFill>
              </a:defRPr>
            </a:lvl1pPr>
          </a:lstStyle>
          <a:p>
            <a:r>
              <a:rPr lang="en-US" dirty="0"/>
              <a:t>TITLE TEXT</a:t>
            </a:r>
          </a:p>
        </p:txBody>
      </p:sp>
      <p:pic>
        <p:nvPicPr>
          <p:cNvPr id="4" name="Picture 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242638205"/>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8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994789" y="2071688"/>
            <a:ext cx="7134329" cy="1009650"/>
          </a:xfrm>
          <a:prstGeom prst="rect">
            <a:avLst/>
          </a:prstGeom>
        </p:spPr>
        <p:txBody>
          <a:bodyPr anchor="ctr">
            <a:noAutofit/>
          </a:bodyPr>
          <a:lstStyle>
            <a:lvl1pPr algn="ctr">
              <a:defRPr sz="2400" b="0">
                <a:solidFill>
                  <a:srgbClr val="007CC3"/>
                </a:solidFill>
              </a:defRPr>
            </a:lvl1pPr>
          </a:lstStyle>
          <a:p>
            <a:r>
              <a:rPr lang="en-US" dirty="0"/>
              <a:t>TITLE TEXT</a:t>
            </a:r>
          </a:p>
        </p:txBody>
      </p:sp>
      <p:sp>
        <p:nvSpPr>
          <p:cNvPr id="13"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1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16"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19"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pic>
        <p:nvPicPr>
          <p:cNvPr id="9" name="Picture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19884379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1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807244" y="1659428"/>
            <a:ext cx="7527837" cy="732080"/>
          </a:xfrm>
          <a:prstGeom prst="rect">
            <a:avLst/>
          </a:prstGeom>
        </p:spPr>
        <p:txBody>
          <a:bodyPr anchor="ctr">
            <a:noAutofit/>
          </a:bodyPr>
          <a:lstStyle>
            <a:lvl1pPr algn="ctr">
              <a:defRPr sz="2400">
                <a:solidFill>
                  <a:srgbClr val="007CC3"/>
                </a:solidFill>
              </a:defRPr>
            </a:lvl1pPr>
          </a:lstStyle>
          <a:p>
            <a:r>
              <a:rPr lang="en-US" dirty="0"/>
              <a:t>TITLE TEXT</a:t>
            </a:r>
          </a:p>
        </p:txBody>
      </p:sp>
      <p:sp>
        <p:nvSpPr>
          <p:cNvPr id="14" name="Text Placeholder 2"/>
          <p:cNvSpPr>
            <a:spLocks noGrp="1"/>
          </p:cNvSpPr>
          <p:nvPr>
            <p:ph type="body" idx="1" hasCustomPrompt="1"/>
          </p:nvPr>
        </p:nvSpPr>
        <p:spPr>
          <a:xfrm>
            <a:off x="1161819" y="2576513"/>
            <a:ext cx="6865555" cy="315250"/>
          </a:xfrm>
          <a:prstGeom prst="rect">
            <a:avLst/>
          </a:prstGeom>
        </p:spPr>
        <p:txBody>
          <a:bodyPr anchor="t">
            <a:noAutofit/>
          </a:bodyPr>
          <a:lstStyle>
            <a:lvl1pPr marL="342900" indent="-342900" algn="ctr">
              <a:buNone/>
              <a:defRPr kumimoji="0" lang="en-US" sz="1600" normalizeH="0" dirty="0" smtClean="0">
                <a:solidFill>
                  <a:schemeClr val="tx1">
                    <a:lumMod val="95000"/>
                    <a:lumOff val="5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15" name="Text Placeholder 2"/>
          <p:cNvSpPr>
            <a:spLocks noGrp="1"/>
          </p:cNvSpPr>
          <p:nvPr>
            <p:ph type="body" idx="10" hasCustomPrompt="1"/>
          </p:nvPr>
        </p:nvSpPr>
        <p:spPr>
          <a:xfrm>
            <a:off x="1987453" y="3212586"/>
            <a:ext cx="5323411" cy="781802"/>
          </a:xfrm>
          <a:prstGeom prst="rect">
            <a:avLst/>
          </a:prstGeom>
        </p:spPr>
        <p:txBody>
          <a:bodyPr anchor="t">
            <a:noAutofit/>
          </a:bodyPr>
          <a:lstStyle>
            <a:lvl1pPr marL="0" indent="0" algn="ctr">
              <a:buNone/>
              <a:defRPr kumimoji="0" lang="en-US" sz="1200" normalizeH="0" dirty="0" smtClean="0">
                <a:solidFill>
                  <a:schemeClr val="tx1">
                    <a:lumMod val="95000"/>
                    <a:lumOff val="5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16"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18"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19"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0"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8777241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9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447688" y="1150334"/>
            <a:ext cx="7027365"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41"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42"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43"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37" name="Picture 3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309329221"/>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0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957402" y="1150334"/>
            <a:ext cx="7027365"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722376293"/>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4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1447578" y="1150334"/>
            <a:ext cx="6574927" cy="475265"/>
          </a:xfrm>
          <a:prstGeom prst="rect">
            <a:avLst/>
          </a:prstGeom>
        </p:spPr>
        <p:txBody>
          <a:bodyPr anchor="t">
            <a:noAutofit/>
          </a:bodyPr>
          <a:lstStyle>
            <a:lvl1pPr>
              <a:tabLst/>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07356625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5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2034367" y="1150334"/>
            <a:ext cx="6224292"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955877283"/>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6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2488601" y="1150334"/>
            <a:ext cx="5585301"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2631394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9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3187892" y="1150334"/>
            <a:ext cx="4886010"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0C0"/>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09734074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8_Custom Layout">
    <p:spTree>
      <p:nvGrpSpPr>
        <p:cNvPr id="1" name=""/>
        <p:cNvGrpSpPr/>
        <p:nvPr/>
      </p:nvGrpSpPr>
      <p:grpSpPr>
        <a:xfrm>
          <a:off x="0" y="0"/>
          <a:ext cx="0" cy="0"/>
          <a:chOff x="0" y="0"/>
          <a:chExt cx="0" cy="0"/>
        </a:xfrm>
      </p:grpSpPr>
      <p:sp>
        <p:nvSpPr>
          <p:cNvPr id="24" name="Shape 40"/>
          <p:cNvSpPr>
            <a:spLocks noGrp="1"/>
          </p:cNvSpPr>
          <p:nvPr>
            <p:ph type="title" hasCustomPrompt="1"/>
          </p:nvPr>
        </p:nvSpPr>
        <p:spPr>
          <a:xfrm>
            <a:off x="1054292" y="1287358"/>
            <a:ext cx="3175397" cy="681142"/>
          </a:xfrm>
          <a:prstGeom prst="rect">
            <a:avLst/>
          </a:prstGeom>
        </p:spPr>
        <p:txBody>
          <a:bodyPr anchor="ctr">
            <a:noAutofit/>
          </a:bodyPr>
          <a:lstStyle>
            <a:lvl1pPr algn="l">
              <a:defRPr sz="2000">
                <a:solidFill>
                  <a:srgbClr val="007CC3"/>
                </a:solidFill>
              </a:defRPr>
            </a:lvl1pPr>
          </a:lstStyle>
          <a:p>
            <a:r>
              <a:rPr lang="en-US" dirty="0"/>
              <a:t>TITLE TEXT</a:t>
            </a:r>
          </a:p>
        </p:txBody>
      </p:sp>
      <p:sp>
        <p:nvSpPr>
          <p:cNvPr id="25" name="Text Placeholder 2"/>
          <p:cNvSpPr txBox="1">
            <a:spLocks/>
          </p:cNvSpPr>
          <p:nvPr userDrawn="1"/>
        </p:nvSpPr>
        <p:spPr>
          <a:xfrm>
            <a:off x="389699" y="4610386"/>
            <a:ext cx="6024775" cy="380748"/>
          </a:xfrm>
          <a:prstGeom prst="rect">
            <a:avLst/>
          </a:prstGeom>
        </p:spPr>
        <p:txBody>
          <a:bodyPr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500" dirty="0">
                <a:solidFill>
                  <a:schemeClr val="tx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pic>
        <p:nvPicPr>
          <p:cNvPr id="26" name="Picture 2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grpSp>
        <p:nvGrpSpPr>
          <p:cNvPr id="37" name="Group 36"/>
          <p:cNvGrpSpPr/>
          <p:nvPr userDrawn="1"/>
        </p:nvGrpSpPr>
        <p:grpSpPr>
          <a:xfrm>
            <a:off x="-8920" y="2124012"/>
            <a:ext cx="9161828" cy="865432"/>
            <a:chOff x="-8920" y="2124012"/>
            <a:chExt cx="9161828" cy="865432"/>
          </a:xfrm>
        </p:grpSpPr>
        <p:sp>
          <p:nvSpPr>
            <p:cNvPr id="38"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39"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42"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43"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4"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45"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6"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7"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8"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49"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0"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51"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2"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3"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4"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5"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6"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grpSp>
    </p:spTree>
    <p:extLst>
      <p:ext uri="{BB962C8B-B14F-4D97-AF65-F5344CB8AC3E}">
        <p14:creationId xmlns:p14="http://schemas.microsoft.com/office/powerpoint/2010/main" val="2340575716"/>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197943" y="734464"/>
            <a:ext cx="8421947"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6"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0"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9282970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2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4768"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194768" y="1164692"/>
            <a:ext cx="8509720" cy="3144173"/>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quarter" idx="11"/>
          </p:nvPr>
        </p:nvSpPr>
        <p:spPr>
          <a:xfrm>
            <a:off x="194768" y="611512"/>
            <a:ext cx="8723049" cy="386333"/>
          </a:xfrm>
          <a:prstGeom prst="rect">
            <a:avLst/>
          </a:prstGeom>
        </p:spPr>
        <p:txBody>
          <a:bodyPr/>
          <a:lstStyle>
            <a:lvl1pPr marL="0" indent="0">
              <a:buNone/>
              <a:defRPr sz="1600">
                <a:solidFill>
                  <a:schemeClr val="tx2">
                    <a:lumMod val="50000"/>
                  </a:schemeClr>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1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64203892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7_Custom Layout">
    <p:spTree>
      <p:nvGrpSpPr>
        <p:cNvPr id="1" name=""/>
        <p:cNvGrpSpPr/>
        <p:nvPr/>
      </p:nvGrpSpPr>
      <p:grpSpPr>
        <a:xfrm>
          <a:off x="0" y="0"/>
          <a:ext cx="0" cy="0"/>
          <a:chOff x="0" y="0"/>
          <a:chExt cx="0" cy="0"/>
        </a:xfrm>
      </p:grpSpPr>
      <p:sp>
        <p:nvSpPr>
          <p:cNvPr id="20" name="Picture Placeholder 8"/>
          <p:cNvSpPr>
            <a:spLocks noGrp="1"/>
          </p:cNvSpPr>
          <p:nvPr>
            <p:ph type="pic" sz="quarter" idx="10"/>
          </p:nvPr>
        </p:nvSpPr>
        <p:spPr>
          <a:xfrm>
            <a:off x="0" y="0"/>
            <a:ext cx="9144000" cy="5143500"/>
          </a:xfrm>
          <a:prstGeom prst="rect">
            <a:avLst/>
          </a:prstGeom>
        </p:spPr>
        <p:txBody>
          <a:bodyPr/>
          <a:lstStyle>
            <a:lvl1pPr algn="ctr">
              <a:defRPr sz="2400"/>
            </a:lvl1pPr>
          </a:lstStyle>
          <a:p>
            <a:endParaRPr lang="en-US" dirty="0"/>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bg1"/>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19" name="Picture 1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07623777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9337"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17" name="Text Placeholder 2"/>
          <p:cNvSpPr>
            <a:spLocks noGrp="1"/>
          </p:cNvSpPr>
          <p:nvPr>
            <p:ph type="body" idx="1"/>
          </p:nvPr>
        </p:nvSpPr>
        <p:spPr>
          <a:xfrm>
            <a:off x="199337" y="617948"/>
            <a:ext cx="8723050" cy="568873"/>
          </a:xfrm>
          <a:prstGeom prst="rect">
            <a:avLst/>
          </a:prstGeom>
        </p:spPr>
        <p:txBody>
          <a:bodyPr anchor="t">
            <a:noAutofit/>
          </a:bodyPr>
          <a:lstStyle>
            <a:lvl1pPr marL="342900" indent="-342900">
              <a:buNone/>
              <a:defRPr kumimoji="0" lang="en-US" sz="1600" normalizeH="0" dirty="0" smtClean="0">
                <a:solidFill>
                  <a:schemeClr val="tx2">
                    <a:lumMod val="50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1"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247470756"/>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6010"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8" name="Shape 42"/>
          <p:cNvSpPr>
            <a:spLocks noGrp="1"/>
          </p:cNvSpPr>
          <p:nvPr>
            <p:ph type="sldNum" sz="quarter" idx="2"/>
          </p:nvPr>
        </p:nvSpPr>
        <p:spPr>
          <a:xfrm>
            <a:off x="-38134" y="48948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7085CB8E-5CA7-424E-9203-0AA164B1E985}" type="slidenum">
              <a:rPr lang="en-US" smtClean="0"/>
              <a:pPr/>
              <a:t>‹#›</a:t>
            </a:fld>
            <a:endParaRPr lang="en-US" dirty="0"/>
          </a:p>
        </p:txBody>
      </p:sp>
      <p:sp>
        <p:nvSpPr>
          <p:cNvPr id="19"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0"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9" name="Picture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047" y="4824856"/>
            <a:ext cx="629846" cy="322147"/>
          </a:xfrm>
          <a:prstGeom prst="rect">
            <a:avLst/>
          </a:prstGeom>
        </p:spPr>
      </p:pic>
    </p:spTree>
    <p:extLst>
      <p:ext uri="{BB962C8B-B14F-4D97-AF65-F5344CB8AC3E}">
        <p14:creationId xmlns:p14="http://schemas.microsoft.com/office/powerpoint/2010/main" val="3844999651"/>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2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9185"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8"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0" name="Text Placeholder 2"/>
          <p:cNvSpPr>
            <a:spLocks noGrp="1"/>
          </p:cNvSpPr>
          <p:nvPr>
            <p:ph type="body" sz="quarter" idx="10"/>
          </p:nvPr>
        </p:nvSpPr>
        <p:spPr>
          <a:xfrm>
            <a:off x="4484914"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1"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237227261"/>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4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197943"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2"/>
          <p:cNvSpPr>
            <a:spLocks noGrp="1"/>
          </p:cNvSpPr>
          <p:nvPr>
            <p:ph type="body" sz="quarter" idx="11"/>
          </p:nvPr>
        </p:nvSpPr>
        <p:spPr>
          <a:xfrm>
            <a:off x="4683632"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2" name="Picture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93143605"/>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1_Custom Layout">
    <p:spTree>
      <p:nvGrpSpPr>
        <p:cNvPr id="1" name=""/>
        <p:cNvGrpSpPr/>
        <p:nvPr/>
      </p:nvGrpSpPr>
      <p:grpSpPr>
        <a:xfrm>
          <a:off x="0" y="0"/>
          <a:ext cx="0" cy="0"/>
          <a:chOff x="0" y="0"/>
          <a:chExt cx="0" cy="0"/>
        </a:xfrm>
      </p:grpSpPr>
      <p:sp>
        <p:nvSpPr>
          <p:cNvPr id="4"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1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321887839"/>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7" name="Picture 6"/>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a:xfrm>
            <a:off x="8024812" y="4505338"/>
            <a:ext cx="914401" cy="467410"/>
          </a:xfrm>
          <a:prstGeom prst="rect">
            <a:avLst/>
          </a:prstGeom>
        </p:spPr>
      </p:pic>
    </p:spTree>
    <p:extLst>
      <p:ext uri="{BB962C8B-B14F-4D97-AF65-F5344CB8AC3E}">
        <p14:creationId xmlns:p14="http://schemas.microsoft.com/office/powerpoint/2010/main" val="251321754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Blank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19101" y="241300"/>
            <a:ext cx="8305800" cy="463550"/>
          </a:xfrm>
          <a:prstGeom prst="rect">
            <a:avLst/>
          </a:prstGeom>
        </p:spPr>
        <p:txBody>
          <a:bodyPr anchor="t"/>
          <a:lstStyle>
            <a:lvl1pPr marL="0" indent="0">
              <a:buNone/>
              <a:defRPr sz="2400" b="0">
                <a:solidFill>
                  <a:srgbClr val="404040"/>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6406771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27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lumMod val="85000"/>
                    <a:lumOff val="15000"/>
                  </a:schemeClr>
                </a:solidFill>
                <a:latin typeface="Franklin Gothic Demi" panose="020B0703020102020204" pitchFamily="34" charset="0"/>
              </a:defRPr>
            </a:lvl1pPr>
          </a:lstStyle>
          <a:p>
            <a:r>
              <a:rPr lang="en-US" dirty="0"/>
              <a:t>Title text</a:t>
            </a:r>
          </a:p>
        </p:txBody>
      </p:sp>
      <p:sp>
        <p:nvSpPr>
          <p:cNvPr id="16" name="Text Placeholder 2"/>
          <p:cNvSpPr>
            <a:spLocks noGrp="1"/>
          </p:cNvSpPr>
          <p:nvPr>
            <p:ph idx="1" hasCustomPrompt="1"/>
          </p:nvPr>
        </p:nvSpPr>
        <p:spPr>
          <a:xfrm>
            <a:off x="197943" y="750308"/>
            <a:ext cx="8735507" cy="3813175"/>
          </a:xfrm>
          <a:prstGeom prst="rect">
            <a:avLst/>
          </a:prstGeom>
        </p:spPr>
        <p:txBody>
          <a:bodyPr vert="horz" lIns="91440" tIns="45720" rIns="91440" bIns="45720" rtlCol="0">
            <a:normAutofit/>
          </a:bodyPr>
          <a:lstStyle>
            <a:lvl1pPr algn="l">
              <a:defRPr sz="1400">
                <a:latin typeface="Franklin Gothic Book" panose="020B0503020102020204" pitchFamily="34" charset="0"/>
              </a:defRPr>
            </a:lvl1pPr>
            <a:lvl2pPr algn="l">
              <a:defRPr>
                <a:latin typeface="Franklin Gothic Book" panose="020B0503020102020204" pitchFamily="34" charset="0"/>
              </a:defRPr>
            </a:lvl2pPr>
            <a:lvl3pPr algn="l">
              <a:defRPr>
                <a:latin typeface="Franklin Gothic Book" panose="020B0503020102020204" pitchFamily="34" charset="0"/>
              </a:defRPr>
            </a:lvl3pPr>
            <a:lvl4pPr algn="l">
              <a:defRPr>
                <a:latin typeface="Franklin Gothic Book" panose="020B0503020102020204" pitchFamily="34" charset="0"/>
              </a:defRPr>
            </a:lvl4pPr>
            <a:lvl5pPr algn="l">
              <a:defRPr>
                <a:latin typeface="Franklin Gothic Book" panose="020B0503020102020204" pitchFamily="34" charset="0"/>
              </a:defRPr>
            </a:lvl5pPr>
          </a:lstStyle>
          <a:p>
            <a:pPr lvl="0"/>
            <a:r>
              <a:rPr lang="en-US" dirty="0"/>
              <a:t>Edit Master text styles</a:t>
            </a:r>
          </a:p>
        </p:txBody>
      </p:sp>
      <p:sp>
        <p:nvSpPr>
          <p:cNvPr id="15" name="TextBox 14">
            <a:extLst>
              <a:ext uri="{FF2B5EF4-FFF2-40B4-BE49-F238E27FC236}">
                <a16:creationId xmlns:a16="http://schemas.microsoft.com/office/drawing/2014/main" id="{62DB433F-EFF5-4173-9E61-7956DB573395}"/>
              </a:ext>
            </a:extLst>
          </p:cNvPr>
          <p:cNvSpPr txBox="1"/>
          <p:nvPr userDrawn="1"/>
        </p:nvSpPr>
        <p:spPr>
          <a:xfrm>
            <a:off x="279400" y="4756056"/>
            <a:ext cx="914400"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fld id="{EB72C062-C3AF-4DE2-B6B4-6393D3FF2C3D}" type="slidenum">
              <a:rPr kumimoji="0" lang="en-US" sz="1000" b="0" i="0" u="none" strike="noStrike" cap="none" spc="0" normalizeH="0" baseline="0" smtClean="0">
                <a:ln>
                  <a:noFill/>
                </a:ln>
                <a:solidFill>
                  <a:schemeClr val="tx1">
                    <a:lumMod val="75000"/>
                    <a:lumOff val="25000"/>
                  </a:schemeClr>
                </a:solidFill>
                <a:effectLst/>
                <a:uFillTx/>
                <a:latin typeface="Franklin Gothic Book" panose="020B0503020102020204" pitchFamily="34" charset="0"/>
                <a:ea typeface="+mn-ea"/>
                <a:cs typeface="Arial" panose="020B0604020202020204" pitchFamily="34" charset="0"/>
                <a:sym typeface="Calibri"/>
              </a:rPr>
              <a:t>‹#›</a:t>
            </a:fld>
            <a:endParaRPr kumimoji="0" lang="en-US" sz="1000" b="0" i="0" u="none" strike="noStrike" cap="none" spc="0" normalizeH="0" baseline="0" dirty="0">
              <a:ln>
                <a:noFill/>
              </a:ln>
              <a:solidFill>
                <a:schemeClr val="tx1">
                  <a:lumMod val="75000"/>
                  <a:lumOff val="25000"/>
                </a:schemeClr>
              </a:solidFill>
              <a:effectLst/>
              <a:uFillTx/>
              <a:latin typeface="Franklin Gothic Book" panose="020B0503020102020204" pitchFamily="34" charset="0"/>
              <a:ea typeface="+mn-ea"/>
              <a:cs typeface="Arial" panose="020B0604020202020204" pitchFamily="34" charset="0"/>
              <a:sym typeface="Calibri"/>
            </a:endParaRPr>
          </a:p>
        </p:txBody>
      </p:sp>
      <p:pic>
        <p:nvPicPr>
          <p:cNvPr id="11" name="Picture 10">
            <a:extLst>
              <a:ext uri="{FF2B5EF4-FFF2-40B4-BE49-F238E27FC236}">
                <a16:creationId xmlns:a16="http://schemas.microsoft.com/office/drawing/2014/main" id="{278EF2A1-0B60-4836-9892-5E3EC74DA22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79296" y="4645141"/>
            <a:ext cx="654154" cy="334579"/>
          </a:xfrm>
          <a:prstGeom prst="rect">
            <a:avLst/>
          </a:prstGeom>
        </p:spPr>
      </p:pic>
    </p:spTree>
    <p:extLst>
      <p:ext uri="{BB962C8B-B14F-4D97-AF65-F5344CB8AC3E}">
        <p14:creationId xmlns:p14="http://schemas.microsoft.com/office/powerpoint/2010/main" val="3432424762"/>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Title Placeholder 1"/>
          <p:cNvSpPr>
            <a:spLocks noGrp="1"/>
          </p:cNvSpPr>
          <p:nvPr>
            <p:ph type="title"/>
          </p:nvPr>
        </p:nvSpPr>
        <p:spPr>
          <a:xfrm>
            <a:off x="0" y="0"/>
            <a:ext cx="9144000" cy="444532"/>
          </a:xfrm>
          <a:prstGeom prst="rect">
            <a:avLst/>
          </a:prstGeom>
        </p:spPr>
        <p:txBody>
          <a:bodyPr vert="horz" lIns="91440" tIns="45720" rIns="91440" bIns="45720" rtlCol="0" anchor="t" anchorCtr="0">
            <a:noAutofit/>
          </a:bodyPr>
          <a:lstStyle>
            <a:lvl1pPr>
              <a:defRPr sz="2800"/>
            </a:lvl1pPr>
          </a:lstStyle>
          <a:p>
            <a:r>
              <a:rPr lang="en-US" dirty="0"/>
              <a:t>Click to edit Master title style</a:t>
            </a:r>
          </a:p>
        </p:txBody>
      </p:sp>
      <p:sp>
        <p:nvSpPr>
          <p:cNvPr id="7" name="Slide Number Placeholder 5"/>
          <p:cNvSpPr txBox="1">
            <a:spLocks/>
          </p:cNvSpPr>
          <p:nvPr userDrawn="1"/>
        </p:nvSpPr>
        <p:spPr>
          <a:xfrm>
            <a:off x="4495825" y="4941644"/>
            <a:ext cx="152349" cy="175433"/>
          </a:xfrm>
          <a:prstGeom prst="rect">
            <a:avLst/>
          </a:prstGeom>
        </p:spPr>
        <p:txBody>
          <a:bodyPr vert="horz" wrap="none" lIns="18288" tIns="18288" rIns="18288" bIns="18288" rtlCol="0" anchor="ctr">
            <a:spAutoFit/>
          </a:bodyPr>
          <a:lstStyle>
            <a:defPPr>
              <a:defRPr lang="en-US"/>
            </a:defPPr>
            <a:lvl1pPr marL="0" algn="ctr" defTabSz="914400" rtl="0" eaLnBrk="1" latinLnBrk="0" hangingPunct="1">
              <a:defRPr sz="900" b="0" kern="1200">
                <a:solidFill>
                  <a:schemeClr val="tx1">
                    <a:lumMod val="75000"/>
                  </a:schemeClr>
                </a:solidFill>
                <a:latin typeface="Franklin Gothic Book" panose="020B0503020102020204"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D65173-87C9-47C0-A890-7AD8E2754265}" type="slidenum">
              <a:rPr lang="en-US" smtClean="0"/>
              <a:pPr/>
              <a:t>‹#›</a:t>
            </a:fld>
            <a:endParaRPr lang="en-US" dirty="0"/>
          </a:p>
        </p:txBody>
      </p:sp>
      <p:sp>
        <p:nvSpPr>
          <p:cNvPr id="2" name="Rectangle 1"/>
          <p:cNvSpPr/>
          <p:nvPr userDrawn="1"/>
        </p:nvSpPr>
        <p:spPr>
          <a:xfrm>
            <a:off x="0" y="2952750"/>
            <a:ext cx="9144000" cy="2190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854667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E30724E-B434-4B18-BE94-31767A2FB5C7}" type="slidenum">
              <a:rPr lang="en-US" smtClean="0"/>
              <a:t>‹#›</a:t>
            </a:fld>
            <a:endParaRPr lang="en-US" dirty="0"/>
          </a:p>
        </p:txBody>
      </p:sp>
    </p:spTree>
    <p:extLst>
      <p:ext uri="{BB962C8B-B14F-4D97-AF65-F5344CB8AC3E}">
        <p14:creationId xmlns:p14="http://schemas.microsoft.com/office/powerpoint/2010/main" val="27746305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InfySimpleLight">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9C419E74-9195-4B20-946F-9BB68A2C3B57}" type="slidenum">
              <a:rPr lang="en-US" smtClean="0"/>
              <a:pPr/>
              <a:t>‹#›</a:t>
            </a:fld>
            <a:endParaRPr lang="en-US" dirty="0"/>
          </a:p>
        </p:txBody>
      </p:sp>
      <p:sp>
        <p:nvSpPr>
          <p:cNvPr id="5" name="Title 4"/>
          <p:cNvSpPr>
            <a:spLocks noGrp="1"/>
          </p:cNvSpPr>
          <p:nvPr>
            <p:ph type="title"/>
          </p:nvPr>
        </p:nvSpPr>
        <p:spPr/>
        <p:txBody>
          <a:bodyPr anchor="t"/>
          <a:lstStyle/>
          <a:p>
            <a:r>
              <a:rPr lang="en-US" dirty="0"/>
              <a:t>Click to edit Master title style</a:t>
            </a:r>
          </a:p>
        </p:txBody>
      </p:sp>
    </p:spTree>
    <p:extLst>
      <p:ext uri="{BB962C8B-B14F-4D97-AF65-F5344CB8AC3E}">
        <p14:creationId xmlns:p14="http://schemas.microsoft.com/office/powerpoint/2010/main" val="28294847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dirty="0">
              <a:solidFill>
                <a:prstClr val="white"/>
              </a:solidFill>
            </a:endParaRPr>
          </a:p>
        </p:txBody>
      </p:sp>
      <p:sp>
        <p:nvSpPr>
          <p:cNvPr id="4" name="Footer Placeholder 3"/>
          <p:cNvSpPr>
            <a:spLocks noGrp="1"/>
          </p:cNvSpPr>
          <p:nvPr>
            <p:ph type="ftr" sz="quarter" idx="11"/>
          </p:nvPr>
        </p:nvSpPr>
        <p:spPr/>
        <p:txBody>
          <a:bodyPr/>
          <a:lstStyle/>
          <a:p>
            <a:endParaRPr lang="en-US" dirty="0">
              <a:solidFill>
                <a:srgbClr val="6D6E71"/>
              </a:solidFill>
            </a:endParaRPr>
          </a:p>
        </p:txBody>
      </p:sp>
      <p:sp>
        <p:nvSpPr>
          <p:cNvPr id="5" name="Slide Number Placeholder 4"/>
          <p:cNvSpPr>
            <a:spLocks noGrp="1"/>
          </p:cNvSpPr>
          <p:nvPr>
            <p:ph type="sldNum" sz="quarter" idx="12"/>
          </p:nvPr>
        </p:nvSpPr>
        <p:spPr/>
        <p:txBody>
          <a:bodyPr/>
          <a:lstStyle/>
          <a:p>
            <a:fld id="{14D65173-87C9-47C0-A890-7AD8E2754265}" type="slidenum">
              <a:rPr lang="en-US" smtClean="0">
                <a:solidFill>
                  <a:srgbClr val="6D6E71"/>
                </a:solidFill>
              </a:rPr>
              <a:pPr/>
              <a:t>‹#›</a:t>
            </a:fld>
            <a:endParaRPr lang="en-US" dirty="0">
              <a:solidFill>
                <a:srgbClr val="6D6E71"/>
              </a:solidFill>
            </a:endParaRPr>
          </a:p>
        </p:txBody>
      </p:sp>
      <p:sp>
        <p:nvSpPr>
          <p:cNvPr id="6" name="Title 5"/>
          <p:cNvSpPr>
            <a:spLocks noGrp="1"/>
          </p:cNvSpPr>
          <p:nvPr>
            <p:ph type="title"/>
          </p:nvPr>
        </p:nvSpPr>
        <p:spPr/>
        <p:txBody>
          <a:bodyPr/>
          <a:lstStyle/>
          <a:p>
            <a:r>
              <a:rPr lang="en-US" dirty="0"/>
              <a:t>Click to edit Master title style</a:t>
            </a:r>
            <a:endParaRPr lang="en-IN" dirty="0"/>
          </a:p>
        </p:txBody>
      </p:sp>
    </p:spTree>
    <p:extLst>
      <p:ext uri="{BB962C8B-B14F-4D97-AF65-F5344CB8AC3E}">
        <p14:creationId xmlns:p14="http://schemas.microsoft.com/office/powerpoint/2010/main" val="41737015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4A3CB-8D18-47A9-9772-A8FEE252E282}"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E8C83E-32ED-40F5-BE96-B2A27EFC4E3C}" type="slidenum">
              <a:rPr lang="en-US" smtClean="0"/>
              <a:t>‹#›</a:t>
            </a:fld>
            <a:endParaRPr lang="en-US"/>
          </a:p>
        </p:txBody>
      </p:sp>
    </p:spTree>
    <p:extLst>
      <p:ext uri="{BB962C8B-B14F-4D97-AF65-F5344CB8AC3E}">
        <p14:creationId xmlns:p14="http://schemas.microsoft.com/office/powerpoint/2010/main" val="15712855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grpSp>
        <p:nvGrpSpPr>
          <p:cNvPr id="2" name="Group 1"/>
          <p:cNvGrpSpPr/>
          <p:nvPr userDrawn="1"/>
        </p:nvGrpSpPr>
        <p:grpSpPr>
          <a:xfrm>
            <a:off x="-8920" y="2154156"/>
            <a:ext cx="9161828" cy="865432"/>
            <a:chOff x="-8920" y="2154156"/>
            <a:chExt cx="9161828" cy="865432"/>
          </a:xfrm>
          <a:solidFill>
            <a:srgbClr val="007DC3"/>
          </a:solidFill>
        </p:grpSpPr>
        <p:sp>
          <p:nvSpPr>
            <p:cNvPr id="5" name="object 3"/>
            <p:cNvSpPr/>
            <p:nvPr/>
          </p:nvSpPr>
          <p:spPr>
            <a:xfrm>
              <a:off x="3114541"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6" name="object 4"/>
            <p:cNvSpPr/>
            <p:nvPr/>
          </p:nvSpPr>
          <p:spPr>
            <a:xfrm>
              <a:off x="259395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dirty="0"/>
            </a:p>
          </p:txBody>
        </p:sp>
        <p:sp>
          <p:nvSpPr>
            <p:cNvPr id="7" name="object 5"/>
            <p:cNvSpPr/>
            <p:nvPr/>
          </p:nvSpPr>
          <p:spPr>
            <a:xfrm>
              <a:off x="2073387"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8" name="object 6"/>
            <p:cNvSpPr/>
            <p:nvPr/>
          </p:nvSpPr>
          <p:spPr>
            <a:xfrm>
              <a:off x="155281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9" name="object 7"/>
            <p:cNvSpPr/>
            <p:nvPr/>
          </p:nvSpPr>
          <p:spPr>
            <a:xfrm>
              <a:off x="103224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10" name="object 8"/>
            <p:cNvSpPr/>
            <p:nvPr/>
          </p:nvSpPr>
          <p:spPr>
            <a:xfrm>
              <a:off x="51166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11" name="object 9"/>
            <p:cNvSpPr/>
            <p:nvPr/>
          </p:nvSpPr>
          <p:spPr>
            <a:xfrm>
              <a:off x="-8920" y="2154156"/>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12" name="object 20"/>
            <p:cNvSpPr/>
            <p:nvPr/>
          </p:nvSpPr>
          <p:spPr>
            <a:xfrm>
              <a:off x="904870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dirty="0"/>
            </a:p>
          </p:txBody>
        </p:sp>
        <p:sp>
          <p:nvSpPr>
            <p:cNvPr id="13" name="object 21"/>
            <p:cNvSpPr/>
            <p:nvPr/>
          </p:nvSpPr>
          <p:spPr>
            <a:xfrm>
              <a:off x="852813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dirty="0"/>
            </a:p>
          </p:txBody>
        </p:sp>
        <p:sp>
          <p:nvSpPr>
            <p:cNvPr id="14" name="object 22"/>
            <p:cNvSpPr/>
            <p:nvPr/>
          </p:nvSpPr>
          <p:spPr>
            <a:xfrm>
              <a:off x="8007566"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dirty="0"/>
            </a:p>
          </p:txBody>
        </p:sp>
        <p:sp>
          <p:nvSpPr>
            <p:cNvPr id="15" name="object 23"/>
            <p:cNvSpPr/>
            <p:nvPr/>
          </p:nvSpPr>
          <p:spPr>
            <a:xfrm>
              <a:off x="748699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16" name="object 24"/>
            <p:cNvSpPr/>
            <p:nvPr/>
          </p:nvSpPr>
          <p:spPr>
            <a:xfrm>
              <a:off x="6966413"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dirty="0"/>
            </a:p>
          </p:txBody>
        </p:sp>
        <p:sp>
          <p:nvSpPr>
            <p:cNvPr id="17" name="object 25"/>
            <p:cNvSpPr/>
            <p:nvPr/>
          </p:nvSpPr>
          <p:spPr>
            <a:xfrm>
              <a:off x="644584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18" name="object 26"/>
            <p:cNvSpPr/>
            <p:nvPr/>
          </p:nvSpPr>
          <p:spPr>
            <a:xfrm>
              <a:off x="592527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19" name="object 27"/>
            <p:cNvSpPr/>
            <p:nvPr/>
          </p:nvSpPr>
          <p:spPr>
            <a:xfrm>
              <a:off x="540467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dirty="0"/>
            </a:p>
          </p:txBody>
        </p:sp>
        <p:sp>
          <p:nvSpPr>
            <p:cNvPr id="20" name="object 28"/>
            <p:cNvSpPr/>
            <p:nvPr/>
          </p:nvSpPr>
          <p:spPr>
            <a:xfrm>
              <a:off x="363512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grpSp>
      <p:sp>
        <p:nvSpPr>
          <p:cNvPr id="22" name="Title 21"/>
          <p:cNvSpPr>
            <a:spLocks noGrp="1"/>
          </p:cNvSpPr>
          <p:nvPr>
            <p:ph type="title" hasCustomPrompt="1"/>
          </p:nvPr>
        </p:nvSpPr>
        <p:spPr>
          <a:xfrm>
            <a:off x="381954" y="3259117"/>
            <a:ext cx="3717773" cy="1172206"/>
          </a:xfrm>
          <a:prstGeom prst="rect">
            <a:avLst/>
          </a:prstGeom>
        </p:spPr>
        <p:txBody>
          <a:bodyPr vert="horz"/>
          <a:lstStyle>
            <a:lvl1pPr algn="l">
              <a:defRPr>
                <a:solidFill>
                  <a:srgbClr val="007DC3"/>
                </a:solidFill>
              </a:defRPr>
            </a:lvl1pPr>
          </a:lstStyle>
          <a:p>
            <a:r>
              <a:rPr lang="en-US" dirty="0"/>
              <a:t>CLICK TO EDIT MASTER TITLE STYLE</a:t>
            </a:r>
          </a:p>
        </p:txBody>
      </p:sp>
      <p:pic>
        <p:nvPicPr>
          <p:cNvPr id="21" name="Picture 2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grpSp>
        <p:nvGrpSpPr>
          <p:cNvPr id="27" name="Group 26"/>
          <p:cNvGrpSpPr/>
          <p:nvPr userDrawn="1"/>
        </p:nvGrpSpPr>
        <p:grpSpPr>
          <a:xfrm>
            <a:off x="3253738" y="292419"/>
            <a:ext cx="2629356" cy="4024160"/>
            <a:chOff x="3253738" y="292419"/>
            <a:chExt cx="2629356" cy="4024160"/>
          </a:xfrm>
        </p:grpSpPr>
        <p:pic>
          <p:nvPicPr>
            <p:cNvPr id="26" name="Picture 25"/>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53738" y="292419"/>
              <a:ext cx="2629356" cy="344239"/>
            </a:xfrm>
            <a:prstGeom prst="rect">
              <a:avLst/>
            </a:prstGeom>
          </p:spPr>
        </p:pic>
        <p:grpSp>
          <p:nvGrpSpPr>
            <p:cNvPr id="25" name="Group 24"/>
            <p:cNvGrpSpPr/>
            <p:nvPr userDrawn="1"/>
          </p:nvGrpSpPr>
          <p:grpSpPr>
            <a:xfrm>
              <a:off x="4152174" y="856717"/>
              <a:ext cx="836532" cy="3459862"/>
              <a:chOff x="4152174" y="856717"/>
              <a:chExt cx="836532" cy="3459862"/>
            </a:xfrm>
          </p:grpSpPr>
          <p:sp>
            <p:nvSpPr>
              <p:cNvPr id="4" name="object 2"/>
              <p:cNvSpPr/>
              <p:nvPr/>
            </p:nvSpPr>
            <p:spPr>
              <a:xfrm>
                <a:off x="4155718" y="856717"/>
                <a:ext cx="832988" cy="345986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DC3"/>
              </a:solidFill>
            </p:spPr>
            <p:txBody>
              <a:bodyPr wrap="square" lIns="0" tIns="0" rIns="0" bIns="0" rtlCol="0"/>
              <a:lstStyle/>
              <a:p>
                <a:endParaRPr dirty="0"/>
              </a:p>
            </p:txBody>
          </p:sp>
          <p:pic>
            <p:nvPicPr>
              <p:cNvPr id="24" name="Picture 23"/>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152174" y="856717"/>
                <a:ext cx="832484" cy="3459862"/>
              </a:xfrm>
              <a:prstGeom prst="rect">
                <a:avLst/>
              </a:prstGeom>
            </p:spPr>
          </p:pic>
        </p:grpSp>
      </p:grpSp>
    </p:spTree>
    <p:extLst>
      <p:ext uri="{BB962C8B-B14F-4D97-AF65-F5344CB8AC3E}">
        <p14:creationId xmlns:p14="http://schemas.microsoft.com/office/powerpoint/2010/main" val="1827978258"/>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ection I">
    <p:bg>
      <p:bgPr>
        <a:solidFill>
          <a:schemeClr val="bg1"/>
        </a:solidFill>
        <a:effectLst/>
      </p:bgPr>
    </p:bg>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C9EBFD1A-B7A0-466A-B83C-FDA8DD378B8A}" type="slidenum">
              <a:rPr lang="en-US" smtClean="0"/>
              <a:pPr/>
              <a:t>‹#›</a:t>
            </a:fld>
            <a:endParaRPr lang="en-US" dirty="0"/>
          </a:p>
        </p:txBody>
      </p:sp>
      <p:grpSp>
        <p:nvGrpSpPr>
          <p:cNvPr id="3" name="Group 2"/>
          <p:cNvGrpSpPr/>
          <p:nvPr userDrawn="1"/>
        </p:nvGrpSpPr>
        <p:grpSpPr>
          <a:xfrm>
            <a:off x="2286" y="846963"/>
            <a:ext cx="9141714" cy="4296537"/>
            <a:chOff x="3048" y="1129284"/>
            <a:chExt cx="12188952" cy="5728716"/>
          </a:xfrm>
          <a:solidFill>
            <a:schemeClr val="accent4">
              <a:lumMod val="40000"/>
              <a:lumOff val="60000"/>
            </a:schemeClr>
          </a:solidFill>
        </p:grpSpPr>
        <p:grpSp>
          <p:nvGrpSpPr>
            <p:cNvPr id="9" name="Group 8"/>
            <p:cNvGrpSpPr/>
            <p:nvPr userDrawn="1"/>
          </p:nvGrpSpPr>
          <p:grpSpPr>
            <a:xfrm flipH="1">
              <a:off x="3048" y="2855108"/>
              <a:ext cx="12188952" cy="1151376"/>
              <a:chOff x="-8920" y="2124012"/>
              <a:chExt cx="9161828" cy="865432"/>
            </a:xfrm>
            <a:grpFill/>
          </p:grpSpPr>
          <p:sp>
            <p:nvSpPr>
              <p:cNvPr id="1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0"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1"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2"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3"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4"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sp>
          <p:nvSpPr>
            <p:cNvPr id="16" name="object 2"/>
            <p:cNvSpPr/>
            <p:nvPr userDrawn="1"/>
          </p:nvSpPr>
          <p:spPr>
            <a:xfrm flipH="1">
              <a:off x="8313458" y="1129284"/>
              <a:ext cx="1108212" cy="5728716"/>
            </a:xfrm>
            <a:custGeom>
              <a:avLst/>
              <a:gdLst/>
              <a:ahLst/>
              <a:cxnLst/>
              <a:rect l="l" t="t" r="r" b="b"/>
              <a:pathLst>
                <a:path w="847725" h="3521075">
                  <a:moveTo>
                    <a:pt x="847521" y="3521049"/>
                  </a:moveTo>
                  <a:lnTo>
                    <a:pt x="0" y="3521049"/>
                  </a:lnTo>
                  <a:lnTo>
                    <a:pt x="0" y="0"/>
                  </a:lnTo>
                  <a:lnTo>
                    <a:pt x="847521" y="0"/>
                  </a:lnTo>
                  <a:lnTo>
                    <a:pt x="847521" y="3521049"/>
                  </a:lnTo>
                  <a:close/>
                </a:path>
              </a:pathLst>
            </a:custGeom>
            <a:grpFill/>
          </p:spPr>
          <p:txBody>
            <a:bodyPr wrap="square" lIns="0" tIns="0" rIns="0" bIns="0" rtlCol="0"/>
            <a:lstStyle/>
            <a:p>
              <a:endParaRPr sz="1350"/>
            </a:p>
          </p:txBody>
        </p:sp>
      </p:grpSp>
      <p:pic>
        <p:nvPicPr>
          <p:cNvPr id="26" name="Picture 25"/>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flipH="1">
            <a:off x="4357233" y="930865"/>
            <a:ext cx="2709020" cy="4212635"/>
          </a:xfrm>
          <a:custGeom>
            <a:avLst/>
            <a:gdLst>
              <a:gd name="connsiteX0" fmla="*/ 3612026 w 3612026"/>
              <a:gd name="connsiteY0" fmla="*/ 0 h 5616847"/>
              <a:gd name="connsiteX1" fmla="*/ 0 w 3612026"/>
              <a:gd name="connsiteY1" fmla="*/ 0 h 5616847"/>
              <a:gd name="connsiteX2" fmla="*/ 0 w 3612026"/>
              <a:gd name="connsiteY2" fmla="*/ 5616847 h 5616847"/>
              <a:gd name="connsiteX3" fmla="*/ 3612026 w 3612026"/>
              <a:gd name="connsiteY3" fmla="*/ 5616847 h 5616847"/>
            </a:gdLst>
            <a:ahLst/>
            <a:cxnLst>
              <a:cxn ang="0">
                <a:pos x="connsiteX0" y="connsiteY0"/>
              </a:cxn>
              <a:cxn ang="0">
                <a:pos x="connsiteX1" y="connsiteY1"/>
              </a:cxn>
              <a:cxn ang="0">
                <a:pos x="connsiteX2" y="connsiteY2"/>
              </a:cxn>
              <a:cxn ang="0">
                <a:pos x="connsiteX3" y="connsiteY3"/>
              </a:cxn>
            </a:cxnLst>
            <a:rect l="l" t="t" r="r" b="b"/>
            <a:pathLst>
              <a:path w="3612026" h="5616847">
                <a:moveTo>
                  <a:pt x="3612026" y="0"/>
                </a:moveTo>
                <a:lnTo>
                  <a:pt x="0" y="0"/>
                </a:lnTo>
                <a:lnTo>
                  <a:pt x="0" y="5616847"/>
                </a:lnTo>
                <a:lnTo>
                  <a:pt x="3612026" y="5616847"/>
                </a:lnTo>
                <a:close/>
              </a:path>
            </a:pathLst>
          </a:custGeom>
        </p:spPr>
      </p:pic>
      <p:sp>
        <p:nvSpPr>
          <p:cNvPr id="4" name="Title 3"/>
          <p:cNvSpPr>
            <a:spLocks noGrp="1"/>
          </p:cNvSpPr>
          <p:nvPr>
            <p:ph type="title" hasCustomPrompt="1"/>
          </p:nvPr>
        </p:nvSpPr>
        <p:spPr>
          <a:xfrm>
            <a:off x="433251" y="2354769"/>
            <a:ext cx="4389120" cy="433965"/>
          </a:xfrm>
        </p:spPr>
        <p:txBody>
          <a:bodyPr vert="horz" lIns="91440" tIns="91440" rIns="91440" bIns="91440" rtlCol="0" anchor="ctr">
            <a:spAutoFit/>
          </a:bodyPr>
          <a:lstStyle>
            <a:lvl1pPr algn="ctr">
              <a:defRPr lang="en-US" sz="1800">
                <a:solidFill>
                  <a:srgbClr val="007CC3"/>
                </a:solidFill>
              </a:defRPr>
            </a:lvl1pPr>
          </a:lstStyle>
          <a:p>
            <a:pPr marL="0" lvl="0" algn="ctr"/>
            <a:r>
              <a:rPr lang="en-US" dirty="0"/>
              <a:t>CLICK TO EDIT MASTER TITLE STYLE</a:t>
            </a:r>
          </a:p>
        </p:txBody>
      </p:sp>
      <p:pic>
        <p:nvPicPr>
          <p:cNvPr id="17" name="Picture 1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grpSp>
        <p:nvGrpSpPr>
          <p:cNvPr id="18" name="Group 52"/>
          <p:cNvGrpSpPr>
            <a:grpSpLocks noChangeAspect="1"/>
          </p:cNvGrpSpPr>
          <p:nvPr userDrawn="1"/>
        </p:nvGrpSpPr>
        <p:grpSpPr bwMode="auto">
          <a:xfrm flipH="1">
            <a:off x="8720380" y="0"/>
            <a:ext cx="423620" cy="685800"/>
            <a:chOff x="512" y="3"/>
            <a:chExt cx="1640" cy="2655"/>
          </a:xfrm>
          <a:solidFill>
            <a:schemeClr val="bg1">
              <a:lumMod val="85000"/>
            </a:schemeClr>
          </a:solidFill>
        </p:grpSpPr>
        <p:sp>
          <p:nvSpPr>
            <p:cNvPr id="19" name="Freeform 54"/>
            <p:cNvSpPr>
              <a:spLocks noEditPoints="1"/>
            </p:cNvSpPr>
            <p:nvPr/>
          </p:nvSpPr>
          <p:spPr bwMode="auto">
            <a:xfrm>
              <a:off x="1138" y="3"/>
              <a:ext cx="1014" cy="2234"/>
            </a:xfrm>
            <a:custGeom>
              <a:avLst/>
              <a:gdLst>
                <a:gd name="T0" fmla="*/ 14 w 592"/>
                <a:gd name="T1" fmla="*/ 0 h 1309"/>
                <a:gd name="T2" fmla="*/ 272 w 592"/>
                <a:gd name="T3" fmla="*/ 250 h 1309"/>
                <a:gd name="T4" fmla="*/ 295 w 592"/>
                <a:gd name="T5" fmla="*/ 303 h 1309"/>
                <a:gd name="T6" fmla="*/ 296 w 592"/>
                <a:gd name="T7" fmla="*/ 963 h 1309"/>
                <a:gd name="T8" fmla="*/ 318 w 592"/>
                <a:gd name="T9" fmla="*/ 1016 h 1309"/>
                <a:gd name="T10" fmla="*/ 476 w 592"/>
                <a:gd name="T11" fmla="*/ 1176 h 1309"/>
                <a:gd name="T12" fmla="*/ 520 w 592"/>
                <a:gd name="T13" fmla="*/ 1191 h 1309"/>
                <a:gd name="T14" fmla="*/ 580 w 592"/>
                <a:gd name="T15" fmla="*/ 1221 h 1309"/>
                <a:gd name="T16" fmla="*/ 569 w 592"/>
                <a:gd name="T17" fmla="*/ 1287 h 1309"/>
                <a:gd name="T18" fmla="*/ 502 w 592"/>
                <a:gd name="T19" fmla="*/ 1297 h 1309"/>
                <a:gd name="T20" fmla="*/ 473 w 592"/>
                <a:gd name="T21" fmla="*/ 1236 h 1309"/>
                <a:gd name="T22" fmla="*/ 459 w 592"/>
                <a:gd name="T23" fmla="*/ 1195 h 1309"/>
                <a:gd name="T24" fmla="*/ 293 w 592"/>
                <a:gd name="T25" fmla="*/ 1029 h 1309"/>
                <a:gd name="T26" fmla="*/ 269 w 592"/>
                <a:gd name="T27" fmla="*/ 972 h 1309"/>
                <a:gd name="T28" fmla="*/ 270 w 592"/>
                <a:gd name="T29" fmla="*/ 322 h 1309"/>
                <a:gd name="T30" fmla="*/ 243 w 592"/>
                <a:gd name="T31" fmla="*/ 256 h 1309"/>
                <a:gd name="T32" fmla="*/ 14 w 592"/>
                <a:gd name="T33" fmla="*/ 36 h 1309"/>
                <a:gd name="T34" fmla="*/ 0 w 592"/>
                <a:gd name="T35" fmla="*/ 0 h 1309"/>
                <a:gd name="T36" fmla="*/ 14 w 592"/>
                <a:gd name="T37" fmla="*/ 0 h 1309"/>
                <a:gd name="T38" fmla="*/ 529 w 592"/>
                <a:gd name="T39" fmla="*/ 1290 h 1309"/>
                <a:gd name="T40" fmla="*/ 558 w 592"/>
                <a:gd name="T41" fmla="*/ 1247 h 1309"/>
                <a:gd name="T42" fmla="*/ 530 w 592"/>
                <a:gd name="T43" fmla="*/ 1215 h 1309"/>
                <a:gd name="T44" fmla="*/ 500 w 592"/>
                <a:gd name="T45" fmla="*/ 1248 h 1309"/>
                <a:gd name="T46" fmla="*/ 529 w 592"/>
                <a:gd name="T47" fmla="*/ 1290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2" h="1309">
                  <a:moveTo>
                    <a:pt x="14" y="0"/>
                  </a:moveTo>
                  <a:cubicBezTo>
                    <a:pt x="100" y="83"/>
                    <a:pt x="187" y="165"/>
                    <a:pt x="272" y="250"/>
                  </a:cubicBezTo>
                  <a:cubicBezTo>
                    <a:pt x="284" y="263"/>
                    <a:pt x="294" y="285"/>
                    <a:pt x="295" y="303"/>
                  </a:cubicBezTo>
                  <a:cubicBezTo>
                    <a:pt x="296" y="523"/>
                    <a:pt x="295" y="743"/>
                    <a:pt x="296" y="963"/>
                  </a:cubicBezTo>
                  <a:cubicBezTo>
                    <a:pt x="297" y="981"/>
                    <a:pt x="306" y="1003"/>
                    <a:pt x="318" y="1016"/>
                  </a:cubicBezTo>
                  <a:cubicBezTo>
                    <a:pt x="369" y="1071"/>
                    <a:pt x="424" y="1122"/>
                    <a:pt x="476" y="1176"/>
                  </a:cubicBezTo>
                  <a:cubicBezTo>
                    <a:pt x="489" y="1189"/>
                    <a:pt x="499" y="1197"/>
                    <a:pt x="520" y="1191"/>
                  </a:cubicBezTo>
                  <a:cubicBezTo>
                    <a:pt x="546" y="1184"/>
                    <a:pt x="568" y="1197"/>
                    <a:pt x="580" y="1221"/>
                  </a:cubicBezTo>
                  <a:cubicBezTo>
                    <a:pt x="592" y="1245"/>
                    <a:pt x="588" y="1269"/>
                    <a:pt x="569" y="1287"/>
                  </a:cubicBezTo>
                  <a:cubicBezTo>
                    <a:pt x="550" y="1306"/>
                    <a:pt x="525" y="1309"/>
                    <a:pt x="502" y="1297"/>
                  </a:cubicBezTo>
                  <a:cubicBezTo>
                    <a:pt x="478" y="1285"/>
                    <a:pt x="466" y="1262"/>
                    <a:pt x="473" y="1236"/>
                  </a:cubicBezTo>
                  <a:cubicBezTo>
                    <a:pt x="479" y="1217"/>
                    <a:pt x="471" y="1207"/>
                    <a:pt x="459" y="1195"/>
                  </a:cubicBezTo>
                  <a:cubicBezTo>
                    <a:pt x="404" y="1140"/>
                    <a:pt x="349" y="1084"/>
                    <a:pt x="293" y="1029"/>
                  </a:cubicBezTo>
                  <a:cubicBezTo>
                    <a:pt x="275" y="1013"/>
                    <a:pt x="269" y="996"/>
                    <a:pt x="269" y="972"/>
                  </a:cubicBezTo>
                  <a:cubicBezTo>
                    <a:pt x="270" y="755"/>
                    <a:pt x="269" y="539"/>
                    <a:pt x="270" y="322"/>
                  </a:cubicBezTo>
                  <a:cubicBezTo>
                    <a:pt x="271" y="295"/>
                    <a:pt x="264" y="275"/>
                    <a:pt x="243" y="256"/>
                  </a:cubicBezTo>
                  <a:cubicBezTo>
                    <a:pt x="165" y="184"/>
                    <a:pt x="89" y="111"/>
                    <a:pt x="14" y="36"/>
                  </a:cubicBezTo>
                  <a:cubicBezTo>
                    <a:pt x="5" y="28"/>
                    <a:pt x="4" y="12"/>
                    <a:pt x="0" y="0"/>
                  </a:cubicBezTo>
                  <a:cubicBezTo>
                    <a:pt x="4" y="0"/>
                    <a:pt x="9" y="0"/>
                    <a:pt x="14" y="0"/>
                  </a:cubicBezTo>
                  <a:close/>
                  <a:moveTo>
                    <a:pt x="529" y="1290"/>
                  </a:moveTo>
                  <a:cubicBezTo>
                    <a:pt x="543" y="1271"/>
                    <a:pt x="559" y="1258"/>
                    <a:pt x="558" y="1247"/>
                  </a:cubicBezTo>
                  <a:cubicBezTo>
                    <a:pt x="557" y="1236"/>
                    <a:pt x="540" y="1226"/>
                    <a:pt x="530" y="1215"/>
                  </a:cubicBezTo>
                  <a:cubicBezTo>
                    <a:pt x="519" y="1226"/>
                    <a:pt x="502" y="1236"/>
                    <a:pt x="500" y="1248"/>
                  </a:cubicBezTo>
                  <a:cubicBezTo>
                    <a:pt x="498" y="1258"/>
                    <a:pt x="515" y="1271"/>
                    <a:pt x="529" y="1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7" name="Freeform 55"/>
            <p:cNvSpPr>
              <a:spLocks/>
            </p:cNvSpPr>
            <p:nvPr/>
          </p:nvSpPr>
          <p:spPr bwMode="auto">
            <a:xfrm>
              <a:off x="810" y="3"/>
              <a:ext cx="1075" cy="2283"/>
            </a:xfrm>
            <a:custGeom>
              <a:avLst/>
              <a:gdLst>
                <a:gd name="T0" fmla="*/ 32 w 627"/>
                <a:gd name="T1" fmla="*/ 0 h 1338"/>
                <a:gd name="T2" fmla="*/ 207 w 627"/>
                <a:gd name="T3" fmla="*/ 180 h 1338"/>
                <a:gd name="T4" fmla="*/ 393 w 627"/>
                <a:gd name="T5" fmla="*/ 365 h 1338"/>
                <a:gd name="T6" fmla="*/ 420 w 627"/>
                <a:gd name="T7" fmla="*/ 428 h 1338"/>
                <a:gd name="T8" fmla="*/ 420 w 627"/>
                <a:gd name="T9" fmla="*/ 1085 h 1338"/>
                <a:gd name="T10" fmla="*/ 441 w 627"/>
                <a:gd name="T11" fmla="*/ 1135 h 1338"/>
                <a:gd name="T12" fmla="*/ 613 w 627"/>
                <a:gd name="T13" fmla="*/ 1310 h 1338"/>
                <a:gd name="T14" fmla="*/ 627 w 627"/>
                <a:gd name="T15" fmla="*/ 1338 h 1338"/>
                <a:gd name="T16" fmla="*/ 596 w 627"/>
                <a:gd name="T17" fmla="*/ 1328 h 1338"/>
                <a:gd name="T18" fmla="*/ 413 w 627"/>
                <a:gd name="T19" fmla="*/ 1144 h 1338"/>
                <a:gd name="T20" fmla="*/ 395 w 627"/>
                <a:gd name="T21" fmla="*/ 1092 h 1338"/>
                <a:gd name="T22" fmla="*/ 395 w 627"/>
                <a:gd name="T23" fmla="*/ 439 h 1338"/>
                <a:gd name="T24" fmla="*/ 370 w 627"/>
                <a:gd name="T25" fmla="*/ 378 h 1338"/>
                <a:gd name="T26" fmla="*/ 30 w 627"/>
                <a:gd name="T27" fmla="*/ 39 h 1338"/>
                <a:gd name="T28" fmla="*/ 18 w 627"/>
                <a:gd name="T29" fmla="*/ 0 h 1338"/>
                <a:gd name="T30" fmla="*/ 32 w 627"/>
                <a:gd name="T31" fmla="*/ 0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7" h="1338">
                  <a:moveTo>
                    <a:pt x="32" y="0"/>
                  </a:moveTo>
                  <a:cubicBezTo>
                    <a:pt x="90" y="60"/>
                    <a:pt x="148" y="120"/>
                    <a:pt x="207" y="180"/>
                  </a:cubicBezTo>
                  <a:cubicBezTo>
                    <a:pt x="269" y="242"/>
                    <a:pt x="330" y="304"/>
                    <a:pt x="393" y="365"/>
                  </a:cubicBezTo>
                  <a:cubicBezTo>
                    <a:pt x="412" y="384"/>
                    <a:pt x="420" y="402"/>
                    <a:pt x="420" y="428"/>
                  </a:cubicBezTo>
                  <a:cubicBezTo>
                    <a:pt x="419" y="647"/>
                    <a:pt x="419" y="866"/>
                    <a:pt x="420" y="1085"/>
                  </a:cubicBezTo>
                  <a:cubicBezTo>
                    <a:pt x="420" y="1102"/>
                    <a:pt x="429" y="1123"/>
                    <a:pt x="441" y="1135"/>
                  </a:cubicBezTo>
                  <a:cubicBezTo>
                    <a:pt x="497" y="1195"/>
                    <a:pt x="556" y="1252"/>
                    <a:pt x="613" y="1310"/>
                  </a:cubicBezTo>
                  <a:cubicBezTo>
                    <a:pt x="620" y="1317"/>
                    <a:pt x="622" y="1329"/>
                    <a:pt x="627" y="1338"/>
                  </a:cubicBezTo>
                  <a:cubicBezTo>
                    <a:pt x="616" y="1335"/>
                    <a:pt x="603" y="1335"/>
                    <a:pt x="596" y="1328"/>
                  </a:cubicBezTo>
                  <a:cubicBezTo>
                    <a:pt x="534" y="1267"/>
                    <a:pt x="472" y="1207"/>
                    <a:pt x="413" y="1144"/>
                  </a:cubicBezTo>
                  <a:cubicBezTo>
                    <a:pt x="401" y="1132"/>
                    <a:pt x="395" y="1110"/>
                    <a:pt x="395" y="1092"/>
                  </a:cubicBezTo>
                  <a:cubicBezTo>
                    <a:pt x="394" y="874"/>
                    <a:pt x="394" y="657"/>
                    <a:pt x="395" y="439"/>
                  </a:cubicBezTo>
                  <a:cubicBezTo>
                    <a:pt x="395" y="414"/>
                    <a:pt x="388" y="396"/>
                    <a:pt x="370" y="378"/>
                  </a:cubicBezTo>
                  <a:cubicBezTo>
                    <a:pt x="256" y="266"/>
                    <a:pt x="143" y="152"/>
                    <a:pt x="30" y="39"/>
                  </a:cubicBezTo>
                  <a:cubicBezTo>
                    <a:pt x="19" y="29"/>
                    <a:pt x="0" y="20"/>
                    <a:pt x="18" y="0"/>
                  </a:cubicBezTo>
                  <a:cubicBezTo>
                    <a:pt x="23" y="0"/>
                    <a:pt x="27"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8" name="Freeform 56"/>
            <p:cNvSpPr>
              <a:spLocks noEditPoints="1"/>
            </p:cNvSpPr>
            <p:nvPr/>
          </p:nvSpPr>
          <p:spPr bwMode="auto">
            <a:xfrm>
              <a:off x="566" y="742"/>
              <a:ext cx="772" cy="1916"/>
            </a:xfrm>
            <a:custGeom>
              <a:avLst/>
              <a:gdLst>
                <a:gd name="T0" fmla="*/ 16 w 451"/>
                <a:gd name="T1" fmla="*/ 1123 h 1123"/>
                <a:gd name="T2" fmla="*/ 26 w 451"/>
                <a:gd name="T3" fmla="*/ 1086 h 1123"/>
                <a:gd name="T4" fmla="*/ 381 w 451"/>
                <a:gd name="T5" fmla="*/ 732 h 1123"/>
                <a:gd name="T6" fmla="*/ 408 w 451"/>
                <a:gd name="T7" fmla="*/ 669 h 1123"/>
                <a:gd name="T8" fmla="*/ 407 w 451"/>
                <a:gd name="T9" fmla="*/ 161 h 1123"/>
                <a:gd name="T10" fmla="*/ 407 w 451"/>
                <a:gd name="T11" fmla="*/ 123 h 1123"/>
                <a:gd name="T12" fmla="*/ 381 w 451"/>
                <a:gd name="T13" fmla="*/ 121 h 1123"/>
                <a:gd name="T14" fmla="*/ 332 w 451"/>
                <a:gd name="T15" fmla="*/ 50 h 1123"/>
                <a:gd name="T16" fmla="*/ 405 w 451"/>
                <a:gd name="T17" fmla="*/ 9 h 1123"/>
                <a:gd name="T18" fmla="*/ 441 w 451"/>
                <a:gd name="T19" fmla="*/ 84 h 1123"/>
                <a:gd name="T20" fmla="*/ 432 w 451"/>
                <a:gd name="T21" fmla="*/ 137 h 1123"/>
                <a:gd name="T22" fmla="*/ 430 w 451"/>
                <a:gd name="T23" fmla="*/ 687 h 1123"/>
                <a:gd name="T24" fmla="*/ 408 w 451"/>
                <a:gd name="T25" fmla="*/ 740 h 1123"/>
                <a:gd name="T26" fmla="*/ 52 w 451"/>
                <a:gd name="T27" fmla="*/ 1097 h 1123"/>
                <a:gd name="T28" fmla="*/ 30 w 451"/>
                <a:gd name="T29" fmla="*/ 1123 h 1123"/>
                <a:gd name="T30" fmla="*/ 16 w 451"/>
                <a:gd name="T31" fmla="*/ 1123 h 1123"/>
                <a:gd name="T32" fmla="*/ 390 w 451"/>
                <a:gd name="T33" fmla="*/ 20 h 1123"/>
                <a:gd name="T34" fmla="*/ 358 w 451"/>
                <a:gd name="T35" fmla="*/ 61 h 1123"/>
                <a:gd name="T36" fmla="*/ 384 w 451"/>
                <a:gd name="T37" fmla="*/ 94 h 1123"/>
                <a:gd name="T38" fmla="*/ 416 w 451"/>
                <a:gd name="T39" fmla="*/ 64 h 1123"/>
                <a:gd name="T40" fmla="*/ 390 w 451"/>
                <a:gd name="T41" fmla="*/ 20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1" h="1123">
                  <a:moveTo>
                    <a:pt x="16" y="1123"/>
                  </a:moveTo>
                  <a:cubicBezTo>
                    <a:pt x="0" y="1105"/>
                    <a:pt x="17" y="1096"/>
                    <a:pt x="26" y="1086"/>
                  </a:cubicBezTo>
                  <a:cubicBezTo>
                    <a:pt x="144" y="968"/>
                    <a:pt x="262" y="850"/>
                    <a:pt x="381" y="732"/>
                  </a:cubicBezTo>
                  <a:cubicBezTo>
                    <a:pt x="400" y="714"/>
                    <a:pt x="408" y="696"/>
                    <a:pt x="408" y="669"/>
                  </a:cubicBezTo>
                  <a:cubicBezTo>
                    <a:pt x="407" y="500"/>
                    <a:pt x="407" y="331"/>
                    <a:pt x="407" y="161"/>
                  </a:cubicBezTo>
                  <a:cubicBezTo>
                    <a:pt x="407" y="149"/>
                    <a:pt x="407" y="136"/>
                    <a:pt x="407" y="123"/>
                  </a:cubicBezTo>
                  <a:cubicBezTo>
                    <a:pt x="396" y="122"/>
                    <a:pt x="388" y="122"/>
                    <a:pt x="381" y="121"/>
                  </a:cubicBezTo>
                  <a:cubicBezTo>
                    <a:pt x="345" y="115"/>
                    <a:pt x="324" y="85"/>
                    <a:pt x="332" y="50"/>
                  </a:cubicBezTo>
                  <a:cubicBezTo>
                    <a:pt x="340" y="18"/>
                    <a:pt x="371" y="0"/>
                    <a:pt x="405" y="9"/>
                  </a:cubicBezTo>
                  <a:cubicBezTo>
                    <a:pt x="436" y="18"/>
                    <a:pt x="451" y="51"/>
                    <a:pt x="441" y="84"/>
                  </a:cubicBezTo>
                  <a:cubicBezTo>
                    <a:pt x="436" y="101"/>
                    <a:pt x="432" y="119"/>
                    <a:pt x="432" y="137"/>
                  </a:cubicBezTo>
                  <a:cubicBezTo>
                    <a:pt x="431" y="320"/>
                    <a:pt x="432" y="503"/>
                    <a:pt x="430" y="687"/>
                  </a:cubicBezTo>
                  <a:cubicBezTo>
                    <a:pt x="430" y="705"/>
                    <a:pt x="421" y="727"/>
                    <a:pt x="408" y="740"/>
                  </a:cubicBezTo>
                  <a:cubicBezTo>
                    <a:pt x="290" y="860"/>
                    <a:pt x="171" y="978"/>
                    <a:pt x="52" y="1097"/>
                  </a:cubicBezTo>
                  <a:cubicBezTo>
                    <a:pt x="44" y="1105"/>
                    <a:pt x="37" y="1114"/>
                    <a:pt x="30" y="1123"/>
                  </a:cubicBezTo>
                  <a:cubicBezTo>
                    <a:pt x="25" y="1123"/>
                    <a:pt x="20" y="1123"/>
                    <a:pt x="16" y="1123"/>
                  </a:cubicBezTo>
                  <a:close/>
                  <a:moveTo>
                    <a:pt x="390" y="20"/>
                  </a:moveTo>
                  <a:cubicBezTo>
                    <a:pt x="374" y="39"/>
                    <a:pt x="358" y="50"/>
                    <a:pt x="358" y="61"/>
                  </a:cubicBezTo>
                  <a:cubicBezTo>
                    <a:pt x="358" y="72"/>
                    <a:pt x="374" y="83"/>
                    <a:pt x="384" y="94"/>
                  </a:cubicBezTo>
                  <a:cubicBezTo>
                    <a:pt x="395" y="84"/>
                    <a:pt x="413" y="76"/>
                    <a:pt x="416" y="64"/>
                  </a:cubicBezTo>
                  <a:cubicBezTo>
                    <a:pt x="419" y="54"/>
                    <a:pt x="403" y="40"/>
                    <a:pt x="39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9" name="Freeform 57"/>
            <p:cNvSpPr>
              <a:spLocks/>
            </p:cNvSpPr>
            <p:nvPr/>
          </p:nvSpPr>
          <p:spPr bwMode="auto">
            <a:xfrm>
              <a:off x="1717" y="477"/>
              <a:ext cx="325" cy="1476"/>
            </a:xfrm>
            <a:custGeom>
              <a:avLst/>
              <a:gdLst>
                <a:gd name="T0" fmla="*/ 0 w 190"/>
                <a:gd name="T1" fmla="*/ 0 h 865"/>
                <a:gd name="T2" fmla="*/ 180 w 190"/>
                <a:gd name="T3" fmla="*/ 208 h 865"/>
                <a:gd name="T4" fmla="*/ 189 w 190"/>
                <a:gd name="T5" fmla="*/ 236 h 865"/>
                <a:gd name="T6" fmla="*/ 189 w 190"/>
                <a:gd name="T7" fmla="*/ 841 h 865"/>
                <a:gd name="T8" fmla="*/ 186 w 190"/>
                <a:gd name="T9" fmla="*/ 865 h 865"/>
                <a:gd name="T10" fmla="*/ 8 w 190"/>
                <a:gd name="T11" fmla="*/ 681 h 865"/>
                <a:gd name="T12" fmla="*/ 0 w 190"/>
                <a:gd name="T13" fmla="*/ 660 h 865"/>
                <a:gd name="T14" fmla="*/ 0 w 190"/>
                <a:gd name="T15" fmla="*/ 0 h 8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865">
                  <a:moveTo>
                    <a:pt x="0" y="0"/>
                  </a:moveTo>
                  <a:cubicBezTo>
                    <a:pt x="64" y="74"/>
                    <a:pt x="122" y="141"/>
                    <a:pt x="180" y="208"/>
                  </a:cubicBezTo>
                  <a:cubicBezTo>
                    <a:pt x="186" y="215"/>
                    <a:pt x="189" y="227"/>
                    <a:pt x="189" y="236"/>
                  </a:cubicBezTo>
                  <a:cubicBezTo>
                    <a:pt x="190" y="438"/>
                    <a:pt x="190" y="639"/>
                    <a:pt x="189" y="841"/>
                  </a:cubicBezTo>
                  <a:cubicBezTo>
                    <a:pt x="189" y="845"/>
                    <a:pt x="188" y="849"/>
                    <a:pt x="186" y="865"/>
                  </a:cubicBezTo>
                  <a:cubicBezTo>
                    <a:pt x="122" y="800"/>
                    <a:pt x="65" y="741"/>
                    <a:pt x="8" y="681"/>
                  </a:cubicBezTo>
                  <a:cubicBezTo>
                    <a:pt x="3" y="676"/>
                    <a:pt x="0" y="667"/>
                    <a:pt x="0" y="660"/>
                  </a:cubicBezTo>
                  <a:cubicBezTo>
                    <a:pt x="0" y="443"/>
                    <a:pt x="0" y="227"/>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0" name="Freeform 58"/>
            <p:cNvSpPr>
              <a:spLocks/>
            </p:cNvSpPr>
            <p:nvPr/>
          </p:nvSpPr>
          <p:spPr bwMode="auto">
            <a:xfrm>
              <a:off x="607" y="1380"/>
              <a:ext cx="358" cy="822"/>
            </a:xfrm>
            <a:custGeom>
              <a:avLst/>
              <a:gdLst>
                <a:gd name="T0" fmla="*/ 10 w 209"/>
                <a:gd name="T1" fmla="*/ 482 h 482"/>
                <a:gd name="T2" fmla="*/ 9 w 209"/>
                <a:gd name="T3" fmla="*/ 323 h 482"/>
                <a:gd name="T4" fmla="*/ 84 w 209"/>
                <a:gd name="T5" fmla="*/ 126 h 482"/>
                <a:gd name="T6" fmla="*/ 204 w 209"/>
                <a:gd name="T7" fmla="*/ 0 h 482"/>
                <a:gd name="T8" fmla="*/ 209 w 209"/>
                <a:gd name="T9" fmla="*/ 24 h 482"/>
                <a:gd name="T10" fmla="*/ 209 w 209"/>
                <a:gd name="T11" fmla="*/ 252 h 482"/>
                <a:gd name="T12" fmla="*/ 202 w 209"/>
                <a:gd name="T13" fmla="*/ 281 h 482"/>
                <a:gd name="T14" fmla="*/ 10 w 209"/>
                <a:gd name="T15" fmla="*/ 482 h 4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482">
                  <a:moveTo>
                    <a:pt x="10" y="482"/>
                  </a:moveTo>
                  <a:cubicBezTo>
                    <a:pt x="10" y="423"/>
                    <a:pt x="15" y="372"/>
                    <a:pt x="9" y="323"/>
                  </a:cubicBezTo>
                  <a:cubicBezTo>
                    <a:pt x="0" y="243"/>
                    <a:pt x="22" y="179"/>
                    <a:pt x="84" y="126"/>
                  </a:cubicBezTo>
                  <a:cubicBezTo>
                    <a:pt x="127" y="90"/>
                    <a:pt x="162" y="45"/>
                    <a:pt x="204" y="0"/>
                  </a:cubicBezTo>
                  <a:cubicBezTo>
                    <a:pt x="206" y="10"/>
                    <a:pt x="209" y="17"/>
                    <a:pt x="209" y="24"/>
                  </a:cubicBezTo>
                  <a:cubicBezTo>
                    <a:pt x="209" y="100"/>
                    <a:pt x="209" y="176"/>
                    <a:pt x="209" y="252"/>
                  </a:cubicBezTo>
                  <a:cubicBezTo>
                    <a:pt x="209" y="262"/>
                    <a:pt x="208" y="275"/>
                    <a:pt x="202" y="281"/>
                  </a:cubicBezTo>
                  <a:cubicBezTo>
                    <a:pt x="141" y="346"/>
                    <a:pt x="79" y="410"/>
                    <a:pt x="10" y="4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1" name="Freeform 59"/>
            <p:cNvSpPr>
              <a:spLocks noEditPoints="1"/>
            </p:cNvSpPr>
            <p:nvPr/>
          </p:nvSpPr>
          <p:spPr bwMode="auto">
            <a:xfrm>
              <a:off x="512" y="1068"/>
              <a:ext cx="677" cy="1431"/>
            </a:xfrm>
            <a:custGeom>
              <a:avLst/>
              <a:gdLst>
                <a:gd name="T0" fmla="*/ 348 w 395"/>
                <a:gd name="T1" fmla="*/ 126 h 839"/>
                <a:gd name="T2" fmla="*/ 309 w 395"/>
                <a:gd name="T3" fmla="*/ 117 h 839"/>
                <a:gd name="T4" fmla="*/ 279 w 395"/>
                <a:gd name="T5" fmla="*/ 45 h 839"/>
                <a:gd name="T6" fmla="*/ 357 w 395"/>
                <a:gd name="T7" fmla="*/ 13 h 839"/>
                <a:gd name="T8" fmla="*/ 387 w 395"/>
                <a:gd name="T9" fmla="*/ 86 h 839"/>
                <a:gd name="T10" fmla="*/ 374 w 395"/>
                <a:gd name="T11" fmla="*/ 155 h 839"/>
                <a:gd name="T12" fmla="*/ 374 w 395"/>
                <a:gd name="T13" fmla="*/ 442 h 839"/>
                <a:gd name="T14" fmla="*/ 342 w 395"/>
                <a:gd name="T15" fmla="*/ 516 h 839"/>
                <a:gd name="T16" fmla="*/ 135 w 395"/>
                <a:gd name="T17" fmla="*/ 724 h 839"/>
                <a:gd name="T18" fmla="*/ 122 w 395"/>
                <a:gd name="T19" fmla="*/ 764 h 839"/>
                <a:gd name="T20" fmla="*/ 91 w 395"/>
                <a:gd name="T21" fmla="*/ 825 h 839"/>
                <a:gd name="T22" fmla="*/ 25 w 395"/>
                <a:gd name="T23" fmla="*/ 817 h 839"/>
                <a:gd name="T24" fmla="*/ 12 w 395"/>
                <a:gd name="T25" fmla="*/ 750 h 839"/>
                <a:gd name="T26" fmla="*/ 72 w 395"/>
                <a:gd name="T27" fmla="*/ 720 h 839"/>
                <a:gd name="T28" fmla="*/ 116 w 395"/>
                <a:gd name="T29" fmla="*/ 705 h 839"/>
                <a:gd name="T30" fmla="*/ 328 w 395"/>
                <a:gd name="T31" fmla="*/ 492 h 839"/>
                <a:gd name="T32" fmla="*/ 347 w 395"/>
                <a:gd name="T33" fmla="*/ 458 h 839"/>
                <a:gd name="T34" fmla="*/ 348 w 395"/>
                <a:gd name="T35" fmla="*/ 126 h 839"/>
                <a:gd name="T36" fmla="*/ 108 w 395"/>
                <a:gd name="T37" fmla="*/ 777 h 839"/>
                <a:gd name="T38" fmla="*/ 66 w 395"/>
                <a:gd name="T39" fmla="*/ 746 h 839"/>
                <a:gd name="T40" fmla="*/ 33 w 395"/>
                <a:gd name="T41" fmla="*/ 776 h 839"/>
                <a:gd name="T42" fmla="*/ 64 w 395"/>
                <a:gd name="T43" fmla="*/ 805 h 839"/>
                <a:gd name="T44" fmla="*/ 108 w 395"/>
                <a:gd name="T45" fmla="*/ 777 h 839"/>
                <a:gd name="T46" fmla="*/ 377 w 395"/>
                <a:gd name="T47" fmla="*/ 66 h 839"/>
                <a:gd name="T48" fmla="*/ 334 w 395"/>
                <a:gd name="T49" fmla="*/ 36 h 839"/>
                <a:gd name="T50" fmla="*/ 303 w 395"/>
                <a:gd name="T51" fmla="*/ 63 h 839"/>
                <a:gd name="T52" fmla="*/ 334 w 395"/>
                <a:gd name="T53" fmla="*/ 94 h 839"/>
                <a:gd name="T54" fmla="*/ 377 w 395"/>
                <a:gd name="T55" fmla="*/ 6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5" h="839">
                  <a:moveTo>
                    <a:pt x="348" y="126"/>
                  </a:moveTo>
                  <a:cubicBezTo>
                    <a:pt x="333" y="123"/>
                    <a:pt x="320" y="122"/>
                    <a:pt x="309" y="117"/>
                  </a:cubicBezTo>
                  <a:cubicBezTo>
                    <a:pt x="280" y="104"/>
                    <a:pt x="268" y="72"/>
                    <a:pt x="279" y="45"/>
                  </a:cubicBezTo>
                  <a:cubicBezTo>
                    <a:pt x="292" y="14"/>
                    <a:pt x="326" y="0"/>
                    <a:pt x="357" y="13"/>
                  </a:cubicBezTo>
                  <a:cubicBezTo>
                    <a:pt x="384" y="24"/>
                    <a:pt x="395" y="56"/>
                    <a:pt x="387" y="86"/>
                  </a:cubicBezTo>
                  <a:cubicBezTo>
                    <a:pt x="380" y="108"/>
                    <a:pt x="374" y="132"/>
                    <a:pt x="374" y="155"/>
                  </a:cubicBezTo>
                  <a:cubicBezTo>
                    <a:pt x="372" y="251"/>
                    <a:pt x="372" y="346"/>
                    <a:pt x="374" y="442"/>
                  </a:cubicBezTo>
                  <a:cubicBezTo>
                    <a:pt x="374" y="473"/>
                    <a:pt x="364" y="495"/>
                    <a:pt x="342" y="516"/>
                  </a:cubicBezTo>
                  <a:cubicBezTo>
                    <a:pt x="271" y="584"/>
                    <a:pt x="203" y="654"/>
                    <a:pt x="135" y="724"/>
                  </a:cubicBezTo>
                  <a:cubicBezTo>
                    <a:pt x="126" y="733"/>
                    <a:pt x="121" y="751"/>
                    <a:pt x="122" y="764"/>
                  </a:cubicBezTo>
                  <a:cubicBezTo>
                    <a:pt x="123" y="791"/>
                    <a:pt x="115" y="812"/>
                    <a:pt x="91" y="825"/>
                  </a:cubicBezTo>
                  <a:cubicBezTo>
                    <a:pt x="68" y="839"/>
                    <a:pt x="44" y="835"/>
                    <a:pt x="25" y="817"/>
                  </a:cubicBezTo>
                  <a:cubicBezTo>
                    <a:pt x="5" y="798"/>
                    <a:pt x="0" y="775"/>
                    <a:pt x="12" y="750"/>
                  </a:cubicBezTo>
                  <a:cubicBezTo>
                    <a:pt x="24" y="726"/>
                    <a:pt x="46" y="713"/>
                    <a:pt x="72" y="720"/>
                  </a:cubicBezTo>
                  <a:cubicBezTo>
                    <a:pt x="92" y="725"/>
                    <a:pt x="103" y="718"/>
                    <a:pt x="116" y="705"/>
                  </a:cubicBezTo>
                  <a:cubicBezTo>
                    <a:pt x="187" y="634"/>
                    <a:pt x="258" y="563"/>
                    <a:pt x="328" y="492"/>
                  </a:cubicBezTo>
                  <a:cubicBezTo>
                    <a:pt x="337" y="483"/>
                    <a:pt x="347" y="469"/>
                    <a:pt x="347" y="458"/>
                  </a:cubicBezTo>
                  <a:cubicBezTo>
                    <a:pt x="349" y="347"/>
                    <a:pt x="348" y="237"/>
                    <a:pt x="348" y="126"/>
                  </a:cubicBezTo>
                  <a:close/>
                  <a:moveTo>
                    <a:pt x="108" y="777"/>
                  </a:moveTo>
                  <a:cubicBezTo>
                    <a:pt x="89" y="762"/>
                    <a:pt x="76" y="745"/>
                    <a:pt x="66" y="746"/>
                  </a:cubicBezTo>
                  <a:cubicBezTo>
                    <a:pt x="54" y="748"/>
                    <a:pt x="44" y="765"/>
                    <a:pt x="33" y="776"/>
                  </a:cubicBezTo>
                  <a:cubicBezTo>
                    <a:pt x="43" y="786"/>
                    <a:pt x="53" y="803"/>
                    <a:pt x="64" y="805"/>
                  </a:cubicBezTo>
                  <a:cubicBezTo>
                    <a:pt x="75" y="806"/>
                    <a:pt x="87" y="791"/>
                    <a:pt x="108" y="777"/>
                  </a:cubicBezTo>
                  <a:close/>
                  <a:moveTo>
                    <a:pt x="377" y="66"/>
                  </a:moveTo>
                  <a:cubicBezTo>
                    <a:pt x="357" y="51"/>
                    <a:pt x="345" y="35"/>
                    <a:pt x="334" y="36"/>
                  </a:cubicBezTo>
                  <a:cubicBezTo>
                    <a:pt x="323" y="36"/>
                    <a:pt x="313" y="53"/>
                    <a:pt x="303" y="63"/>
                  </a:cubicBezTo>
                  <a:cubicBezTo>
                    <a:pt x="313" y="74"/>
                    <a:pt x="322" y="92"/>
                    <a:pt x="334" y="94"/>
                  </a:cubicBezTo>
                  <a:cubicBezTo>
                    <a:pt x="344" y="96"/>
                    <a:pt x="357" y="80"/>
                    <a:pt x="377"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2" name="Freeform 60"/>
            <p:cNvSpPr>
              <a:spLocks/>
            </p:cNvSpPr>
            <p:nvPr/>
          </p:nvSpPr>
          <p:spPr bwMode="auto">
            <a:xfrm>
              <a:off x="932" y="766"/>
              <a:ext cx="495" cy="1730"/>
            </a:xfrm>
            <a:custGeom>
              <a:avLst/>
              <a:gdLst>
                <a:gd name="T0" fmla="*/ 0 w 289"/>
                <a:gd name="T1" fmla="*/ 1006 h 1014"/>
                <a:gd name="T2" fmla="*/ 17 w 289"/>
                <a:gd name="T3" fmla="*/ 975 h 1014"/>
                <a:gd name="T4" fmla="*/ 237 w 289"/>
                <a:gd name="T5" fmla="*/ 755 h 1014"/>
                <a:gd name="T6" fmla="*/ 264 w 289"/>
                <a:gd name="T7" fmla="*/ 692 h 1014"/>
                <a:gd name="T8" fmla="*/ 263 w 289"/>
                <a:gd name="T9" fmla="*/ 43 h 1014"/>
                <a:gd name="T10" fmla="*/ 264 w 289"/>
                <a:gd name="T11" fmla="*/ 15 h 1014"/>
                <a:gd name="T12" fmla="*/ 275 w 289"/>
                <a:gd name="T13" fmla="*/ 0 h 1014"/>
                <a:gd name="T14" fmla="*/ 286 w 289"/>
                <a:gd name="T15" fmla="*/ 14 h 1014"/>
                <a:gd name="T16" fmla="*/ 287 w 289"/>
                <a:gd name="T17" fmla="*/ 38 h 1014"/>
                <a:gd name="T18" fmla="*/ 286 w 289"/>
                <a:gd name="T19" fmla="*/ 709 h 1014"/>
                <a:gd name="T20" fmla="*/ 264 w 289"/>
                <a:gd name="T21" fmla="*/ 762 h 1014"/>
                <a:gd name="T22" fmla="*/ 38 w 289"/>
                <a:gd name="T23" fmla="*/ 990 h 1014"/>
                <a:gd name="T24" fmla="*/ 11 w 289"/>
                <a:gd name="T25" fmla="*/ 1014 h 1014"/>
                <a:gd name="T26" fmla="*/ 0 w 289"/>
                <a:gd name="T27" fmla="*/ 1006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1014">
                  <a:moveTo>
                    <a:pt x="0" y="1006"/>
                  </a:moveTo>
                  <a:cubicBezTo>
                    <a:pt x="5" y="996"/>
                    <a:pt x="9" y="983"/>
                    <a:pt x="17" y="975"/>
                  </a:cubicBezTo>
                  <a:cubicBezTo>
                    <a:pt x="90" y="901"/>
                    <a:pt x="163" y="828"/>
                    <a:pt x="237" y="755"/>
                  </a:cubicBezTo>
                  <a:cubicBezTo>
                    <a:pt x="256" y="737"/>
                    <a:pt x="264" y="719"/>
                    <a:pt x="264" y="692"/>
                  </a:cubicBezTo>
                  <a:cubicBezTo>
                    <a:pt x="263" y="476"/>
                    <a:pt x="263" y="259"/>
                    <a:pt x="263" y="43"/>
                  </a:cubicBezTo>
                  <a:cubicBezTo>
                    <a:pt x="263" y="33"/>
                    <a:pt x="262" y="24"/>
                    <a:pt x="264" y="15"/>
                  </a:cubicBezTo>
                  <a:cubicBezTo>
                    <a:pt x="265" y="10"/>
                    <a:pt x="271" y="5"/>
                    <a:pt x="275" y="0"/>
                  </a:cubicBezTo>
                  <a:cubicBezTo>
                    <a:pt x="279" y="5"/>
                    <a:pt x="285" y="9"/>
                    <a:pt x="286" y="14"/>
                  </a:cubicBezTo>
                  <a:cubicBezTo>
                    <a:pt x="289" y="22"/>
                    <a:pt x="287" y="30"/>
                    <a:pt x="287" y="38"/>
                  </a:cubicBezTo>
                  <a:cubicBezTo>
                    <a:pt x="287" y="262"/>
                    <a:pt x="288" y="485"/>
                    <a:pt x="286" y="709"/>
                  </a:cubicBezTo>
                  <a:cubicBezTo>
                    <a:pt x="286" y="727"/>
                    <a:pt x="277" y="749"/>
                    <a:pt x="264" y="762"/>
                  </a:cubicBezTo>
                  <a:cubicBezTo>
                    <a:pt x="190" y="839"/>
                    <a:pt x="114" y="914"/>
                    <a:pt x="38" y="990"/>
                  </a:cubicBezTo>
                  <a:cubicBezTo>
                    <a:pt x="29" y="998"/>
                    <a:pt x="20" y="1006"/>
                    <a:pt x="11" y="1014"/>
                  </a:cubicBezTo>
                  <a:cubicBezTo>
                    <a:pt x="7" y="1011"/>
                    <a:pt x="3" y="1009"/>
                    <a:pt x="0" y="10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38825235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ction II">
    <p:bg>
      <p:bgPr>
        <a:solidFill>
          <a:schemeClr val="bg1"/>
        </a:solidFill>
        <a:effectLst/>
      </p:bgPr>
    </p:bg>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C9EBFD1A-B7A0-466A-B83C-FDA8DD378B8A}" type="slidenum">
              <a:rPr lang="en-US" smtClean="0"/>
              <a:pPr/>
              <a:t>‹#›</a:t>
            </a:fld>
            <a:endParaRPr lang="en-US" dirty="0"/>
          </a:p>
        </p:txBody>
      </p:sp>
      <p:sp>
        <p:nvSpPr>
          <p:cNvPr id="2" name="Title 1"/>
          <p:cNvSpPr>
            <a:spLocks noGrp="1"/>
          </p:cNvSpPr>
          <p:nvPr userDrawn="1">
            <p:ph type="title" hasCustomPrompt="1"/>
          </p:nvPr>
        </p:nvSpPr>
        <p:spPr>
          <a:xfrm>
            <a:off x="433251" y="2354768"/>
            <a:ext cx="4389120" cy="433965"/>
          </a:xfrm>
        </p:spPr>
        <p:txBody>
          <a:bodyPr tIns="91440" bIns="91440" anchor="ctr"/>
          <a:lstStyle>
            <a:lvl1pPr algn="ctr">
              <a:defRPr sz="1800">
                <a:solidFill>
                  <a:srgbClr val="007CC3"/>
                </a:solidFill>
              </a:defRPr>
            </a:lvl1pPr>
          </a:lstStyle>
          <a:p>
            <a:r>
              <a:rPr lang="en-US" dirty="0"/>
              <a:t>CLICK TO EDIT MASTER TITLE STYLE</a:t>
            </a:r>
          </a:p>
        </p:txBody>
      </p:sp>
      <p:grpSp>
        <p:nvGrpSpPr>
          <p:cNvPr id="3" name="Group 2"/>
          <p:cNvGrpSpPr/>
          <p:nvPr userDrawn="1"/>
        </p:nvGrpSpPr>
        <p:grpSpPr>
          <a:xfrm>
            <a:off x="2286" y="846963"/>
            <a:ext cx="9141714" cy="3449574"/>
            <a:chOff x="3048" y="1129284"/>
            <a:chExt cx="12188952" cy="4599432"/>
          </a:xfrm>
          <a:solidFill>
            <a:schemeClr val="accent1">
              <a:lumMod val="40000"/>
              <a:lumOff val="60000"/>
            </a:schemeClr>
          </a:solidFill>
        </p:grpSpPr>
        <p:grpSp>
          <p:nvGrpSpPr>
            <p:cNvPr id="9" name="Group 8"/>
            <p:cNvGrpSpPr/>
            <p:nvPr userDrawn="1"/>
          </p:nvGrpSpPr>
          <p:grpSpPr>
            <a:xfrm flipH="1">
              <a:off x="3048" y="2855108"/>
              <a:ext cx="12188952" cy="1151376"/>
              <a:chOff x="-8920" y="2124012"/>
              <a:chExt cx="9161828" cy="865432"/>
            </a:xfrm>
            <a:grpFill/>
          </p:grpSpPr>
          <p:sp>
            <p:nvSpPr>
              <p:cNvPr id="1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0"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1"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2"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3"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4"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sp>
          <p:nvSpPr>
            <p:cNvPr id="16" name="object 2"/>
            <p:cNvSpPr/>
            <p:nvPr userDrawn="1"/>
          </p:nvSpPr>
          <p:spPr>
            <a:xfrm flipH="1">
              <a:off x="8313458" y="1129284"/>
              <a:ext cx="1108212" cy="4599432"/>
            </a:xfrm>
            <a:custGeom>
              <a:avLst/>
              <a:gdLst/>
              <a:ahLst/>
              <a:cxnLst/>
              <a:rect l="l" t="t" r="r" b="b"/>
              <a:pathLst>
                <a:path w="847725" h="3521075">
                  <a:moveTo>
                    <a:pt x="847521" y="3521049"/>
                  </a:moveTo>
                  <a:lnTo>
                    <a:pt x="0" y="3521049"/>
                  </a:lnTo>
                  <a:lnTo>
                    <a:pt x="0" y="0"/>
                  </a:lnTo>
                  <a:lnTo>
                    <a:pt x="847521" y="0"/>
                  </a:lnTo>
                  <a:lnTo>
                    <a:pt x="847521" y="3521049"/>
                  </a:lnTo>
                  <a:close/>
                </a:path>
              </a:pathLst>
            </a:custGeom>
            <a:grpFill/>
          </p:spPr>
          <p:txBody>
            <a:bodyPr wrap="square" lIns="0" tIns="0" rIns="0" bIns="0" rtlCol="0"/>
            <a:lstStyle/>
            <a:p>
              <a:endParaRPr sz="1350"/>
            </a:p>
          </p:txBody>
        </p:sp>
      </p:grpSp>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637252" y="2308323"/>
            <a:ext cx="3429000" cy="2421785"/>
          </a:xfrm>
          <a:prstGeom prst="rect">
            <a:avLst/>
          </a:prstGeom>
        </p:spPr>
      </p:pic>
      <p:pic>
        <p:nvPicPr>
          <p:cNvPr id="17" name="Picture 1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grpSp>
        <p:nvGrpSpPr>
          <p:cNvPr id="18" name="Group 52"/>
          <p:cNvGrpSpPr>
            <a:grpSpLocks noChangeAspect="1"/>
          </p:cNvGrpSpPr>
          <p:nvPr userDrawn="1"/>
        </p:nvGrpSpPr>
        <p:grpSpPr bwMode="auto">
          <a:xfrm flipH="1">
            <a:off x="8720380" y="0"/>
            <a:ext cx="423620" cy="685800"/>
            <a:chOff x="512" y="3"/>
            <a:chExt cx="1640" cy="2655"/>
          </a:xfrm>
          <a:solidFill>
            <a:schemeClr val="bg1">
              <a:lumMod val="85000"/>
            </a:schemeClr>
          </a:solidFill>
        </p:grpSpPr>
        <p:sp>
          <p:nvSpPr>
            <p:cNvPr id="19" name="Freeform 54"/>
            <p:cNvSpPr>
              <a:spLocks noEditPoints="1"/>
            </p:cNvSpPr>
            <p:nvPr/>
          </p:nvSpPr>
          <p:spPr bwMode="auto">
            <a:xfrm>
              <a:off x="1138" y="3"/>
              <a:ext cx="1014" cy="2234"/>
            </a:xfrm>
            <a:custGeom>
              <a:avLst/>
              <a:gdLst>
                <a:gd name="T0" fmla="*/ 14 w 592"/>
                <a:gd name="T1" fmla="*/ 0 h 1309"/>
                <a:gd name="T2" fmla="*/ 272 w 592"/>
                <a:gd name="T3" fmla="*/ 250 h 1309"/>
                <a:gd name="T4" fmla="*/ 295 w 592"/>
                <a:gd name="T5" fmla="*/ 303 h 1309"/>
                <a:gd name="T6" fmla="*/ 296 w 592"/>
                <a:gd name="T7" fmla="*/ 963 h 1309"/>
                <a:gd name="T8" fmla="*/ 318 w 592"/>
                <a:gd name="T9" fmla="*/ 1016 h 1309"/>
                <a:gd name="T10" fmla="*/ 476 w 592"/>
                <a:gd name="T11" fmla="*/ 1176 h 1309"/>
                <a:gd name="T12" fmla="*/ 520 w 592"/>
                <a:gd name="T13" fmla="*/ 1191 h 1309"/>
                <a:gd name="T14" fmla="*/ 580 w 592"/>
                <a:gd name="T15" fmla="*/ 1221 h 1309"/>
                <a:gd name="T16" fmla="*/ 569 w 592"/>
                <a:gd name="T17" fmla="*/ 1287 h 1309"/>
                <a:gd name="T18" fmla="*/ 502 w 592"/>
                <a:gd name="T19" fmla="*/ 1297 h 1309"/>
                <a:gd name="T20" fmla="*/ 473 w 592"/>
                <a:gd name="T21" fmla="*/ 1236 h 1309"/>
                <a:gd name="T22" fmla="*/ 459 w 592"/>
                <a:gd name="T23" fmla="*/ 1195 h 1309"/>
                <a:gd name="T24" fmla="*/ 293 w 592"/>
                <a:gd name="T25" fmla="*/ 1029 h 1309"/>
                <a:gd name="T26" fmla="*/ 269 w 592"/>
                <a:gd name="T27" fmla="*/ 972 h 1309"/>
                <a:gd name="T28" fmla="*/ 270 w 592"/>
                <a:gd name="T29" fmla="*/ 322 h 1309"/>
                <a:gd name="T30" fmla="*/ 243 w 592"/>
                <a:gd name="T31" fmla="*/ 256 h 1309"/>
                <a:gd name="T32" fmla="*/ 14 w 592"/>
                <a:gd name="T33" fmla="*/ 36 h 1309"/>
                <a:gd name="T34" fmla="*/ 0 w 592"/>
                <a:gd name="T35" fmla="*/ 0 h 1309"/>
                <a:gd name="T36" fmla="*/ 14 w 592"/>
                <a:gd name="T37" fmla="*/ 0 h 1309"/>
                <a:gd name="T38" fmla="*/ 529 w 592"/>
                <a:gd name="T39" fmla="*/ 1290 h 1309"/>
                <a:gd name="T40" fmla="*/ 558 w 592"/>
                <a:gd name="T41" fmla="*/ 1247 h 1309"/>
                <a:gd name="T42" fmla="*/ 530 w 592"/>
                <a:gd name="T43" fmla="*/ 1215 h 1309"/>
                <a:gd name="T44" fmla="*/ 500 w 592"/>
                <a:gd name="T45" fmla="*/ 1248 h 1309"/>
                <a:gd name="T46" fmla="*/ 529 w 592"/>
                <a:gd name="T47" fmla="*/ 1290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2" h="1309">
                  <a:moveTo>
                    <a:pt x="14" y="0"/>
                  </a:moveTo>
                  <a:cubicBezTo>
                    <a:pt x="100" y="83"/>
                    <a:pt x="187" y="165"/>
                    <a:pt x="272" y="250"/>
                  </a:cubicBezTo>
                  <a:cubicBezTo>
                    <a:pt x="284" y="263"/>
                    <a:pt x="294" y="285"/>
                    <a:pt x="295" y="303"/>
                  </a:cubicBezTo>
                  <a:cubicBezTo>
                    <a:pt x="296" y="523"/>
                    <a:pt x="295" y="743"/>
                    <a:pt x="296" y="963"/>
                  </a:cubicBezTo>
                  <a:cubicBezTo>
                    <a:pt x="297" y="981"/>
                    <a:pt x="306" y="1003"/>
                    <a:pt x="318" y="1016"/>
                  </a:cubicBezTo>
                  <a:cubicBezTo>
                    <a:pt x="369" y="1071"/>
                    <a:pt x="424" y="1122"/>
                    <a:pt x="476" y="1176"/>
                  </a:cubicBezTo>
                  <a:cubicBezTo>
                    <a:pt x="489" y="1189"/>
                    <a:pt x="499" y="1197"/>
                    <a:pt x="520" y="1191"/>
                  </a:cubicBezTo>
                  <a:cubicBezTo>
                    <a:pt x="546" y="1184"/>
                    <a:pt x="568" y="1197"/>
                    <a:pt x="580" y="1221"/>
                  </a:cubicBezTo>
                  <a:cubicBezTo>
                    <a:pt x="592" y="1245"/>
                    <a:pt x="588" y="1269"/>
                    <a:pt x="569" y="1287"/>
                  </a:cubicBezTo>
                  <a:cubicBezTo>
                    <a:pt x="550" y="1306"/>
                    <a:pt x="525" y="1309"/>
                    <a:pt x="502" y="1297"/>
                  </a:cubicBezTo>
                  <a:cubicBezTo>
                    <a:pt x="478" y="1285"/>
                    <a:pt x="466" y="1262"/>
                    <a:pt x="473" y="1236"/>
                  </a:cubicBezTo>
                  <a:cubicBezTo>
                    <a:pt x="479" y="1217"/>
                    <a:pt x="471" y="1207"/>
                    <a:pt x="459" y="1195"/>
                  </a:cubicBezTo>
                  <a:cubicBezTo>
                    <a:pt x="404" y="1140"/>
                    <a:pt x="349" y="1084"/>
                    <a:pt x="293" y="1029"/>
                  </a:cubicBezTo>
                  <a:cubicBezTo>
                    <a:pt x="275" y="1013"/>
                    <a:pt x="269" y="996"/>
                    <a:pt x="269" y="972"/>
                  </a:cubicBezTo>
                  <a:cubicBezTo>
                    <a:pt x="270" y="755"/>
                    <a:pt x="269" y="539"/>
                    <a:pt x="270" y="322"/>
                  </a:cubicBezTo>
                  <a:cubicBezTo>
                    <a:pt x="271" y="295"/>
                    <a:pt x="264" y="275"/>
                    <a:pt x="243" y="256"/>
                  </a:cubicBezTo>
                  <a:cubicBezTo>
                    <a:pt x="165" y="184"/>
                    <a:pt x="89" y="111"/>
                    <a:pt x="14" y="36"/>
                  </a:cubicBezTo>
                  <a:cubicBezTo>
                    <a:pt x="5" y="28"/>
                    <a:pt x="4" y="12"/>
                    <a:pt x="0" y="0"/>
                  </a:cubicBezTo>
                  <a:cubicBezTo>
                    <a:pt x="4" y="0"/>
                    <a:pt x="9" y="0"/>
                    <a:pt x="14" y="0"/>
                  </a:cubicBezTo>
                  <a:close/>
                  <a:moveTo>
                    <a:pt x="529" y="1290"/>
                  </a:moveTo>
                  <a:cubicBezTo>
                    <a:pt x="543" y="1271"/>
                    <a:pt x="559" y="1258"/>
                    <a:pt x="558" y="1247"/>
                  </a:cubicBezTo>
                  <a:cubicBezTo>
                    <a:pt x="557" y="1236"/>
                    <a:pt x="540" y="1226"/>
                    <a:pt x="530" y="1215"/>
                  </a:cubicBezTo>
                  <a:cubicBezTo>
                    <a:pt x="519" y="1226"/>
                    <a:pt x="502" y="1236"/>
                    <a:pt x="500" y="1248"/>
                  </a:cubicBezTo>
                  <a:cubicBezTo>
                    <a:pt x="498" y="1258"/>
                    <a:pt x="515" y="1271"/>
                    <a:pt x="529" y="1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7" name="Freeform 55"/>
            <p:cNvSpPr>
              <a:spLocks/>
            </p:cNvSpPr>
            <p:nvPr/>
          </p:nvSpPr>
          <p:spPr bwMode="auto">
            <a:xfrm>
              <a:off x="810" y="3"/>
              <a:ext cx="1075" cy="2283"/>
            </a:xfrm>
            <a:custGeom>
              <a:avLst/>
              <a:gdLst>
                <a:gd name="T0" fmla="*/ 32 w 627"/>
                <a:gd name="T1" fmla="*/ 0 h 1338"/>
                <a:gd name="T2" fmla="*/ 207 w 627"/>
                <a:gd name="T3" fmla="*/ 180 h 1338"/>
                <a:gd name="T4" fmla="*/ 393 w 627"/>
                <a:gd name="T5" fmla="*/ 365 h 1338"/>
                <a:gd name="T6" fmla="*/ 420 w 627"/>
                <a:gd name="T7" fmla="*/ 428 h 1338"/>
                <a:gd name="T8" fmla="*/ 420 w 627"/>
                <a:gd name="T9" fmla="*/ 1085 h 1338"/>
                <a:gd name="T10" fmla="*/ 441 w 627"/>
                <a:gd name="T11" fmla="*/ 1135 h 1338"/>
                <a:gd name="T12" fmla="*/ 613 w 627"/>
                <a:gd name="T13" fmla="*/ 1310 h 1338"/>
                <a:gd name="T14" fmla="*/ 627 w 627"/>
                <a:gd name="T15" fmla="*/ 1338 h 1338"/>
                <a:gd name="T16" fmla="*/ 596 w 627"/>
                <a:gd name="T17" fmla="*/ 1328 h 1338"/>
                <a:gd name="T18" fmla="*/ 413 w 627"/>
                <a:gd name="T19" fmla="*/ 1144 h 1338"/>
                <a:gd name="T20" fmla="*/ 395 w 627"/>
                <a:gd name="T21" fmla="*/ 1092 h 1338"/>
                <a:gd name="T22" fmla="*/ 395 w 627"/>
                <a:gd name="T23" fmla="*/ 439 h 1338"/>
                <a:gd name="T24" fmla="*/ 370 w 627"/>
                <a:gd name="T25" fmla="*/ 378 h 1338"/>
                <a:gd name="T26" fmla="*/ 30 w 627"/>
                <a:gd name="T27" fmla="*/ 39 h 1338"/>
                <a:gd name="T28" fmla="*/ 18 w 627"/>
                <a:gd name="T29" fmla="*/ 0 h 1338"/>
                <a:gd name="T30" fmla="*/ 32 w 627"/>
                <a:gd name="T31" fmla="*/ 0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7" h="1338">
                  <a:moveTo>
                    <a:pt x="32" y="0"/>
                  </a:moveTo>
                  <a:cubicBezTo>
                    <a:pt x="90" y="60"/>
                    <a:pt x="148" y="120"/>
                    <a:pt x="207" y="180"/>
                  </a:cubicBezTo>
                  <a:cubicBezTo>
                    <a:pt x="269" y="242"/>
                    <a:pt x="330" y="304"/>
                    <a:pt x="393" y="365"/>
                  </a:cubicBezTo>
                  <a:cubicBezTo>
                    <a:pt x="412" y="384"/>
                    <a:pt x="420" y="402"/>
                    <a:pt x="420" y="428"/>
                  </a:cubicBezTo>
                  <a:cubicBezTo>
                    <a:pt x="419" y="647"/>
                    <a:pt x="419" y="866"/>
                    <a:pt x="420" y="1085"/>
                  </a:cubicBezTo>
                  <a:cubicBezTo>
                    <a:pt x="420" y="1102"/>
                    <a:pt x="429" y="1123"/>
                    <a:pt x="441" y="1135"/>
                  </a:cubicBezTo>
                  <a:cubicBezTo>
                    <a:pt x="497" y="1195"/>
                    <a:pt x="556" y="1252"/>
                    <a:pt x="613" y="1310"/>
                  </a:cubicBezTo>
                  <a:cubicBezTo>
                    <a:pt x="620" y="1317"/>
                    <a:pt x="622" y="1329"/>
                    <a:pt x="627" y="1338"/>
                  </a:cubicBezTo>
                  <a:cubicBezTo>
                    <a:pt x="616" y="1335"/>
                    <a:pt x="603" y="1335"/>
                    <a:pt x="596" y="1328"/>
                  </a:cubicBezTo>
                  <a:cubicBezTo>
                    <a:pt x="534" y="1267"/>
                    <a:pt x="472" y="1207"/>
                    <a:pt x="413" y="1144"/>
                  </a:cubicBezTo>
                  <a:cubicBezTo>
                    <a:pt x="401" y="1132"/>
                    <a:pt x="395" y="1110"/>
                    <a:pt x="395" y="1092"/>
                  </a:cubicBezTo>
                  <a:cubicBezTo>
                    <a:pt x="394" y="874"/>
                    <a:pt x="394" y="657"/>
                    <a:pt x="395" y="439"/>
                  </a:cubicBezTo>
                  <a:cubicBezTo>
                    <a:pt x="395" y="414"/>
                    <a:pt x="388" y="396"/>
                    <a:pt x="370" y="378"/>
                  </a:cubicBezTo>
                  <a:cubicBezTo>
                    <a:pt x="256" y="266"/>
                    <a:pt x="143" y="152"/>
                    <a:pt x="30" y="39"/>
                  </a:cubicBezTo>
                  <a:cubicBezTo>
                    <a:pt x="19" y="29"/>
                    <a:pt x="0" y="20"/>
                    <a:pt x="18" y="0"/>
                  </a:cubicBezTo>
                  <a:cubicBezTo>
                    <a:pt x="23" y="0"/>
                    <a:pt x="27"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8" name="Freeform 56"/>
            <p:cNvSpPr>
              <a:spLocks noEditPoints="1"/>
            </p:cNvSpPr>
            <p:nvPr/>
          </p:nvSpPr>
          <p:spPr bwMode="auto">
            <a:xfrm>
              <a:off x="566" y="742"/>
              <a:ext cx="772" cy="1916"/>
            </a:xfrm>
            <a:custGeom>
              <a:avLst/>
              <a:gdLst>
                <a:gd name="T0" fmla="*/ 16 w 451"/>
                <a:gd name="T1" fmla="*/ 1123 h 1123"/>
                <a:gd name="T2" fmla="*/ 26 w 451"/>
                <a:gd name="T3" fmla="*/ 1086 h 1123"/>
                <a:gd name="T4" fmla="*/ 381 w 451"/>
                <a:gd name="T5" fmla="*/ 732 h 1123"/>
                <a:gd name="T6" fmla="*/ 408 w 451"/>
                <a:gd name="T7" fmla="*/ 669 h 1123"/>
                <a:gd name="T8" fmla="*/ 407 w 451"/>
                <a:gd name="T9" fmla="*/ 161 h 1123"/>
                <a:gd name="T10" fmla="*/ 407 w 451"/>
                <a:gd name="T11" fmla="*/ 123 h 1123"/>
                <a:gd name="T12" fmla="*/ 381 w 451"/>
                <a:gd name="T13" fmla="*/ 121 h 1123"/>
                <a:gd name="T14" fmla="*/ 332 w 451"/>
                <a:gd name="T15" fmla="*/ 50 h 1123"/>
                <a:gd name="T16" fmla="*/ 405 w 451"/>
                <a:gd name="T17" fmla="*/ 9 h 1123"/>
                <a:gd name="T18" fmla="*/ 441 w 451"/>
                <a:gd name="T19" fmla="*/ 84 h 1123"/>
                <a:gd name="T20" fmla="*/ 432 w 451"/>
                <a:gd name="T21" fmla="*/ 137 h 1123"/>
                <a:gd name="T22" fmla="*/ 430 w 451"/>
                <a:gd name="T23" fmla="*/ 687 h 1123"/>
                <a:gd name="T24" fmla="*/ 408 w 451"/>
                <a:gd name="T25" fmla="*/ 740 h 1123"/>
                <a:gd name="T26" fmla="*/ 52 w 451"/>
                <a:gd name="T27" fmla="*/ 1097 h 1123"/>
                <a:gd name="T28" fmla="*/ 30 w 451"/>
                <a:gd name="T29" fmla="*/ 1123 h 1123"/>
                <a:gd name="T30" fmla="*/ 16 w 451"/>
                <a:gd name="T31" fmla="*/ 1123 h 1123"/>
                <a:gd name="T32" fmla="*/ 390 w 451"/>
                <a:gd name="T33" fmla="*/ 20 h 1123"/>
                <a:gd name="T34" fmla="*/ 358 w 451"/>
                <a:gd name="T35" fmla="*/ 61 h 1123"/>
                <a:gd name="T36" fmla="*/ 384 w 451"/>
                <a:gd name="T37" fmla="*/ 94 h 1123"/>
                <a:gd name="T38" fmla="*/ 416 w 451"/>
                <a:gd name="T39" fmla="*/ 64 h 1123"/>
                <a:gd name="T40" fmla="*/ 390 w 451"/>
                <a:gd name="T41" fmla="*/ 20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1" h="1123">
                  <a:moveTo>
                    <a:pt x="16" y="1123"/>
                  </a:moveTo>
                  <a:cubicBezTo>
                    <a:pt x="0" y="1105"/>
                    <a:pt x="17" y="1096"/>
                    <a:pt x="26" y="1086"/>
                  </a:cubicBezTo>
                  <a:cubicBezTo>
                    <a:pt x="144" y="968"/>
                    <a:pt x="262" y="850"/>
                    <a:pt x="381" y="732"/>
                  </a:cubicBezTo>
                  <a:cubicBezTo>
                    <a:pt x="400" y="714"/>
                    <a:pt x="408" y="696"/>
                    <a:pt x="408" y="669"/>
                  </a:cubicBezTo>
                  <a:cubicBezTo>
                    <a:pt x="407" y="500"/>
                    <a:pt x="407" y="331"/>
                    <a:pt x="407" y="161"/>
                  </a:cubicBezTo>
                  <a:cubicBezTo>
                    <a:pt x="407" y="149"/>
                    <a:pt x="407" y="136"/>
                    <a:pt x="407" y="123"/>
                  </a:cubicBezTo>
                  <a:cubicBezTo>
                    <a:pt x="396" y="122"/>
                    <a:pt x="388" y="122"/>
                    <a:pt x="381" y="121"/>
                  </a:cubicBezTo>
                  <a:cubicBezTo>
                    <a:pt x="345" y="115"/>
                    <a:pt x="324" y="85"/>
                    <a:pt x="332" y="50"/>
                  </a:cubicBezTo>
                  <a:cubicBezTo>
                    <a:pt x="340" y="18"/>
                    <a:pt x="371" y="0"/>
                    <a:pt x="405" y="9"/>
                  </a:cubicBezTo>
                  <a:cubicBezTo>
                    <a:pt x="436" y="18"/>
                    <a:pt x="451" y="51"/>
                    <a:pt x="441" y="84"/>
                  </a:cubicBezTo>
                  <a:cubicBezTo>
                    <a:pt x="436" y="101"/>
                    <a:pt x="432" y="119"/>
                    <a:pt x="432" y="137"/>
                  </a:cubicBezTo>
                  <a:cubicBezTo>
                    <a:pt x="431" y="320"/>
                    <a:pt x="432" y="503"/>
                    <a:pt x="430" y="687"/>
                  </a:cubicBezTo>
                  <a:cubicBezTo>
                    <a:pt x="430" y="705"/>
                    <a:pt x="421" y="727"/>
                    <a:pt x="408" y="740"/>
                  </a:cubicBezTo>
                  <a:cubicBezTo>
                    <a:pt x="290" y="860"/>
                    <a:pt x="171" y="978"/>
                    <a:pt x="52" y="1097"/>
                  </a:cubicBezTo>
                  <a:cubicBezTo>
                    <a:pt x="44" y="1105"/>
                    <a:pt x="37" y="1114"/>
                    <a:pt x="30" y="1123"/>
                  </a:cubicBezTo>
                  <a:cubicBezTo>
                    <a:pt x="25" y="1123"/>
                    <a:pt x="20" y="1123"/>
                    <a:pt x="16" y="1123"/>
                  </a:cubicBezTo>
                  <a:close/>
                  <a:moveTo>
                    <a:pt x="390" y="20"/>
                  </a:moveTo>
                  <a:cubicBezTo>
                    <a:pt x="374" y="39"/>
                    <a:pt x="358" y="50"/>
                    <a:pt x="358" y="61"/>
                  </a:cubicBezTo>
                  <a:cubicBezTo>
                    <a:pt x="358" y="72"/>
                    <a:pt x="374" y="83"/>
                    <a:pt x="384" y="94"/>
                  </a:cubicBezTo>
                  <a:cubicBezTo>
                    <a:pt x="395" y="84"/>
                    <a:pt x="413" y="76"/>
                    <a:pt x="416" y="64"/>
                  </a:cubicBezTo>
                  <a:cubicBezTo>
                    <a:pt x="419" y="54"/>
                    <a:pt x="403" y="40"/>
                    <a:pt x="39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9" name="Freeform 57"/>
            <p:cNvSpPr>
              <a:spLocks/>
            </p:cNvSpPr>
            <p:nvPr/>
          </p:nvSpPr>
          <p:spPr bwMode="auto">
            <a:xfrm>
              <a:off x="1717" y="477"/>
              <a:ext cx="325" cy="1476"/>
            </a:xfrm>
            <a:custGeom>
              <a:avLst/>
              <a:gdLst>
                <a:gd name="T0" fmla="*/ 0 w 190"/>
                <a:gd name="T1" fmla="*/ 0 h 865"/>
                <a:gd name="T2" fmla="*/ 180 w 190"/>
                <a:gd name="T3" fmla="*/ 208 h 865"/>
                <a:gd name="T4" fmla="*/ 189 w 190"/>
                <a:gd name="T5" fmla="*/ 236 h 865"/>
                <a:gd name="T6" fmla="*/ 189 w 190"/>
                <a:gd name="T7" fmla="*/ 841 h 865"/>
                <a:gd name="T8" fmla="*/ 186 w 190"/>
                <a:gd name="T9" fmla="*/ 865 h 865"/>
                <a:gd name="T10" fmla="*/ 8 w 190"/>
                <a:gd name="T11" fmla="*/ 681 h 865"/>
                <a:gd name="T12" fmla="*/ 0 w 190"/>
                <a:gd name="T13" fmla="*/ 660 h 865"/>
                <a:gd name="T14" fmla="*/ 0 w 190"/>
                <a:gd name="T15" fmla="*/ 0 h 8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865">
                  <a:moveTo>
                    <a:pt x="0" y="0"/>
                  </a:moveTo>
                  <a:cubicBezTo>
                    <a:pt x="64" y="74"/>
                    <a:pt x="122" y="141"/>
                    <a:pt x="180" y="208"/>
                  </a:cubicBezTo>
                  <a:cubicBezTo>
                    <a:pt x="186" y="215"/>
                    <a:pt x="189" y="227"/>
                    <a:pt x="189" y="236"/>
                  </a:cubicBezTo>
                  <a:cubicBezTo>
                    <a:pt x="190" y="438"/>
                    <a:pt x="190" y="639"/>
                    <a:pt x="189" y="841"/>
                  </a:cubicBezTo>
                  <a:cubicBezTo>
                    <a:pt x="189" y="845"/>
                    <a:pt x="188" y="849"/>
                    <a:pt x="186" y="865"/>
                  </a:cubicBezTo>
                  <a:cubicBezTo>
                    <a:pt x="122" y="800"/>
                    <a:pt x="65" y="741"/>
                    <a:pt x="8" y="681"/>
                  </a:cubicBezTo>
                  <a:cubicBezTo>
                    <a:pt x="3" y="676"/>
                    <a:pt x="0" y="667"/>
                    <a:pt x="0" y="660"/>
                  </a:cubicBezTo>
                  <a:cubicBezTo>
                    <a:pt x="0" y="443"/>
                    <a:pt x="0" y="227"/>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0" name="Freeform 58"/>
            <p:cNvSpPr>
              <a:spLocks/>
            </p:cNvSpPr>
            <p:nvPr/>
          </p:nvSpPr>
          <p:spPr bwMode="auto">
            <a:xfrm>
              <a:off x="607" y="1380"/>
              <a:ext cx="358" cy="822"/>
            </a:xfrm>
            <a:custGeom>
              <a:avLst/>
              <a:gdLst>
                <a:gd name="T0" fmla="*/ 10 w 209"/>
                <a:gd name="T1" fmla="*/ 482 h 482"/>
                <a:gd name="T2" fmla="*/ 9 w 209"/>
                <a:gd name="T3" fmla="*/ 323 h 482"/>
                <a:gd name="T4" fmla="*/ 84 w 209"/>
                <a:gd name="T5" fmla="*/ 126 h 482"/>
                <a:gd name="T6" fmla="*/ 204 w 209"/>
                <a:gd name="T7" fmla="*/ 0 h 482"/>
                <a:gd name="T8" fmla="*/ 209 w 209"/>
                <a:gd name="T9" fmla="*/ 24 h 482"/>
                <a:gd name="T10" fmla="*/ 209 w 209"/>
                <a:gd name="T11" fmla="*/ 252 h 482"/>
                <a:gd name="T12" fmla="*/ 202 w 209"/>
                <a:gd name="T13" fmla="*/ 281 h 482"/>
                <a:gd name="T14" fmla="*/ 10 w 209"/>
                <a:gd name="T15" fmla="*/ 482 h 4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482">
                  <a:moveTo>
                    <a:pt x="10" y="482"/>
                  </a:moveTo>
                  <a:cubicBezTo>
                    <a:pt x="10" y="423"/>
                    <a:pt x="15" y="372"/>
                    <a:pt x="9" y="323"/>
                  </a:cubicBezTo>
                  <a:cubicBezTo>
                    <a:pt x="0" y="243"/>
                    <a:pt x="22" y="179"/>
                    <a:pt x="84" y="126"/>
                  </a:cubicBezTo>
                  <a:cubicBezTo>
                    <a:pt x="127" y="90"/>
                    <a:pt x="162" y="45"/>
                    <a:pt x="204" y="0"/>
                  </a:cubicBezTo>
                  <a:cubicBezTo>
                    <a:pt x="206" y="10"/>
                    <a:pt x="209" y="17"/>
                    <a:pt x="209" y="24"/>
                  </a:cubicBezTo>
                  <a:cubicBezTo>
                    <a:pt x="209" y="100"/>
                    <a:pt x="209" y="176"/>
                    <a:pt x="209" y="252"/>
                  </a:cubicBezTo>
                  <a:cubicBezTo>
                    <a:pt x="209" y="262"/>
                    <a:pt x="208" y="275"/>
                    <a:pt x="202" y="281"/>
                  </a:cubicBezTo>
                  <a:cubicBezTo>
                    <a:pt x="141" y="346"/>
                    <a:pt x="79" y="410"/>
                    <a:pt x="10" y="4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1" name="Freeform 59"/>
            <p:cNvSpPr>
              <a:spLocks noEditPoints="1"/>
            </p:cNvSpPr>
            <p:nvPr/>
          </p:nvSpPr>
          <p:spPr bwMode="auto">
            <a:xfrm>
              <a:off x="512" y="1068"/>
              <a:ext cx="677" cy="1431"/>
            </a:xfrm>
            <a:custGeom>
              <a:avLst/>
              <a:gdLst>
                <a:gd name="T0" fmla="*/ 348 w 395"/>
                <a:gd name="T1" fmla="*/ 126 h 839"/>
                <a:gd name="T2" fmla="*/ 309 w 395"/>
                <a:gd name="T3" fmla="*/ 117 h 839"/>
                <a:gd name="T4" fmla="*/ 279 w 395"/>
                <a:gd name="T5" fmla="*/ 45 h 839"/>
                <a:gd name="T6" fmla="*/ 357 w 395"/>
                <a:gd name="T7" fmla="*/ 13 h 839"/>
                <a:gd name="T8" fmla="*/ 387 w 395"/>
                <a:gd name="T9" fmla="*/ 86 h 839"/>
                <a:gd name="T10" fmla="*/ 374 w 395"/>
                <a:gd name="T11" fmla="*/ 155 h 839"/>
                <a:gd name="T12" fmla="*/ 374 w 395"/>
                <a:gd name="T13" fmla="*/ 442 h 839"/>
                <a:gd name="T14" fmla="*/ 342 w 395"/>
                <a:gd name="T15" fmla="*/ 516 h 839"/>
                <a:gd name="T16" fmla="*/ 135 w 395"/>
                <a:gd name="T17" fmla="*/ 724 h 839"/>
                <a:gd name="T18" fmla="*/ 122 w 395"/>
                <a:gd name="T19" fmla="*/ 764 h 839"/>
                <a:gd name="T20" fmla="*/ 91 w 395"/>
                <a:gd name="T21" fmla="*/ 825 h 839"/>
                <a:gd name="T22" fmla="*/ 25 w 395"/>
                <a:gd name="T23" fmla="*/ 817 h 839"/>
                <a:gd name="T24" fmla="*/ 12 w 395"/>
                <a:gd name="T25" fmla="*/ 750 h 839"/>
                <a:gd name="T26" fmla="*/ 72 w 395"/>
                <a:gd name="T27" fmla="*/ 720 h 839"/>
                <a:gd name="T28" fmla="*/ 116 w 395"/>
                <a:gd name="T29" fmla="*/ 705 h 839"/>
                <a:gd name="T30" fmla="*/ 328 w 395"/>
                <a:gd name="T31" fmla="*/ 492 h 839"/>
                <a:gd name="T32" fmla="*/ 347 w 395"/>
                <a:gd name="T33" fmla="*/ 458 h 839"/>
                <a:gd name="T34" fmla="*/ 348 w 395"/>
                <a:gd name="T35" fmla="*/ 126 h 839"/>
                <a:gd name="T36" fmla="*/ 108 w 395"/>
                <a:gd name="T37" fmla="*/ 777 h 839"/>
                <a:gd name="T38" fmla="*/ 66 w 395"/>
                <a:gd name="T39" fmla="*/ 746 h 839"/>
                <a:gd name="T40" fmla="*/ 33 w 395"/>
                <a:gd name="T41" fmla="*/ 776 h 839"/>
                <a:gd name="T42" fmla="*/ 64 w 395"/>
                <a:gd name="T43" fmla="*/ 805 h 839"/>
                <a:gd name="T44" fmla="*/ 108 w 395"/>
                <a:gd name="T45" fmla="*/ 777 h 839"/>
                <a:gd name="T46" fmla="*/ 377 w 395"/>
                <a:gd name="T47" fmla="*/ 66 h 839"/>
                <a:gd name="T48" fmla="*/ 334 w 395"/>
                <a:gd name="T49" fmla="*/ 36 h 839"/>
                <a:gd name="T50" fmla="*/ 303 w 395"/>
                <a:gd name="T51" fmla="*/ 63 h 839"/>
                <a:gd name="T52" fmla="*/ 334 w 395"/>
                <a:gd name="T53" fmla="*/ 94 h 839"/>
                <a:gd name="T54" fmla="*/ 377 w 395"/>
                <a:gd name="T55" fmla="*/ 6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5" h="839">
                  <a:moveTo>
                    <a:pt x="348" y="126"/>
                  </a:moveTo>
                  <a:cubicBezTo>
                    <a:pt x="333" y="123"/>
                    <a:pt x="320" y="122"/>
                    <a:pt x="309" y="117"/>
                  </a:cubicBezTo>
                  <a:cubicBezTo>
                    <a:pt x="280" y="104"/>
                    <a:pt x="268" y="72"/>
                    <a:pt x="279" y="45"/>
                  </a:cubicBezTo>
                  <a:cubicBezTo>
                    <a:pt x="292" y="14"/>
                    <a:pt x="326" y="0"/>
                    <a:pt x="357" y="13"/>
                  </a:cubicBezTo>
                  <a:cubicBezTo>
                    <a:pt x="384" y="24"/>
                    <a:pt x="395" y="56"/>
                    <a:pt x="387" y="86"/>
                  </a:cubicBezTo>
                  <a:cubicBezTo>
                    <a:pt x="380" y="108"/>
                    <a:pt x="374" y="132"/>
                    <a:pt x="374" y="155"/>
                  </a:cubicBezTo>
                  <a:cubicBezTo>
                    <a:pt x="372" y="251"/>
                    <a:pt x="372" y="346"/>
                    <a:pt x="374" y="442"/>
                  </a:cubicBezTo>
                  <a:cubicBezTo>
                    <a:pt x="374" y="473"/>
                    <a:pt x="364" y="495"/>
                    <a:pt x="342" y="516"/>
                  </a:cubicBezTo>
                  <a:cubicBezTo>
                    <a:pt x="271" y="584"/>
                    <a:pt x="203" y="654"/>
                    <a:pt x="135" y="724"/>
                  </a:cubicBezTo>
                  <a:cubicBezTo>
                    <a:pt x="126" y="733"/>
                    <a:pt x="121" y="751"/>
                    <a:pt x="122" y="764"/>
                  </a:cubicBezTo>
                  <a:cubicBezTo>
                    <a:pt x="123" y="791"/>
                    <a:pt x="115" y="812"/>
                    <a:pt x="91" y="825"/>
                  </a:cubicBezTo>
                  <a:cubicBezTo>
                    <a:pt x="68" y="839"/>
                    <a:pt x="44" y="835"/>
                    <a:pt x="25" y="817"/>
                  </a:cubicBezTo>
                  <a:cubicBezTo>
                    <a:pt x="5" y="798"/>
                    <a:pt x="0" y="775"/>
                    <a:pt x="12" y="750"/>
                  </a:cubicBezTo>
                  <a:cubicBezTo>
                    <a:pt x="24" y="726"/>
                    <a:pt x="46" y="713"/>
                    <a:pt x="72" y="720"/>
                  </a:cubicBezTo>
                  <a:cubicBezTo>
                    <a:pt x="92" y="725"/>
                    <a:pt x="103" y="718"/>
                    <a:pt x="116" y="705"/>
                  </a:cubicBezTo>
                  <a:cubicBezTo>
                    <a:pt x="187" y="634"/>
                    <a:pt x="258" y="563"/>
                    <a:pt x="328" y="492"/>
                  </a:cubicBezTo>
                  <a:cubicBezTo>
                    <a:pt x="337" y="483"/>
                    <a:pt x="347" y="469"/>
                    <a:pt x="347" y="458"/>
                  </a:cubicBezTo>
                  <a:cubicBezTo>
                    <a:pt x="349" y="347"/>
                    <a:pt x="348" y="237"/>
                    <a:pt x="348" y="126"/>
                  </a:cubicBezTo>
                  <a:close/>
                  <a:moveTo>
                    <a:pt x="108" y="777"/>
                  </a:moveTo>
                  <a:cubicBezTo>
                    <a:pt x="89" y="762"/>
                    <a:pt x="76" y="745"/>
                    <a:pt x="66" y="746"/>
                  </a:cubicBezTo>
                  <a:cubicBezTo>
                    <a:pt x="54" y="748"/>
                    <a:pt x="44" y="765"/>
                    <a:pt x="33" y="776"/>
                  </a:cubicBezTo>
                  <a:cubicBezTo>
                    <a:pt x="43" y="786"/>
                    <a:pt x="53" y="803"/>
                    <a:pt x="64" y="805"/>
                  </a:cubicBezTo>
                  <a:cubicBezTo>
                    <a:pt x="75" y="806"/>
                    <a:pt x="87" y="791"/>
                    <a:pt x="108" y="777"/>
                  </a:cubicBezTo>
                  <a:close/>
                  <a:moveTo>
                    <a:pt x="377" y="66"/>
                  </a:moveTo>
                  <a:cubicBezTo>
                    <a:pt x="357" y="51"/>
                    <a:pt x="345" y="35"/>
                    <a:pt x="334" y="36"/>
                  </a:cubicBezTo>
                  <a:cubicBezTo>
                    <a:pt x="323" y="36"/>
                    <a:pt x="313" y="53"/>
                    <a:pt x="303" y="63"/>
                  </a:cubicBezTo>
                  <a:cubicBezTo>
                    <a:pt x="313" y="74"/>
                    <a:pt x="322" y="92"/>
                    <a:pt x="334" y="94"/>
                  </a:cubicBezTo>
                  <a:cubicBezTo>
                    <a:pt x="344" y="96"/>
                    <a:pt x="357" y="80"/>
                    <a:pt x="377"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2" name="Freeform 60"/>
            <p:cNvSpPr>
              <a:spLocks/>
            </p:cNvSpPr>
            <p:nvPr/>
          </p:nvSpPr>
          <p:spPr bwMode="auto">
            <a:xfrm>
              <a:off x="932" y="766"/>
              <a:ext cx="495" cy="1730"/>
            </a:xfrm>
            <a:custGeom>
              <a:avLst/>
              <a:gdLst>
                <a:gd name="T0" fmla="*/ 0 w 289"/>
                <a:gd name="T1" fmla="*/ 1006 h 1014"/>
                <a:gd name="T2" fmla="*/ 17 w 289"/>
                <a:gd name="T3" fmla="*/ 975 h 1014"/>
                <a:gd name="T4" fmla="*/ 237 w 289"/>
                <a:gd name="T5" fmla="*/ 755 h 1014"/>
                <a:gd name="T6" fmla="*/ 264 w 289"/>
                <a:gd name="T7" fmla="*/ 692 h 1014"/>
                <a:gd name="T8" fmla="*/ 263 w 289"/>
                <a:gd name="T9" fmla="*/ 43 h 1014"/>
                <a:gd name="T10" fmla="*/ 264 w 289"/>
                <a:gd name="T11" fmla="*/ 15 h 1014"/>
                <a:gd name="T12" fmla="*/ 275 w 289"/>
                <a:gd name="T13" fmla="*/ 0 h 1014"/>
                <a:gd name="T14" fmla="*/ 286 w 289"/>
                <a:gd name="T15" fmla="*/ 14 h 1014"/>
                <a:gd name="T16" fmla="*/ 287 w 289"/>
                <a:gd name="T17" fmla="*/ 38 h 1014"/>
                <a:gd name="T18" fmla="*/ 286 w 289"/>
                <a:gd name="T19" fmla="*/ 709 h 1014"/>
                <a:gd name="T20" fmla="*/ 264 w 289"/>
                <a:gd name="T21" fmla="*/ 762 h 1014"/>
                <a:gd name="T22" fmla="*/ 38 w 289"/>
                <a:gd name="T23" fmla="*/ 990 h 1014"/>
                <a:gd name="T24" fmla="*/ 11 w 289"/>
                <a:gd name="T25" fmla="*/ 1014 h 1014"/>
                <a:gd name="T26" fmla="*/ 0 w 289"/>
                <a:gd name="T27" fmla="*/ 1006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1014">
                  <a:moveTo>
                    <a:pt x="0" y="1006"/>
                  </a:moveTo>
                  <a:cubicBezTo>
                    <a:pt x="5" y="996"/>
                    <a:pt x="9" y="983"/>
                    <a:pt x="17" y="975"/>
                  </a:cubicBezTo>
                  <a:cubicBezTo>
                    <a:pt x="90" y="901"/>
                    <a:pt x="163" y="828"/>
                    <a:pt x="237" y="755"/>
                  </a:cubicBezTo>
                  <a:cubicBezTo>
                    <a:pt x="256" y="737"/>
                    <a:pt x="264" y="719"/>
                    <a:pt x="264" y="692"/>
                  </a:cubicBezTo>
                  <a:cubicBezTo>
                    <a:pt x="263" y="476"/>
                    <a:pt x="263" y="259"/>
                    <a:pt x="263" y="43"/>
                  </a:cubicBezTo>
                  <a:cubicBezTo>
                    <a:pt x="263" y="33"/>
                    <a:pt x="262" y="24"/>
                    <a:pt x="264" y="15"/>
                  </a:cubicBezTo>
                  <a:cubicBezTo>
                    <a:pt x="265" y="10"/>
                    <a:pt x="271" y="5"/>
                    <a:pt x="275" y="0"/>
                  </a:cubicBezTo>
                  <a:cubicBezTo>
                    <a:pt x="279" y="5"/>
                    <a:pt x="285" y="9"/>
                    <a:pt x="286" y="14"/>
                  </a:cubicBezTo>
                  <a:cubicBezTo>
                    <a:pt x="289" y="22"/>
                    <a:pt x="287" y="30"/>
                    <a:pt x="287" y="38"/>
                  </a:cubicBezTo>
                  <a:cubicBezTo>
                    <a:pt x="287" y="262"/>
                    <a:pt x="288" y="485"/>
                    <a:pt x="286" y="709"/>
                  </a:cubicBezTo>
                  <a:cubicBezTo>
                    <a:pt x="286" y="727"/>
                    <a:pt x="277" y="749"/>
                    <a:pt x="264" y="762"/>
                  </a:cubicBezTo>
                  <a:cubicBezTo>
                    <a:pt x="190" y="839"/>
                    <a:pt x="114" y="914"/>
                    <a:pt x="38" y="990"/>
                  </a:cubicBezTo>
                  <a:cubicBezTo>
                    <a:pt x="29" y="998"/>
                    <a:pt x="20" y="1006"/>
                    <a:pt x="11" y="1014"/>
                  </a:cubicBezTo>
                  <a:cubicBezTo>
                    <a:pt x="7" y="1011"/>
                    <a:pt x="3" y="1009"/>
                    <a:pt x="0" y="10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2235956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_Thankyou">
    <p:bg>
      <p:bgRef idx="1001">
        <a:schemeClr val="bg1"/>
      </p:bgRef>
    </p:bg>
    <p:spTree>
      <p:nvGrpSpPr>
        <p:cNvPr id="1" name=""/>
        <p:cNvGrpSpPr/>
        <p:nvPr/>
      </p:nvGrpSpPr>
      <p:grpSpPr>
        <a:xfrm>
          <a:off x="0" y="0"/>
          <a:ext cx="0" cy="0"/>
          <a:chOff x="0" y="0"/>
          <a:chExt cx="0" cy="0"/>
        </a:xfrm>
      </p:grpSpPr>
      <p:pic>
        <p:nvPicPr>
          <p:cNvPr id="29" name="Picture 2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grpSp>
        <p:nvGrpSpPr>
          <p:cNvPr id="2" name="Group 1"/>
          <p:cNvGrpSpPr/>
          <p:nvPr userDrawn="1"/>
        </p:nvGrpSpPr>
        <p:grpSpPr>
          <a:xfrm>
            <a:off x="1143" y="845617"/>
            <a:ext cx="9141714" cy="3452267"/>
            <a:chOff x="1524" y="1127489"/>
            <a:chExt cx="12188952" cy="4603022"/>
          </a:xfrm>
        </p:grpSpPr>
        <p:sp>
          <p:nvSpPr>
            <p:cNvPr id="31" name="object 2"/>
            <p:cNvSpPr/>
            <p:nvPr userDrawn="1"/>
          </p:nvSpPr>
          <p:spPr>
            <a:xfrm>
              <a:off x="2771854" y="1127489"/>
              <a:ext cx="1108212" cy="460302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CC3"/>
            </a:solidFill>
          </p:spPr>
          <p:txBody>
            <a:bodyPr wrap="square" lIns="0" tIns="0" rIns="0" bIns="0" rtlCol="0"/>
            <a:lstStyle/>
            <a:p>
              <a:endParaRPr sz="1350"/>
            </a:p>
          </p:txBody>
        </p:sp>
        <p:grpSp>
          <p:nvGrpSpPr>
            <p:cNvPr id="32" name="Group 31"/>
            <p:cNvGrpSpPr/>
            <p:nvPr userDrawn="1"/>
          </p:nvGrpSpPr>
          <p:grpSpPr>
            <a:xfrm>
              <a:off x="1524" y="2853312"/>
              <a:ext cx="12188952" cy="1151376"/>
              <a:chOff x="-8920" y="2124012"/>
              <a:chExt cx="9161828" cy="865432"/>
            </a:xfrm>
            <a:solidFill>
              <a:srgbClr val="007CC3"/>
            </a:solidFill>
          </p:grpSpPr>
          <p:sp>
            <p:nvSpPr>
              <p:cNvPr id="3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4"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5" name="object 22"/>
              <p:cNvSpPr/>
              <p:nvPr userDrawn="1"/>
            </p:nvSpPr>
            <p:spPr>
              <a:xfrm>
                <a:off x="800756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6" name="object 23"/>
              <p:cNvSpPr/>
              <p:nvPr userDrawn="1"/>
            </p:nvSpPr>
            <p:spPr>
              <a:xfrm>
                <a:off x="74869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37" name="object 24"/>
              <p:cNvSpPr/>
              <p:nvPr userDrawn="1"/>
            </p:nvSpPr>
            <p:spPr>
              <a:xfrm>
                <a:off x="6966413"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8" name="object 25"/>
              <p:cNvSpPr/>
              <p:nvPr userDrawn="1"/>
            </p:nvSpPr>
            <p:spPr>
              <a:xfrm>
                <a:off x="644584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39" name="object 26"/>
              <p:cNvSpPr/>
              <p:nvPr userDrawn="1"/>
            </p:nvSpPr>
            <p:spPr>
              <a:xfrm>
                <a:off x="592527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0" name="object 27"/>
              <p:cNvSpPr/>
              <p:nvPr userDrawn="1"/>
            </p:nvSpPr>
            <p:spPr>
              <a:xfrm>
                <a:off x="540467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1" name="object 24"/>
              <p:cNvSpPr/>
              <p:nvPr userDrawn="1"/>
            </p:nvSpPr>
            <p:spPr>
              <a:xfrm>
                <a:off x="4884094"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2" name="object 25"/>
              <p:cNvSpPr/>
              <p:nvPr userDrawn="1"/>
            </p:nvSpPr>
            <p:spPr>
              <a:xfrm>
                <a:off x="436352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3"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4"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5"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6"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7"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8"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grpSp>
      <p:sp>
        <p:nvSpPr>
          <p:cNvPr id="49" name="Text Placeholder 2"/>
          <p:cNvSpPr txBox="1">
            <a:spLocks/>
          </p:cNvSpPr>
          <p:nvPr userDrawn="1"/>
        </p:nvSpPr>
        <p:spPr>
          <a:xfrm>
            <a:off x="4467959" y="4422672"/>
            <a:ext cx="3344498" cy="507831"/>
          </a:xfrm>
          <a:prstGeom prst="rect">
            <a:avLst/>
          </a:prstGeom>
        </p:spPr>
        <p:txBody>
          <a:bodyPr anchor="ctr">
            <a:sp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450" b="0" dirty="0">
                <a:solidFill>
                  <a:schemeClr val="bg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sp>
        <p:nvSpPr>
          <p:cNvPr id="3" name="Title 2"/>
          <p:cNvSpPr>
            <a:spLocks noGrp="1"/>
          </p:cNvSpPr>
          <p:nvPr>
            <p:ph type="title" hasCustomPrompt="1"/>
          </p:nvPr>
        </p:nvSpPr>
        <p:spPr>
          <a:xfrm>
            <a:off x="5402856" y="1375080"/>
            <a:ext cx="2701147" cy="497263"/>
          </a:xfrm>
        </p:spPr>
        <p:txBody>
          <a:bodyPr wrap="none" anchor="b">
            <a:noAutofit/>
          </a:bodyPr>
          <a:lstStyle>
            <a:lvl1pPr>
              <a:defRPr>
                <a:solidFill>
                  <a:srgbClr val="007CC3"/>
                </a:solidFill>
              </a:defRPr>
            </a:lvl1pPr>
          </a:lstStyle>
          <a:p>
            <a:r>
              <a:rPr lang="en-US" dirty="0"/>
              <a:t>TITLE TEXT</a:t>
            </a:r>
          </a:p>
        </p:txBody>
      </p:sp>
      <p:sp>
        <p:nvSpPr>
          <p:cNvPr id="50" name="TextBox 49"/>
          <p:cNvSpPr txBox="1"/>
          <p:nvPr userDrawn="1"/>
        </p:nvSpPr>
        <p:spPr>
          <a:xfrm>
            <a:off x="4467959" y="4272631"/>
            <a:ext cx="1112805" cy="161583"/>
          </a:xfrm>
          <a:prstGeom prst="rect">
            <a:avLst/>
          </a:prstGeom>
          <a:noFill/>
        </p:spPr>
        <p:txBody>
          <a:bodyPr wrap="none" lIns="68580" tIns="0" rIns="0" bIns="0" rtlCol="0">
            <a:spAutoFit/>
          </a:bodyPr>
          <a:lstStyle/>
          <a:p>
            <a:fld id="{11A36942-31EF-4AAB-90EA-110C56FA26B5}" type="datetime4">
              <a:rPr lang="en-US" sz="1050" smtClean="0">
                <a:solidFill>
                  <a:srgbClr val="525457"/>
                </a:solidFill>
                <a:latin typeface="Arial" pitchFamily="34" charset="0"/>
                <a:cs typeface="Arial" pitchFamily="34" charset="0"/>
              </a:rPr>
              <a:t>April 9, 2024</a:t>
            </a:fld>
            <a:endParaRPr lang="en-US" sz="1050" dirty="0">
              <a:solidFill>
                <a:srgbClr val="525457"/>
              </a:solidFill>
              <a:latin typeface="Arial" pitchFamily="34" charset="0"/>
              <a:cs typeface="Arial" pitchFamily="34" charset="0"/>
            </a:endParaRPr>
          </a:p>
        </p:txBody>
      </p:sp>
      <p:grpSp>
        <p:nvGrpSpPr>
          <p:cNvPr id="25" name="Group 52"/>
          <p:cNvGrpSpPr>
            <a:grpSpLocks noChangeAspect="1"/>
          </p:cNvGrpSpPr>
          <p:nvPr userDrawn="1"/>
        </p:nvGrpSpPr>
        <p:grpSpPr bwMode="auto">
          <a:xfrm flipH="1">
            <a:off x="8720380" y="0"/>
            <a:ext cx="423620" cy="685800"/>
            <a:chOff x="512" y="3"/>
            <a:chExt cx="1640" cy="2655"/>
          </a:xfrm>
          <a:solidFill>
            <a:schemeClr val="bg1">
              <a:lumMod val="85000"/>
            </a:schemeClr>
          </a:solidFill>
        </p:grpSpPr>
        <p:sp>
          <p:nvSpPr>
            <p:cNvPr id="26" name="Freeform 54"/>
            <p:cNvSpPr>
              <a:spLocks noEditPoints="1"/>
            </p:cNvSpPr>
            <p:nvPr/>
          </p:nvSpPr>
          <p:spPr bwMode="auto">
            <a:xfrm>
              <a:off x="1138" y="3"/>
              <a:ext cx="1014" cy="2234"/>
            </a:xfrm>
            <a:custGeom>
              <a:avLst/>
              <a:gdLst>
                <a:gd name="T0" fmla="*/ 14 w 592"/>
                <a:gd name="T1" fmla="*/ 0 h 1309"/>
                <a:gd name="T2" fmla="*/ 272 w 592"/>
                <a:gd name="T3" fmla="*/ 250 h 1309"/>
                <a:gd name="T4" fmla="*/ 295 w 592"/>
                <a:gd name="T5" fmla="*/ 303 h 1309"/>
                <a:gd name="T6" fmla="*/ 296 w 592"/>
                <a:gd name="T7" fmla="*/ 963 h 1309"/>
                <a:gd name="T8" fmla="*/ 318 w 592"/>
                <a:gd name="T9" fmla="*/ 1016 h 1309"/>
                <a:gd name="T10" fmla="*/ 476 w 592"/>
                <a:gd name="T11" fmla="*/ 1176 h 1309"/>
                <a:gd name="T12" fmla="*/ 520 w 592"/>
                <a:gd name="T13" fmla="*/ 1191 h 1309"/>
                <a:gd name="T14" fmla="*/ 580 w 592"/>
                <a:gd name="T15" fmla="*/ 1221 h 1309"/>
                <a:gd name="T16" fmla="*/ 569 w 592"/>
                <a:gd name="T17" fmla="*/ 1287 h 1309"/>
                <a:gd name="T18" fmla="*/ 502 w 592"/>
                <a:gd name="T19" fmla="*/ 1297 h 1309"/>
                <a:gd name="T20" fmla="*/ 473 w 592"/>
                <a:gd name="T21" fmla="*/ 1236 h 1309"/>
                <a:gd name="T22" fmla="*/ 459 w 592"/>
                <a:gd name="T23" fmla="*/ 1195 h 1309"/>
                <a:gd name="T24" fmla="*/ 293 w 592"/>
                <a:gd name="T25" fmla="*/ 1029 h 1309"/>
                <a:gd name="T26" fmla="*/ 269 w 592"/>
                <a:gd name="T27" fmla="*/ 972 h 1309"/>
                <a:gd name="T28" fmla="*/ 270 w 592"/>
                <a:gd name="T29" fmla="*/ 322 h 1309"/>
                <a:gd name="T30" fmla="*/ 243 w 592"/>
                <a:gd name="T31" fmla="*/ 256 h 1309"/>
                <a:gd name="T32" fmla="*/ 14 w 592"/>
                <a:gd name="T33" fmla="*/ 36 h 1309"/>
                <a:gd name="T34" fmla="*/ 0 w 592"/>
                <a:gd name="T35" fmla="*/ 0 h 1309"/>
                <a:gd name="T36" fmla="*/ 14 w 592"/>
                <a:gd name="T37" fmla="*/ 0 h 1309"/>
                <a:gd name="T38" fmla="*/ 529 w 592"/>
                <a:gd name="T39" fmla="*/ 1290 h 1309"/>
                <a:gd name="T40" fmla="*/ 558 w 592"/>
                <a:gd name="T41" fmla="*/ 1247 h 1309"/>
                <a:gd name="T42" fmla="*/ 530 w 592"/>
                <a:gd name="T43" fmla="*/ 1215 h 1309"/>
                <a:gd name="T44" fmla="*/ 500 w 592"/>
                <a:gd name="T45" fmla="*/ 1248 h 1309"/>
                <a:gd name="T46" fmla="*/ 529 w 592"/>
                <a:gd name="T47" fmla="*/ 1290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2" h="1309">
                  <a:moveTo>
                    <a:pt x="14" y="0"/>
                  </a:moveTo>
                  <a:cubicBezTo>
                    <a:pt x="100" y="83"/>
                    <a:pt x="187" y="165"/>
                    <a:pt x="272" y="250"/>
                  </a:cubicBezTo>
                  <a:cubicBezTo>
                    <a:pt x="284" y="263"/>
                    <a:pt x="294" y="285"/>
                    <a:pt x="295" y="303"/>
                  </a:cubicBezTo>
                  <a:cubicBezTo>
                    <a:pt x="296" y="523"/>
                    <a:pt x="295" y="743"/>
                    <a:pt x="296" y="963"/>
                  </a:cubicBezTo>
                  <a:cubicBezTo>
                    <a:pt x="297" y="981"/>
                    <a:pt x="306" y="1003"/>
                    <a:pt x="318" y="1016"/>
                  </a:cubicBezTo>
                  <a:cubicBezTo>
                    <a:pt x="369" y="1071"/>
                    <a:pt x="424" y="1122"/>
                    <a:pt x="476" y="1176"/>
                  </a:cubicBezTo>
                  <a:cubicBezTo>
                    <a:pt x="489" y="1189"/>
                    <a:pt x="499" y="1197"/>
                    <a:pt x="520" y="1191"/>
                  </a:cubicBezTo>
                  <a:cubicBezTo>
                    <a:pt x="546" y="1184"/>
                    <a:pt x="568" y="1197"/>
                    <a:pt x="580" y="1221"/>
                  </a:cubicBezTo>
                  <a:cubicBezTo>
                    <a:pt x="592" y="1245"/>
                    <a:pt x="588" y="1269"/>
                    <a:pt x="569" y="1287"/>
                  </a:cubicBezTo>
                  <a:cubicBezTo>
                    <a:pt x="550" y="1306"/>
                    <a:pt x="525" y="1309"/>
                    <a:pt x="502" y="1297"/>
                  </a:cubicBezTo>
                  <a:cubicBezTo>
                    <a:pt x="478" y="1285"/>
                    <a:pt x="466" y="1262"/>
                    <a:pt x="473" y="1236"/>
                  </a:cubicBezTo>
                  <a:cubicBezTo>
                    <a:pt x="479" y="1217"/>
                    <a:pt x="471" y="1207"/>
                    <a:pt x="459" y="1195"/>
                  </a:cubicBezTo>
                  <a:cubicBezTo>
                    <a:pt x="404" y="1140"/>
                    <a:pt x="349" y="1084"/>
                    <a:pt x="293" y="1029"/>
                  </a:cubicBezTo>
                  <a:cubicBezTo>
                    <a:pt x="275" y="1013"/>
                    <a:pt x="269" y="996"/>
                    <a:pt x="269" y="972"/>
                  </a:cubicBezTo>
                  <a:cubicBezTo>
                    <a:pt x="270" y="755"/>
                    <a:pt x="269" y="539"/>
                    <a:pt x="270" y="322"/>
                  </a:cubicBezTo>
                  <a:cubicBezTo>
                    <a:pt x="271" y="295"/>
                    <a:pt x="264" y="275"/>
                    <a:pt x="243" y="256"/>
                  </a:cubicBezTo>
                  <a:cubicBezTo>
                    <a:pt x="165" y="184"/>
                    <a:pt x="89" y="111"/>
                    <a:pt x="14" y="36"/>
                  </a:cubicBezTo>
                  <a:cubicBezTo>
                    <a:pt x="5" y="28"/>
                    <a:pt x="4" y="12"/>
                    <a:pt x="0" y="0"/>
                  </a:cubicBezTo>
                  <a:cubicBezTo>
                    <a:pt x="4" y="0"/>
                    <a:pt x="9" y="0"/>
                    <a:pt x="14" y="0"/>
                  </a:cubicBezTo>
                  <a:close/>
                  <a:moveTo>
                    <a:pt x="529" y="1290"/>
                  </a:moveTo>
                  <a:cubicBezTo>
                    <a:pt x="543" y="1271"/>
                    <a:pt x="559" y="1258"/>
                    <a:pt x="558" y="1247"/>
                  </a:cubicBezTo>
                  <a:cubicBezTo>
                    <a:pt x="557" y="1236"/>
                    <a:pt x="540" y="1226"/>
                    <a:pt x="530" y="1215"/>
                  </a:cubicBezTo>
                  <a:cubicBezTo>
                    <a:pt x="519" y="1226"/>
                    <a:pt x="502" y="1236"/>
                    <a:pt x="500" y="1248"/>
                  </a:cubicBezTo>
                  <a:cubicBezTo>
                    <a:pt x="498" y="1258"/>
                    <a:pt x="515" y="1271"/>
                    <a:pt x="529" y="1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7" name="Freeform 55"/>
            <p:cNvSpPr>
              <a:spLocks/>
            </p:cNvSpPr>
            <p:nvPr/>
          </p:nvSpPr>
          <p:spPr bwMode="auto">
            <a:xfrm>
              <a:off x="810" y="3"/>
              <a:ext cx="1075" cy="2283"/>
            </a:xfrm>
            <a:custGeom>
              <a:avLst/>
              <a:gdLst>
                <a:gd name="T0" fmla="*/ 32 w 627"/>
                <a:gd name="T1" fmla="*/ 0 h 1338"/>
                <a:gd name="T2" fmla="*/ 207 w 627"/>
                <a:gd name="T3" fmla="*/ 180 h 1338"/>
                <a:gd name="T4" fmla="*/ 393 w 627"/>
                <a:gd name="T5" fmla="*/ 365 h 1338"/>
                <a:gd name="T6" fmla="*/ 420 w 627"/>
                <a:gd name="T7" fmla="*/ 428 h 1338"/>
                <a:gd name="T8" fmla="*/ 420 w 627"/>
                <a:gd name="T9" fmla="*/ 1085 h 1338"/>
                <a:gd name="T10" fmla="*/ 441 w 627"/>
                <a:gd name="T11" fmla="*/ 1135 h 1338"/>
                <a:gd name="T12" fmla="*/ 613 w 627"/>
                <a:gd name="T13" fmla="*/ 1310 h 1338"/>
                <a:gd name="T14" fmla="*/ 627 w 627"/>
                <a:gd name="T15" fmla="*/ 1338 h 1338"/>
                <a:gd name="T16" fmla="*/ 596 w 627"/>
                <a:gd name="T17" fmla="*/ 1328 h 1338"/>
                <a:gd name="T18" fmla="*/ 413 w 627"/>
                <a:gd name="T19" fmla="*/ 1144 h 1338"/>
                <a:gd name="T20" fmla="*/ 395 w 627"/>
                <a:gd name="T21" fmla="*/ 1092 h 1338"/>
                <a:gd name="T22" fmla="*/ 395 w 627"/>
                <a:gd name="T23" fmla="*/ 439 h 1338"/>
                <a:gd name="T24" fmla="*/ 370 w 627"/>
                <a:gd name="T25" fmla="*/ 378 h 1338"/>
                <a:gd name="T26" fmla="*/ 30 w 627"/>
                <a:gd name="T27" fmla="*/ 39 h 1338"/>
                <a:gd name="T28" fmla="*/ 18 w 627"/>
                <a:gd name="T29" fmla="*/ 0 h 1338"/>
                <a:gd name="T30" fmla="*/ 32 w 627"/>
                <a:gd name="T31" fmla="*/ 0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7" h="1338">
                  <a:moveTo>
                    <a:pt x="32" y="0"/>
                  </a:moveTo>
                  <a:cubicBezTo>
                    <a:pt x="90" y="60"/>
                    <a:pt x="148" y="120"/>
                    <a:pt x="207" y="180"/>
                  </a:cubicBezTo>
                  <a:cubicBezTo>
                    <a:pt x="269" y="242"/>
                    <a:pt x="330" y="304"/>
                    <a:pt x="393" y="365"/>
                  </a:cubicBezTo>
                  <a:cubicBezTo>
                    <a:pt x="412" y="384"/>
                    <a:pt x="420" y="402"/>
                    <a:pt x="420" y="428"/>
                  </a:cubicBezTo>
                  <a:cubicBezTo>
                    <a:pt x="419" y="647"/>
                    <a:pt x="419" y="866"/>
                    <a:pt x="420" y="1085"/>
                  </a:cubicBezTo>
                  <a:cubicBezTo>
                    <a:pt x="420" y="1102"/>
                    <a:pt x="429" y="1123"/>
                    <a:pt x="441" y="1135"/>
                  </a:cubicBezTo>
                  <a:cubicBezTo>
                    <a:pt x="497" y="1195"/>
                    <a:pt x="556" y="1252"/>
                    <a:pt x="613" y="1310"/>
                  </a:cubicBezTo>
                  <a:cubicBezTo>
                    <a:pt x="620" y="1317"/>
                    <a:pt x="622" y="1329"/>
                    <a:pt x="627" y="1338"/>
                  </a:cubicBezTo>
                  <a:cubicBezTo>
                    <a:pt x="616" y="1335"/>
                    <a:pt x="603" y="1335"/>
                    <a:pt x="596" y="1328"/>
                  </a:cubicBezTo>
                  <a:cubicBezTo>
                    <a:pt x="534" y="1267"/>
                    <a:pt x="472" y="1207"/>
                    <a:pt x="413" y="1144"/>
                  </a:cubicBezTo>
                  <a:cubicBezTo>
                    <a:pt x="401" y="1132"/>
                    <a:pt x="395" y="1110"/>
                    <a:pt x="395" y="1092"/>
                  </a:cubicBezTo>
                  <a:cubicBezTo>
                    <a:pt x="394" y="874"/>
                    <a:pt x="394" y="657"/>
                    <a:pt x="395" y="439"/>
                  </a:cubicBezTo>
                  <a:cubicBezTo>
                    <a:pt x="395" y="414"/>
                    <a:pt x="388" y="396"/>
                    <a:pt x="370" y="378"/>
                  </a:cubicBezTo>
                  <a:cubicBezTo>
                    <a:pt x="256" y="266"/>
                    <a:pt x="143" y="152"/>
                    <a:pt x="30" y="39"/>
                  </a:cubicBezTo>
                  <a:cubicBezTo>
                    <a:pt x="19" y="29"/>
                    <a:pt x="0" y="20"/>
                    <a:pt x="18" y="0"/>
                  </a:cubicBezTo>
                  <a:cubicBezTo>
                    <a:pt x="23" y="0"/>
                    <a:pt x="27"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8" name="Freeform 56"/>
            <p:cNvSpPr>
              <a:spLocks noEditPoints="1"/>
            </p:cNvSpPr>
            <p:nvPr/>
          </p:nvSpPr>
          <p:spPr bwMode="auto">
            <a:xfrm>
              <a:off x="566" y="742"/>
              <a:ext cx="772" cy="1916"/>
            </a:xfrm>
            <a:custGeom>
              <a:avLst/>
              <a:gdLst>
                <a:gd name="T0" fmla="*/ 16 w 451"/>
                <a:gd name="T1" fmla="*/ 1123 h 1123"/>
                <a:gd name="T2" fmla="*/ 26 w 451"/>
                <a:gd name="T3" fmla="*/ 1086 h 1123"/>
                <a:gd name="T4" fmla="*/ 381 w 451"/>
                <a:gd name="T5" fmla="*/ 732 h 1123"/>
                <a:gd name="T6" fmla="*/ 408 w 451"/>
                <a:gd name="T7" fmla="*/ 669 h 1123"/>
                <a:gd name="T8" fmla="*/ 407 w 451"/>
                <a:gd name="T9" fmla="*/ 161 h 1123"/>
                <a:gd name="T10" fmla="*/ 407 w 451"/>
                <a:gd name="T11" fmla="*/ 123 h 1123"/>
                <a:gd name="T12" fmla="*/ 381 w 451"/>
                <a:gd name="T13" fmla="*/ 121 h 1123"/>
                <a:gd name="T14" fmla="*/ 332 w 451"/>
                <a:gd name="T15" fmla="*/ 50 h 1123"/>
                <a:gd name="T16" fmla="*/ 405 w 451"/>
                <a:gd name="T17" fmla="*/ 9 h 1123"/>
                <a:gd name="T18" fmla="*/ 441 w 451"/>
                <a:gd name="T19" fmla="*/ 84 h 1123"/>
                <a:gd name="T20" fmla="*/ 432 w 451"/>
                <a:gd name="T21" fmla="*/ 137 h 1123"/>
                <a:gd name="T22" fmla="*/ 430 w 451"/>
                <a:gd name="T23" fmla="*/ 687 h 1123"/>
                <a:gd name="T24" fmla="*/ 408 w 451"/>
                <a:gd name="T25" fmla="*/ 740 h 1123"/>
                <a:gd name="T26" fmla="*/ 52 w 451"/>
                <a:gd name="T27" fmla="*/ 1097 h 1123"/>
                <a:gd name="T28" fmla="*/ 30 w 451"/>
                <a:gd name="T29" fmla="*/ 1123 h 1123"/>
                <a:gd name="T30" fmla="*/ 16 w 451"/>
                <a:gd name="T31" fmla="*/ 1123 h 1123"/>
                <a:gd name="T32" fmla="*/ 390 w 451"/>
                <a:gd name="T33" fmla="*/ 20 h 1123"/>
                <a:gd name="T34" fmla="*/ 358 w 451"/>
                <a:gd name="T35" fmla="*/ 61 h 1123"/>
                <a:gd name="T36" fmla="*/ 384 w 451"/>
                <a:gd name="T37" fmla="*/ 94 h 1123"/>
                <a:gd name="T38" fmla="*/ 416 w 451"/>
                <a:gd name="T39" fmla="*/ 64 h 1123"/>
                <a:gd name="T40" fmla="*/ 390 w 451"/>
                <a:gd name="T41" fmla="*/ 20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1" h="1123">
                  <a:moveTo>
                    <a:pt x="16" y="1123"/>
                  </a:moveTo>
                  <a:cubicBezTo>
                    <a:pt x="0" y="1105"/>
                    <a:pt x="17" y="1096"/>
                    <a:pt x="26" y="1086"/>
                  </a:cubicBezTo>
                  <a:cubicBezTo>
                    <a:pt x="144" y="968"/>
                    <a:pt x="262" y="850"/>
                    <a:pt x="381" y="732"/>
                  </a:cubicBezTo>
                  <a:cubicBezTo>
                    <a:pt x="400" y="714"/>
                    <a:pt x="408" y="696"/>
                    <a:pt x="408" y="669"/>
                  </a:cubicBezTo>
                  <a:cubicBezTo>
                    <a:pt x="407" y="500"/>
                    <a:pt x="407" y="331"/>
                    <a:pt x="407" y="161"/>
                  </a:cubicBezTo>
                  <a:cubicBezTo>
                    <a:pt x="407" y="149"/>
                    <a:pt x="407" y="136"/>
                    <a:pt x="407" y="123"/>
                  </a:cubicBezTo>
                  <a:cubicBezTo>
                    <a:pt x="396" y="122"/>
                    <a:pt x="388" y="122"/>
                    <a:pt x="381" y="121"/>
                  </a:cubicBezTo>
                  <a:cubicBezTo>
                    <a:pt x="345" y="115"/>
                    <a:pt x="324" y="85"/>
                    <a:pt x="332" y="50"/>
                  </a:cubicBezTo>
                  <a:cubicBezTo>
                    <a:pt x="340" y="18"/>
                    <a:pt x="371" y="0"/>
                    <a:pt x="405" y="9"/>
                  </a:cubicBezTo>
                  <a:cubicBezTo>
                    <a:pt x="436" y="18"/>
                    <a:pt x="451" y="51"/>
                    <a:pt x="441" y="84"/>
                  </a:cubicBezTo>
                  <a:cubicBezTo>
                    <a:pt x="436" y="101"/>
                    <a:pt x="432" y="119"/>
                    <a:pt x="432" y="137"/>
                  </a:cubicBezTo>
                  <a:cubicBezTo>
                    <a:pt x="431" y="320"/>
                    <a:pt x="432" y="503"/>
                    <a:pt x="430" y="687"/>
                  </a:cubicBezTo>
                  <a:cubicBezTo>
                    <a:pt x="430" y="705"/>
                    <a:pt x="421" y="727"/>
                    <a:pt x="408" y="740"/>
                  </a:cubicBezTo>
                  <a:cubicBezTo>
                    <a:pt x="290" y="860"/>
                    <a:pt x="171" y="978"/>
                    <a:pt x="52" y="1097"/>
                  </a:cubicBezTo>
                  <a:cubicBezTo>
                    <a:pt x="44" y="1105"/>
                    <a:pt x="37" y="1114"/>
                    <a:pt x="30" y="1123"/>
                  </a:cubicBezTo>
                  <a:cubicBezTo>
                    <a:pt x="25" y="1123"/>
                    <a:pt x="20" y="1123"/>
                    <a:pt x="16" y="1123"/>
                  </a:cubicBezTo>
                  <a:close/>
                  <a:moveTo>
                    <a:pt x="390" y="20"/>
                  </a:moveTo>
                  <a:cubicBezTo>
                    <a:pt x="374" y="39"/>
                    <a:pt x="358" y="50"/>
                    <a:pt x="358" y="61"/>
                  </a:cubicBezTo>
                  <a:cubicBezTo>
                    <a:pt x="358" y="72"/>
                    <a:pt x="374" y="83"/>
                    <a:pt x="384" y="94"/>
                  </a:cubicBezTo>
                  <a:cubicBezTo>
                    <a:pt x="395" y="84"/>
                    <a:pt x="413" y="76"/>
                    <a:pt x="416" y="64"/>
                  </a:cubicBezTo>
                  <a:cubicBezTo>
                    <a:pt x="419" y="54"/>
                    <a:pt x="403" y="40"/>
                    <a:pt x="39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0" name="Freeform 57"/>
            <p:cNvSpPr>
              <a:spLocks/>
            </p:cNvSpPr>
            <p:nvPr/>
          </p:nvSpPr>
          <p:spPr bwMode="auto">
            <a:xfrm>
              <a:off x="1717" y="477"/>
              <a:ext cx="325" cy="1476"/>
            </a:xfrm>
            <a:custGeom>
              <a:avLst/>
              <a:gdLst>
                <a:gd name="T0" fmla="*/ 0 w 190"/>
                <a:gd name="T1" fmla="*/ 0 h 865"/>
                <a:gd name="T2" fmla="*/ 180 w 190"/>
                <a:gd name="T3" fmla="*/ 208 h 865"/>
                <a:gd name="T4" fmla="*/ 189 w 190"/>
                <a:gd name="T5" fmla="*/ 236 h 865"/>
                <a:gd name="T6" fmla="*/ 189 w 190"/>
                <a:gd name="T7" fmla="*/ 841 h 865"/>
                <a:gd name="T8" fmla="*/ 186 w 190"/>
                <a:gd name="T9" fmla="*/ 865 h 865"/>
                <a:gd name="T10" fmla="*/ 8 w 190"/>
                <a:gd name="T11" fmla="*/ 681 h 865"/>
                <a:gd name="T12" fmla="*/ 0 w 190"/>
                <a:gd name="T13" fmla="*/ 660 h 865"/>
                <a:gd name="T14" fmla="*/ 0 w 190"/>
                <a:gd name="T15" fmla="*/ 0 h 8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865">
                  <a:moveTo>
                    <a:pt x="0" y="0"/>
                  </a:moveTo>
                  <a:cubicBezTo>
                    <a:pt x="64" y="74"/>
                    <a:pt x="122" y="141"/>
                    <a:pt x="180" y="208"/>
                  </a:cubicBezTo>
                  <a:cubicBezTo>
                    <a:pt x="186" y="215"/>
                    <a:pt x="189" y="227"/>
                    <a:pt x="189" y="236"/>
                  </a:cubicBezTo>
                  <a:cubicBezTo>
                    <a:pt x="190" y="438"/>
                    <a:pt x="190" y="639"/>
                    <a:pt x="189" y="841"/>
                  </a:cubicBezTo>
                  <a:cubicBezTo>
                    <a:pt x="189" y="845"/>
                    <a:pt x="188" y="849"/>
                    <a:pt x="186" y="865"/>
                  </a:cubicBezTo>
                  <a:cubicBezTo>
                    <a:pt x="122" y="800"/>
                    <a:pt x="65" y="741"/>
                    <a:pt x="8" y="681"/>
                  </a:cubicBezTo>
                  <a:cubicBezTo>
                    <a:pt x="3" y="676"/>
                    <a:pt x="0" y="667"/>
                    <a:pt x="0" y="660"/>
                  </a:cubicBezTo>
                  <a:cubicBezTo>
                    <a:pt x="0" y="443"/>
                    <a:pt x="0" y="227"/>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1" name="Freeform 58"/>
            <p:cNvSpPr>
              <a:spLocks/>
            </p:cNvSpPr>
            <p:nvPr/>
          </p:nvSpPr>
          <p:spPr bwMode="auto">
            <a:xfrm>
              <a:off x="607" y="1380"/>
              <a:ext cx="358" cy="822"/>
            </a:xfrm>
            <a:custGeom>
              <a:avLst/>
              <a:gdLst>
                <a:gd name="T0" fmla="*/ 10 w 209"/>
                <a:gd name="T1" fmla="*/ 482 h 482"/>
                <a:gd name="T2" fmla="*/ 9 w 209"/>
                <a:gd name="T3" fmla="*/ 323 h 482"/>
                <a:gd name="T4" fmla="*/ 84 w 209"/>
                <a:gd name="T5" fmla="*/ 126 h 482"/>
                <a:gd name="T6" fmla="*/ 204 w 209"/>
                <a:gd name="T7" fmla="*/ 0 h 482"/>
                <a:gd name="T8" fmla="*/ 209 w 209"/>
                <a:gd name="T9" fmla="*/ 24 h 482"/>
                <a:gd name="T10" fmla="*/ 209 w 209"/>
                <a:gd name="T11" fmla="*/ 252 h 482"/>
                <a:gd name="T12" fmla="*/ 202 w 209"/>
                <a:gd name="T13" fmla="*/ 281 h 482"/>
                <a:gd name="T14" fmla="*/ 10 w 209"/>
                <a:gd name="T15" fmla="*/ 482 h 4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482">
                  <a:moveTo>
                    <a:pt x="10" y="482"/>
                  </a:moveTo>
                  <a:cubicBezTo>
                    <a:pt x="10" y="423"/>
                    <a:pt x="15" y="372"/>
                    <a:pt x="9" y="323"/>
                  </a:cubicBezTo>
                  <a:cubicBezTo>
                    <a:pt x="0" y="243"/>
                    <a:pt x="22" y="179"/>
                    <a:pt x="84" y="126"/>
                  </a:cubicBezTo>
                  <a:cubicBezTo>
                    <a:pt x="127" y="90"/>
                    <a:pt x="162" y="45"/>
                    <a:pt x="204" y="0"/>
                  </a:cubicBezTo>
                  <a:cubicBezTo>
                    <a:pt x="206" y="10"/>
                    <a:pt x="209" y="17"/>
                    <a:pt x="209" y="24"/>
                  </a:cubicBezTo>
                  <a:cubicBezTo>
                    <a:pt x="209" y="100"/>
                    <a:pt x="209" y="176"/>
                    <a:pt x="209" y="252"/>
                  </a:cubicBezTo>
                  <a:cubicBezTo>
                    <a:pt x="209" y="262"/>
                    <a:pt x="208" y="275"/>
                    <a:pt x="202" y="281"/>
                  </a:cubicBezTo>
                  <a:cubicBezTo>
                    <a:pt x="141" y="346"/>
                    <a:pt x="79" y="410"/>
                    <a:pt x="10" y="4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2" name="Freeform 59"/>
            <p:cNvSpPr>
              <a:spLocks noEditPoints="1"/>
            </p:cNvSpPr>
            <p:nvPr/>
          </p:nvSpPr>
          <p:spPr bwMode="auto">
            <a:xfrm>
              <a:off x="512" y="1068"/>
              <a:ext cx="677" cy="1431"/>
            </a:xfrm>
            <a:custGeom>
              <a:avLst/>
              <a:gdLst>
                <a:gd name="T0" fmla="*/ 348 w 395"/>
                <a:gd name="T1" fmla="*/ 126 h 839"/>
                <a:gd name="T2" fmla="*/ 309 w 395"/>
                <a:gd name="T3" fmla="*/ 117 h 839"/>
                <a:gd name="T4" fmla="*/ 279 w 395"/>
                <a:gd name="T5" fmla="*/ 45 h 839"/>
                <a:gd name="T6" fmla="*/ 357 w 395"/>
                <a:gd name="T7" fmla="*/ 13 h 839"/>
                <a:gd name="T8" fmla="*/ 387 w 395"/>
                <a:gd name="T9" fmla="*/ 86 h 839"/>
                <a:gd name="T10" fmla="*/ 374 w 395"/>
                <a:gd name="T11" fmla="*/ 155 h 839"/>
                <a:gd name="T12" fmla="*/ 374 w 395"/>
                <a:gd name="T13" fmla="*/ 442 h 839"/>
                <a:gd name="T14" fmla="*/ 342 w 395"/>
                <a:gd name="T15" fmla="*/ 516 h 839"/>
                <a:gd name="T16" fmla="*/ 135 w 395"/>
                <a:gd name="T17" fmla="*/ 724 h 839"/>
                <a:gd name="T18" fmla="*/ 122 w 395"/>
                <a:gd name="T19" fmla="*/ 764 h 839"/>
                <a:gd name="T20" fmla="*/ 91 w 395"/>
                <a:gd name="T21" fmla="*/ 825 h 839"/>
                <a:gd name="T22" fmla="*/ 25 w 395"/>
                <a:gd name="T23" fmla="*/ 817 h 839"/>
                <a:gd name="T24" fmla="*/ 12 w 395"/>
                <a:gd name="T25" fmla="*/ 750 h 839"/>
                <a:gd name="T26" fmla="*/ 72 w 395"/>
                <a:gd name="T27" fmla="*/ 720 h 839"/>
                <a:gd name="T28" fmla="*/ 116 w 395"/>
                <a:gd name="T29" fmla="*/ 705 h 839"/>
                <a:gd name="T30" fmla="*/ 328 w 395"/>
                <a:gd name="T31" fmla="*/ 492 h 839"/>
                <a:gd name="T32" fmla="*/ 347 w 395"/>
                <a:gd name="T33" fmla="*/ 458 h 839"/>
                <a:gd name="T34" fmla="*/ 348 w 395"/>
                <a:gd name="T35" fmla="*/ 126 h 839"/>
                <a:gd name="T36" fmla="*/ 108 w 395"/>
                <a:gd name="T37" fmla="*/ 777 h 839"/>
                <a:gd name="T38" fmla="*/ 66 w 395"/>
                <a:gd name="T39" fmla="*/ 746 h 839"/>
                <a:gd name="T40" fmla="*/ 33 w 395"/>
                <a:gd name="T41" fmla="*/ 776 h 839"/>
                <a:gd name="T42" fmla="*/ 64 w 395"/>
                <a:gd name="T43" fmla="*/ 805 h 839"/>
                <a:gd name="T44" fmla="*/ 108 w 395"/>
                <a:gd name="T45" fmla="*/ 777 h 839"/>
                <a:gd name="T46" fmla="*/ 377 w 395"/>
                <a:gd name="T47" fmla="*/ 66 h 839"/>
                <a:gd name="T48" fmla="*/ 334 w 395"/>
                <a:gd name="T49" fmla="*/ 36 h 839"/>
                <a:gd name="T50" fmla="*/ 303 w 395"/>
                <a:gd name="T51" fmla="*/ 63 h 839"/>
                <a:gd name="T52" fmla="*/ 334 w 395"/>
                <a:gd name="T53" fmla="*/ 94 h 839"/>
                <a:gd name="T54" fmla="*/ 377 w 395"/>
                <a:gd name="T55" fmla="*/ 6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5" h="839">
                  <a:moveTo>
                    <a:pt x="348" y="126"/>
                  </a:moveTo>
                  <a:cubicBezTo>
                    <a:pt x="333" y="123"/>
                    <a:pt x="320" y="122"/>
                    <a:pt x="309" y="117"/>
                  </a:cubicBezTo>
                  <a:cubicBezTo>
                    <a:pt x="280" y="104"/>
                    <a:pt x="268" y="72"/>
                    <a:pt x="279" y="45"/>
                  </a:cubicBezTo>
                  <a:cubicBezTo>
                    <a:pt x="292" y="14"/>
                    <a:pt x="326" y="0"/>
                    <a:pt x="357" y="13"/>
                  </a:cubicBezTo>
                  <a:cubicBezTo>
                    <a:pt x="384" y="24"/>
                    <a:pt x="395" y="56"/>
                    <a:pt x="387" y="86"/>
                  </a:cubicBezTo>
                  <a:cubicBezTo>
                    <a:pt x="380" y="108"/>
                    <a:pt x="374" y="132"/>
                    <a:pt x="374" y="155"/>
                  </a:cubicBezTo>
                  <a:cubicBezTo>
                    <a:pt x="372" y="251"/>
                    <a:pt x="372" y="346"/>
                    <a:pt x="374" y="442"/>
                  </a:cubicBezTo>
                  <a:cubicBezTo>
                    <a:pt x="374" y="473"/>
                    <a:pt x="364" y="495"/>
                    <a:pt x="342" y="516"/>
                  </a:cubicBezTo>
                  <a:cubicBezTo>
                    <a:pt x="271" y="584"/>
                    <a:pt x="203" y="654"/>
                    <a:pt x="135" y="724"/>
                  </a:cubicBezTo>
                  <a:cubicBezTo>
                    <a:pt x="126" y="733"/>
                    <a:pt x="121" y="751"/>
                    <a:pt x="122" y="764"/>
                  </a:cubicBezTo>
                  <a:cubicBezTo>
                    <a:pt x="123" y="791"/>
                    <a:pt x="115" y="812"/>
                    <a:pt x="91" y="825"/>
                  </a:cubicBezTo>
                  <a:cubicBezTo>
                    <a:pt x="68" y="839"/>
                    <a:pt x="44" y="835"/>
                    <a:pt x="25" y="817"/>
                  </a:cubicBezTo>
                  <a:cubicBezTo>
                    <a:pt x="5" y="798"/>
                    <a:pt x="0" y="775"/>
                    <a:pt x="12" y="750"/>
                  </a:cubicBezTo>
                  <a:cubicBezTo>
                    <a:pt x="24" y="726"/>
                    <a:pt x="46" y="713"/>
                    <a:pt x="72" y="720"/>
                  </a:cubicBezTo>
                  <a:cubicBezTo>
                    <a:pt x="92" y="725"/>
                    <a:pt x="103" y="718"/>
                    <a:pt x="116" y="705"/>
                  </a:cubicBezTo>
                  <a:cubicBezTo>
                    <a:pt x="187" y="634"/>
                    <a:pt x="258" y="563"/>
                    <a:pt x="328" y="492"/>
                  </a:cubicBezTo>
                  <a:cubicBezTo>
                    <a:pt x="337" y="483"/>
                    <a:pt x="347" y="469"/>
                    <a:pt x="347" y="458"/>
                  </a:cubicBezTo>
                  <a:cubicBezTo>
                    <a:pt x="349" y="347"/>
                    <a:pt x="348" y="237"/>
                    <a:pt x="348" y="126"/>
                  </a:cubicBezTo>
                  <a:close/>
                  <a:moveTo>
                    <a:pt x="108" y="777"/>
                  </a:moveTo>
                  <a:cubicBezTo>
                    <a:pt x="89" y="762"/>
                    <a:pt x="76" y="745"/>
                    <a:pt x="66" y="746"/>
                  </a:cubicBezTo>
                  <a:cubicBezTo>
                    <a:pt x="54" y="748"/>
                    <a:pt x="44" y="765"/>
                    <a:pt x="33" y="776"/>
                  </a:cubicBezTo>
                  <a:cubicBezTo>
                    <a:pt x="43" y="786"/>
                    <a:pt x="53" y="803"/>
                    <a:pt x="64" y="805"/>
                  </a:cubicBezTo>
                  <a:cubicBezTo>
                    <a:pt x="75" y="806"/>
                    <a:pt x="87" y="791"/>
                    <a:pt x="108" y="777"/>
                  </a:cubicBezTo>
                  <a:close/>
                  <a:moveTo>
                    <a:pt x="377" y="66"/>
                  </a:moveTo>
                  <a:cubicBezTo>
                    <a:pt x="357" y="51"/>
                    <a:pt x="345" y="35"/>
                    <a:pt x="334" y="36"/>
                  </a:cubicBezTo>
                  <a:cubicBezTo>
                    <a:pt x="323" y="36"/>
                    <a:pt x="313" y="53"/>
                    <a:pt x="303" y="63"/>
                  </a:cubicBezTo>
                  <a:cubicBezTo>
                    <a:pt x="313" y="74"/>
                    <a:pt x="322" y="92"/>
                    <a:pt x="334" y="94"/>
                  </a:cubicBezTo>
                  <a:cubicBezTo>
                    <a:pt x="344" y="96"/>
                    <a:pt x="357" y="80"/>
                    <a:pt x="377"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3" name="Freeform 60"/>
            <p:cNvSpPr>
              <a:spLocks/>
            </p:cNvSpPr>
            <p:nvPr/>
          </p:nvSpPr>
          <p:spPr bwMode="auto">
            <a:xfrm>
              <a:off x="932" y="766"/>
              <a:ext cx="495" cy="1730"/>
            </a:xfrm>
            <a:custGeom>
              <a:avLst/>
              <a:gdLst>
                <a:gd name="T0" fmla="*/ 0 w 289"/>
                <a:gd name="T1" fmla="*/ 1006 h 1014"/>
                <a:gd name="T2" fmla="*/ 17 w 289"/>
                <a:gd name="T3" fmla="*/ 975 h 1014"/>
                <a:gd name="T4" fmla="*/ 237 w 289"/>
                <a:gd name="T5" fmla="*/ 755 h 1014"/>
                <a:gd name="T6" fmla="*/ 264 w 289"/>
                <a:gd name="T7" fmla="*/ 692 h 1014"/>
                <a:gd name="T8" fmla="*/ 263 w 289"/>
                <a:gd name="T9" fmla="*/ 43 h 1014"/>
                <a:gd name="T10" fmla="*/ 264 w 289"/>
                <a:gd name="T11" fmla="*/ 15 h 1014"/>
                <a:gd name="T12" fmla="*/ 275 w 289"/>
                <a:gd name="T13" fmla="*/ 0 h 1014"/>
                <a:gd name="T14" fmla="*/ 286 w 289"/>
                <a:gd name="T15" fmla="*/ 14 h 1014"/>
                <a:gd name="T16" fmla="*/ 287 w 289"/>
                <a:gd name="T17" fmla="*/ 38 h 1014"/>
                <a:gd name="T18" fmla="*/ 286 w 289"/>
                <a:gd name="T19" fmla="*/ 709 h 1014"/>
                <a:gd name="T20" fmla="*/ 264 w 289"/>
                <a:gd name="T21" fmla="*/ 762 h 1014"/>
                <a:gd name="T22" fmla="*/ 38 w 289"/>
                <a:gd name="T23" fmla="*/ 990 h 1014"/>
                <a:gd name="T24" fmla="*/ 11 w 289"/>
                <a:gd name="T25" fmla="*/ 1014 h 1014"/>
                <a:gd name="T26" fmla="*/ 0 w 289"/>
                <a:gd name="T27" fmla="*/ 1006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1014">
                  <a:moveTo>
                    <a:pt x="0" y="1006"/>
                  </a:moveTo>
                  <a:cubicBezTo>
                    <a:pt x="5" y="996"/>
                    <a:pt x="9" y="983"/>
                    <a:pt x="17" y="975"/>
                  </a:cubicBezTo>
                  <a:cubicBezTo>
                    <a:pt x="90" y="901"/>
                    <a:pt x="163" y="828"/>
                    <a:pt x="237" y="755"/>
                  </a:cubicBezTo>
                  <a:cubicBezTo>
                    <a:pt x="256" y="737"/>
                    <a:pt x="264" y="719"/>
                    <a:pt x="264" y="692"/>
                  </a:cubicBezTo>
                  <a:cubicBezTo>
                    <a:pt x="263" y="476"/>
                    <a:pt x="263" y="259"/>
                    <a:pt x="263" y="43"/>
                  </a:cubicBezTo>
                  <a:cubicBezTo>
                    <a:pt x="263" y="33"/>
                    <a:pt x="262" y="24"/>
                    <a:pt x="264" y="15"/>
                  </a:cubicBezTo>
                  <a:cubicBezTo>
                    <a:pt x="265" y="10"/>
                    <a:pt x="271" y="5"/>
                    <a:pt x="275" y="0"/>
                  </a:cubicBezTo>
                  <a:cubicBezTo>
                    <a:pt x="279" y="5"/>
                    <a:pt x="285" y="9"/>
                    <a:pt x="286" y="14"/>
                  </a:cubicBezTo>
                  <a:cubicBezTo>
                    <a:pt x="289" y="22"/>
                    <a:pt x="287" y="30"/>
                    <a:pt x="287" y="38"/>
                  </a:cubicBezTo>
                  <a:cubicBezTo>
                    <a:pt x="287" y="262"/>
                    <a:pt x="288" y="485"/>
                    <a:pt x="286" y="709"/>
                  </a:cubicBezTo>
                  <a:cubicBezTo>
                    <a:pt x="286" y="727"/>
                    <a:pt x="277" y="749"/>
                    <a:pt x="264" y="762"/>
                  </a:cubicBezTo>
                  <a:cubicBezTo>
                    <a:pt x="190" y="839"/>
                    <a:pt x="114" y="914"/>
                    <a:pt x="38" y="990"/>
                  </a:cubicBezTo>
                  <a:cubicBezTo>
                    <a:pt x="29" y="998"/>
                    <a:pt x="20" y="1006"/>
                    <a:pt x="11" y="1014"/>
                  </a:cubicBezTo>
                  <a:cubicBezTo>
                    <a:pt x="7" y="1011"/>
                    <a:pt x="3" y="1009"/>
                    <a:pt x="0" y="10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241599082"/>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C9EBFD1A-B7A0-466A-B83C-FDA8DD378B8A}" type="slidenum">
              <a:rPr lang="en-US" smtClean="0"/>
              <a:pPr/>
              <a:t>‹#›</a:t>
            </a:fld>
            <a:endParaRPr lang="en-US" dirty="0"/>
          </a:p>
        </p:txBody>
      </p:sp>
      <p:sp>
        <p:nvSpPr>
          <p:cNvPr id="2" name="Title 1"/>
          <p:cNvSpPr>
            <a:spLocks noGrp="1"/>
          </p:cNvSpPr>
          <p:nvPr userDrawn="1">
            <p:ph type="title"/>
          </p:nvPr>
        </p:nvSpPr>
        <p:spPr/>
        <p:txBody>
          <a:bodyPr/>
          <a:lstStyle/>
          <a:p>
            <a:r>
              <a:rPr lang="en-US"/>
              <a:t>Click to edit Master title style</a:t>
            </a:r>
          </a:p>
        </p:txBody>
      </p:sp>
      <p:grpSp>
        <p:nvGrpSpPr>
          <p:cNvPr id="3" name="Group 2"/>
          <p:cNvGrpSpPr/>
          <p:nvPr userDrawn="1"/>
        </p:nvGrpSpPr>
        <p:grpSpPr>
          <a:xfrm>
            <a:off x="2286" y="846963"/>
            <a:ext cx="9141714" cy="4296537"/>
            <a:chOff x="3048" y="1129284"/>
            <a:chExt cx="12188952" cy="5728716"/>
          </a:xfrm>
          <a:solidFill>
            <a:schemeClr val="accent4">
              <a:lumMod val="40000"/>
              <a:lumOff val="60000"/>
            </a:schemeClr>
          </a:solidFill>
        </p:grpSpPr>
        <p:grpSp>
          <p:nvGrpSpPr>
            <p:cNvPr id="9" name="Group 8"/>
            <p:cNvGrpSpPr/>
            <p:nvPr userDrawn="1"/>
          </p:nvGrpSpPr>
          <p:grpSpPr>
            <a:xfrm flipH="1">
              <a:off x="3048" y="2855108"/>
              <a:ext cx="12188952" cy="1151376"/>
              <a:chOff x="-8920" y="2124012"/>
              <a:chExt cx="9161828" cy="865432"/>
            </a:xfrm>
            <a:grpFill/>
          </p:grpSpPr>
          <p:sp>
            <p:nvSpPr>
              <p:cNvPr id="1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0"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1"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2"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3"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4"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sp>
          <p:nvSpPr>
            <p:cNvPr id="16" name="object 2"/>
            <p:cNvSpPr/>
            <p:nvPr userDrawn="1"/>
          </p:nvSpPr>
          <p:spPr>
            <a:xfrm flipH="1">
              <a:off x="8313458" y="1129284"/>
              <a:ext cx="1108212" cy="5728716"/>
            </a:xfrm>
            <a:custGeom>
              <a:avLst/>
              <a:gdLst/>
              <a:ahLst/>
              <a:cxnLst/>
              <a:rect l="l" t="t" r="r" b="b"/>
              <a:pathLst>
                <a:path w="847725" h="3521075">
                  <a:moveTo>
                    <a:pt x="847521" y="3521049"/>
                  </a:moveTo>
                  <a:lnTo>
                    <a:pt x="0" y="3521049"/>
                  </a:lnTo>
                  <a:lnTo>
                    <a:pt x="0" y="0"/>
                  </a:lnTo>
                  <a:lnTo>
                    <a:pt x="847521" y="0"/>
                  </a:lnTo>
                  <a:lnTo>
                    <a:pt x="847521" y="3521049"/>
                  </a:lnTo>
                  <a:close/>
                </a:path>
              </a:pathLst>
            </a:custGeom>
            <a:grpFill/>
          </p:spPr>
          <p:txBody>
            <a:bodyPr wrap="square" lIns="0" tIns="0" rIns="0" bIns="0" rtlCol="0"/>
            <a:lstStyle/>
            <a:p>
              <a:endParaRPr sz="1350"/>
            </a:p>
          </p:txBody>
        </p:sp>
      </p:grpSp>
    </p:spTree>
    <p:extLst>
      <p:ext uri="{BB962C8B-B14F-4D97-AF65-F5344CB8AC3E}">
        <p14:creationId xmlns:p14="http://schemas.microsoft.com/office/powerpoint/2010/main" val="11914354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1"/>
      </p:bgRef>
    </p:bg>
    <p:spTree>
      <p:nvGrpSpPr>
        <p:cNvPr id="1" name=""/>
        <p:cNvGrpSpPr/>
        <p:nvPr/>
      </p:nvGrpSpPr>
      <p:grpSpPr>
        <a:xfrm>
          <a:off x="0" y="0"/>
          <a:ext cx="0" cy="0"/>
          <a:chOff x="0" y="0"/>
          <a:chExt cx="0" cy="0"/>
        </a:xfrm>
      </p:grpSpPr>
      <p:grpSp>
        <p:nvGrpSpPr>
          <p:cNvPr id="4" name="Group 3"/>
          <p:cNvGrpSpPr>
            <a:grpSpLocks noChangeAspect="1"/>
          </p:cNvGrpSpPr>
          <p:nvPr userDrawn="1"/>
        </p:nvGrpSpPr>
        <p:grpSpPr>
          <a:xfrm>
            <a:off x="1143" y="564088"/>
            <a:ext cx="9141714" cy="4015325"/>
            <a:chOff x="-8920" y="292419"/>
            <a:chExt cx="9161829" cy="4024160"/>
          </a:xfrm>
        </p:grpSpPr>
        <p:grpSp>
          <p:nvGrpSpPr>
            <p:cNvPr id="5" name="Group 4"/>
            <p:cNvGrpSpPr>
              <a:grpSpLocks noChangeAspect="1"/>
            </p:cNvGrpSpPr>
            <p:nvPr userDrawn="1"/>
          </p:nvGrpSpPr>
          <p:grpSpPr>
            <a:xfrm>
              <a:off x="-8920" y="2154156"/>
              <a:ext cx="9161829" cy="865432"/>
              <a:chOff x="-8920" y="2154156"/>
              <a:chExt cx="9161828" cy="865432"/>
            </a:xfrm>
            <a:solidFill>
              <a:srgbClr val="007DC3"/>
            </a:solidFill>
          </p:grpSpPr>
          <p:sp>
            <p:nvSpPr>
              <p:cNvPr id="11" name="object 3"/>
              <p:cNvSpPr/>
              <p:nvPr/>
            </p:nvSpPr>
            <p:spPr>
              <a:xfrm>
                <a:off x="3114541"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2" name="object 4"/>
              <p:cNvSpPr/>
              <p:nvPr/>
            </p:nvSpPr>
            <p:spPr>
              <a:xfrm>
                <a:off x="259395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14" name="object 5"/>
              <p:cNvSpPr/>
              <p:nvPr/>
            </p:nvSpPr>
            <p:spPr>
              <a:xfrm>
                <a:off x="2073387"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5" name="object 6"/>
              <p:cNvSpPr/>
              <p:nvPr/>
            </p:nvSpPr>
            <p:spPr>
              <a:xfrm>
                <a:off x="155281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7" name="object 7"/>
              <p:cNvSpPr/>
              <p:nvPr/>
            </p:nvSpPr>
            <p:spPr>
              <a:xfrm>
                <a:off x="103224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8" name="object 8"/>
              <p:cNvSpPr/>
              <p:nvPr/>
            </p:nvSpPr>
            <p:spPr>
              <a:xfrm>
                <a:off x="51166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9" name="object 9"/>
              <p:cNvSpPr/>
              <p:nvPr/>
            </p:nvSpPr>
            <p:spPr>
              <a:xfrm>
                <a:off x="-8920" y="2154156"/>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20" name="object 20"/>
              <p:cNvSpPr/>
              <p:nvPr/>
            </p:nvSpPr>
            <p:spPr>
              <a:xfrm>
                <a:off x="904870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1" name="object 21"/>
              <p:cNvSpPr/>
              <p:nvPr/>
            </p:nvSpPr>
            <p:spPr>
              <a:xfrm>
                <a:off x="852813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2" name="object 22"/>
              <p:cNvSpPr/>
              <p:nvPr/>
            </p:nvSpPr>
            <p:spPr>
              <a:xfrm>
                <a:off x="8007566"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3" name="object 23"/>
              <p:cNvSpPr/>
              <p:nvPr/>
            </p:nvSpPr>
            <p:spPr>
              <a:xfrm>
                <a:off x="748699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24" name="object 24"/>
              <p:cNvSpPr/>
              <p:nvPr/>
            </p:nvSpPr>
            <p:spPr>
              <a:xfrm>
                <a:off x="6966413"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5" name="object 25"/>
              <p:cNvSpPr/>
              <p:nvPr/>
            </p:nvSpPr>
            <p:spPr>
              <a:xfrm>
                <a:off x="644584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26" name="object 26"/>
              <p:cNvSpPr/>
              <p:nvPr/>
            </p:nvSpPr>
            <p:spPr>
              <a:xfrm>
                <a:off x="592527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27" name="object 27"/>
              <p:cNvSpPr/>
              <p:nvPr/>
            </p:nvSpPr>
            <p:spPr>
              <a:xfrm>
                <a:off x="540467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8" name="object 28"/>
              <p:cNvSpPr/>
              <p:nvPr/>
            </p:nvSpPr>
            <p:spPr>
              <a:xfrm>
                <a:off x="363512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grpSp>
        <p:grpSp>
          <p:nvGrpSpPr>
            <p:cNvPr id="6" name="Group 5"/>
            <p:cNvGrpSpPr>
              <a:grpSpLocks noChangeAspect="1"/>
            </p:cNvGrpSpPr>
            <p:nvPr userDrawn="1"/>
          </p:nvGrpSpPr>
          <p:grpSpPr>
            <a:xfrm>
              <a:off x="3253738" y="292419"/>
              <a:ext cx="2629356" cy="4024160"/>
              <a:chOff x="3253738" y="292419"/>
              <a:chExt cx="2629356" cy="4024160"/>
            </a:xfrm>
          </p:grpSpPr>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53738" y="292419"/>
                <a:ext cx="2629356" cy="344239"/>
              </a:xfrm>
              <a:prstGeom prst="rect">
                <a:avLst/>
              </a:prstGeom>
            </p:spPr>
          </p:pic>
          <p:grpSp>
            <p:nvGrpSpPr>
              <p:cNvPr id="8" name="Group 7"/>
              <p:cNvGrpSpPr/>
              <p:nvPr userDrawn="1"/>
            </p:nvGrpSpPr>
            <p:grpSpPr>
              <a:xfrm>
                <a:off x="4152174" y="856717"/>
                <a:ext cx="836532" cy="3459862"/>
                <a:chOff x="4152174" y="856717"/>
                <a:chExt cx="836532" cy="3459862"/>
              </a:xfrm>
            </p:grpSpPr>
            <p:sp>
              <p:nvSpPr>
                <p:cNvPr id="9" name="object 2"/>
                <p:cNvSpPr/>
                <p:nvPr/>
              </p:nvSpPr>
              <p:spPr>
                <a:xfrm>
                  <a:off x="4155718" y="856717"/>
                  <a:ext cx="832988" cy="345986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DC3"/>
                </a:solidFill>
              </p:spPr>
              <p:txBody>
                <a:bodyPr wrap="square" lIns="0" tIns="0" rIns="0" bIns="0" rtlCol="0"/>
                <a:lstStyle/>
                <a:p>
                  <a:endParaRPr sz="1350"/>
                </a:p>
              </p:txBody>
            </p:sp>
            <p:pic>
              <p:nvPicPr>
                <p:cNvPr id="10" name="Picture 9"/>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152174" y="856717"/>
                  <a:ext cx="832484" cy="3459862"/>
                </a:xfrm>
                <a:prstGeom prst="rect">
                  <a:avLst/>
                </a:prstGeom>
              </p:spPr>
            </p:pic>
          </p:grpSp>
        </p:grpSp>
      </p:grpSp>
      <p:pic>
        <p:nvPicPr>
          <p:cNvPr id="29" name="Picture 28"/>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sp>
        <p:nvSpPr>
          <p:cNvPr id="3" name="Title 2"/>
          <p:cNvSpPr>
            <a:spLocks noGrp="1"/>
          </p:cNvSpPr>
          <p:nvPr>
            <p:ph type="title" hasCustomPrompt="1"/>
          </p:nvPr>
        </p:nvSpPr>
        <p:spPr>
          <a:xfrm>
            <a:off x="182880" y="3550713"/>
            <a:ext cx="3555164" cy="1028700"/>
          </a:xfrm>
        </p:spPr>
        <p:txBody>
          <a:bodyPr anchor="b">
            <a:noAutofit/>
          </a:bodyPr>
          <a:lstStyle>
            <a:lvl1pPr>
              <a:defRPr sz="1800">
                <a:solidFill>
                  <a:srgbClr val="007CC3"/>
                </a:solidFill>
              </a:defRPr>
            </a:lvl1pPr>
          </a:lstStyle>
          <a:p>
            <a:r>
              <a:rPr lang="en-US" dirty="0"/>
              <a:t>TITLE OF THE PRESENTATION</a:t>
            </a:r>
          </a:p>
        </p:txBody>
      </p:sp>
      <p:sp>
        <p:nvSpPr>
          <p:cNvPr id="30" name="TextBox 29"/>
          <p:cNvSpPr txBox="1"/>
          <p:nvPr userDrawn="1"/>
        </p:nvSpPr>
        <p:spPr>
          <a:xfrm>
            <a:off x="183570" y="4650646"/>
            <a:ext cx="1112805" cy="161583"/>
          </a:xfrm>
          <a:prstGeom prst="rect">
            <a:avLst/>
          </a:prstGeom>
          <a:noFill/>
        </p:spPr>
        <p:txBody>
          <a:bodyPr wrap="none" lIns="68580" tIns="0" rIns="0" bIns="0" rtlCol="0">
            <a:spAutoFit/>
          </a:bodyPr>
          <a:lstStyle/>
          <a:p>
            <a:fld id="{11A36942-31EF-4AAB-90EA-110C56FA26B5}" type="datetime4">
              <a:rPr lang="en-US" sz="1050" smtClean="0">
                <a:solidFill>
                  <a:srgbClr val="525457"/>
                </a:solidFill>
                <a:latin typeface="Arial" pitchFamily="34" charset="0"/>
                <a:cs typeface="Arial" pitchFamily="34" charset="0"/>
              </a:rPr>
              <a:t>April 9, 2024</a:t>
            </a:fld>
            <a:endParaRPr lang="en-US" sz="1050" dirty="0">
              <a:solidFill>
                <a:srgbClr val="525457"/>
              </a:solidFill>
              <a:latin typeface="Arial" pitchFamily="34" charset="0"/>
              <a:cs typeface="Arial" pitchFamily="34" charset="0"/>
            </a:endParaRPr>
          </a:p>
        </p:txBody>
      </p:sp>
    </p:spTree>
    <p:extLst>
      <p:ext uri="{BB962C8B-B14F-4D97-AF65-F5344CB8AC3E}">
        <p14:creationId xmlns:p14="http://schemas.microsoft.com/office/powerpoint/2010/main" val="365031672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g">
    <p:bg>
      <p:bgRef idx="1001">
        <a:schemeClr val="bg1"/>
      </p:bgRef>
    </p:bg>
    <p:spTree>
      <p:nvGrpSpPr>
        <p:cNvPr id="1" name=""/>
        <p:cNvGrpSpPr/>
        <p:nvPr/>
      </p:nvGrpSpPr>
      <p:grpSpPr>
        <a:xfrm>
          <a:off x="0" y="0"/>
          <a:ext cx="0" cy="0"/>
          <a:chOff x="0" y="0"/>
          <a:chExt cx="0" cy="0"/>
        </a:xfrm>
      </p:grpSpPr>
      <p:pic>
        <p:nvPicPr>
          <p:cNvPr id="34" name="Picture 3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3" name="Rectangle 32"/>
          <p:cNvSpPr/>
          <p:nvPr userDrawn="1"/>
        </p:nvSpPr>
        <p:spPr>
          <a:xfrm>
            <a:off x="0" y="0"/>
            <a:ext cx="9141714" cy="5143500"/>
          </a:xfrm>
          <a:prstGeom prst="rect">
            <a:avLst/>
          </a:prstGeom>
          <a:solidFill>
            <a:srgbClr val="0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object 2"/>
          <p:cNvSpPr/>
          <p:nvPr userDrawn="1"/>
        </p:nvSpPr>
        <p:spPr>
          <a:xfrm>
            <a:off x="4259630" y="1274302"/>
            <a:ext cx="624741" cy="2594897"/>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F1592D">
              <a:alpha val="50000"/>
            </a:srgbClr>
          </a:solidFill>
        </p:spPr>
        <p:txBody>
          <a:bodyPr wrap="square" lIns="0" tIns="0" rIns="0" bIns="0" rtlCol="0"/>
          <a:lstStyle/>
          <a:p>
            <a:endParaRPr sz="1350"/>
          </a:p>
        </p:txBody>
      </p:sp>
      <p:pic>
        <p:nvPicPr>
          <p:cNvPr id="13" name="Picture 1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sp>
        <p:nvSpPr>
          <p:cNvPr id="16" name="Title 15"/>
          <p:cNvSpPr>
            <a:spLocks noGrp="1"/>
          </p:cNvSpPr>
          <p:nvPr>
            <p:ph type="title" hasCustomPrompt="1"/>
          </p:nvPr>
        </p:nvSpPr>
        <p:spPr>
          <a:xfrm>
            <a:off x="182880" y="3550713"/>
            <a:ext cx="3552444" cy="1028700"/>
          </a:xfrm>
        </p:spPr>
        <p:txBody>
          <a:bodyPr anchor="b">
            <a:noAutofit/>
          </a:bodyPr>
          <a:lstStyle>
            <a:lvl1pPr>
              <a:defRPr sz="1800">
                <a:solidFill>
                  <a:schemeClr val="bg1"/>
                </a:solidFill>
              </a:defRPr>
            </a:lvl1pPr>
          </a:lstStyle>
          <a:p>
            <a:r>
              <a:rPr lang="en-US" dirty="0"/>
              <a:t>TITLE OF THE PRESENTATION</a:t>
            </a:r>
          </a:p>
        </p:txBody>
      </p:sp>
      <p:sp>
        <p:nvSpPr>
          <p:cNvPr id="35" name="TextBox 34"/>
          <p:cNvSpPr txBox="1"/>
          <p:nvPr userDrawn="1"/>
        </p:nvSpPr>
        <p:spPr>
          <a:xfrm>
            <a:off x="183570" y="4650646"/>
            <a:ext cx="1112805" cy="161583"/>
          </a:xfrm>
          <a:prstGeom prst="rect">
            <a:avLst/>
          </a:prstGeom>
          <a:noFill/>
        </p:spPr>
        <p:txBody>
          <a:bodyPr wrap="none" lIns="68580" tIns="0" rIns="0" bIns="0" rtlCol="0">
            <a:spAutoFit/>
          </a:bodyPr>
          <a:lstStyle/>
          <a:p>
            <a:fld id="{11A36942-31EF-4AAB-90EA-110C56FA26B5}" type="datetime4">
              <a:rPr lang="en-US" sz="1050" smtClean="0">
                <a:solidFill>
                  <a:srgbClr val="B8B8B8"/>
                </a:solidFill>
                <a:latin typeface="Arial" pitchFamily="34" charset="0"/>
                <a:cs typeface="Arial" pitchFamily="34" charset="0"/>
              </a:rPr>
              <a:t>April 9, 2024</a:t>
            </a:fld>
            <a:endParaRPr lang="en-US" sz="1050" dirty="0">
              <a:solidFill>
                <a:srgbClr val="B8B8B8"/>
              </a:solidFill>
              <a:latin typeface="Arial" pitchFamily="34" charset="0"/>
              <a:cs typeface="Arial" pitchFamily="34" charset="0"/>
            </a:endParaRPr>
          </a:p>
        </p:txBody>
      </p:sp>
    </p:spTree>
    <p:extLst>
      <p:ext uri="{BB962C8B-B14F-4D97-AF65-F5344CB8AC3E}">
        <p14:creationId xmlns:p14="http://schemas.microsoft.com/office/powerpoint/2010/main" val="359792537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hankyou">
    <p:bg>
      <p:bgRef idx="1001">
        <a:schemeClr val="bg1"/>
      </p:bgRef>
    </p:bg>
    <p:spTree>
      <p:nvGrpSpPr>
        <p:cNvPr id="1" name=""/>
        <p:cNvGrpSpPr/>
        <p:nvPr/>
      </p:nvGrpSpPr>
      <p:grpSpPr>
        <a:xfrm>
          <a:off x="0" y="0"/>
          <a:ext cx="0" cy="0"/>
          <a:chOff x="0" y="0"/>
          <a:chExt cx="0" cy="0"/>
        </a:xfrm>
      </p:grpSpPr>
      <p:pic>
        <p:nvPicPr>
          <p:cNvPr id="29" name="Picture 2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grpSp>
        <p:nvGrpSpPr>
          <p:cNvPr id="2" name="Group 1"/>
          <p:cNvGrpSpPr/>
          <p:nvPr userDrawn="1"/>
        </p:nvGrpSpPr>
        <p:grpSpPr>
          <a:xfrm>
            <a:off x="1143" y="845617"/>
            <a:ext cx="9141714" cy="3452267"/>
            <a:chOff x="1524" y="1127489"/>
            <a:chExt cx="12188952" cy="4603022"/>
          </a:xfrm>
        </p:grpSpPr>
        <p:sp>
          <p:nvSpPr>
            <p:cNvPr id="31" name="object 2"/>
            <p:cNvSpPr/>
            <p:nvPr userDrawn="1"/>
          </p:nvSpPr>
          <p:spPr>
            <a:xfrm>
              <a:off x="2771854" y="1127489"/>
              <a:ext cx="1108212" cy="460302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CC3"/>
            </a:solidFill>
          </p:spPr>
          <p:txBody>
            <a:bodyPr wrap="square" lIns="0" tIns="0" rIns="0" bIns="0" rtlCol="0"/>
            <a:lstStyle/>
            <a:p>
              <a:endParaRPr sz="1350"/>
            </a:p>
          </p:txBody>
        </p:sp>
        <p:grpSp>
          <p:nvGrpSpPr>
            <p:cNvPr id="32" name="Group 31"/>
            <p:cNvGrpSpPr/>
            <p:nvPr userDrawn="1"/>
          </p:nvGrpSpPr>
          <p:grpSpPr>
            <a:xfrm>
              <a:off x="1524" y="2853312"/>
              <a:ext cx="12188952" cy="1151376"/>
              <a:chOff x="-8920" y="2124012"/>
              <a:chExt cx="9161828" cy="865432"/>
            </a:xfrm>
            <a:solidFill>
              <a:srgbClr val="007CC3"/>
            </a:solidFill>
          </p:grpSpPr>
          <p:sp>
            <p:nvSpPr>
              <p:cNvPr id="3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4"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5" name="object 22"/>
              <p:cNvSpPr/>
              <p:nvPr userDrawn="1"/>
            </p:nvSpPr>
            <p:spPr>
              <a:xfrm>
                <a:off x="800756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6" name="object 23"/>
              <p:cNvSpPr/>
              <p:nvPr userDrawn="1"/>
            </p:nvSpPr>
            <p:spPr>
              <a:xfrm>
                <a:off x="74869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37" name="object 24"/>
              <p:cNvSpPr/>
              <p:nvPr userDrawn="1"/>
            </p:nvSpPr>
            <p:spPr>
              <a:xfrm>
                <a:off x="6966413"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8" name="object 25"/>
              <p:cNvSpPr/>
              <p:nvPr userDrawn="1"/>
            </p:nvSpPr>
            <p:spPr>
              <a:xfrm>
                <a:off x="644584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39" name="object 26"/>
              <p:cNvSpPr/>
              <p:nvPr userDrawn="1"/>
            </p:nvSpPr>
            <p:spPr>
              <a:xfrm>
                <a:off x="592527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0" name="object 27"/>
              <p:cNvSpPr/>
              <p:nvPr userDrawn="1"/>
            </p:nvSpPr>
            <p:spPr>
              <a:xfrm>
                <a:off x="540467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1" name="object 24"/>
              <p:cNvSpPr/>
              <p:nvPr userDrawn="1"/>
            </p:nvSpPr>
            <p:spPr>
              <a:xfrm>
                <a:off x="4884094"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2" name="object 25"/>
              <p:cNvSpPr/>
              <p:nvPr userDrawn="1"/>
            </p:nvSpPr>
            <p:spPr>
              <a:xfrm>
                <a:off x="436352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3"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4"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5"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6"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7"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8"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grpSp>
      <p:sp>
        <p:nvSpPr>
          <p:cNvPr id="49" name="Text Placeholder 2"/>
          <p:cNvSpPr txBox="1">
            <a:spLocks/>
          </p:cNvSpPr>
          <p:nvPr userDrawn="1"/>
        </p:nvSpPr>
        <p:spPr>
          <a:xfrm>
            <a:off x="4467959" y="4422672"/>
            <a:ext cx="3344498" cy="507831"/>
          </a:xfrm>
          <a:prstGeom prst="rect">
            <a:avLst/>
          </a:prstGeom>
        </p:spPr>
        <p:txBody>
          <a:bodyPr anchor="ctr">
            <a:sp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450" b="0" dirty="0">
                <a:solidFill>
                  <a:schemeClr val="bg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sp>
        <p:nvSpPr>
          <p:cNvPr id="3" name="Title 2"/>
          <p:cNvSpPr>
            <a:spLocks noGrp="1"/>
          </p:cNvSpPr>
          <p:nvPr>
            <p:ph type="title" hasCustomPrompt="1"/>
          </p:nvPr>
        </p:nvSpPr>
        <p:spPr>
          <a:xfrm>
            <a:off x="5402856" y="1375080"/>
            <a:ext cx="2701147" cy="497263"/>
          </a:xfrm>
        </p:spPr>
        <p:txBody>
          <a:bodyPr wrap="none" anchor="b">
            <a:noAutofit/>
          </a:bodyPr>
          <a:lstStyle>
            <a:lvl1pPr>
              <a:defRPr>
                <a:solidFill>
                  <a:srgbClr val="007CC3"/>
                </a:solidFill>
              </a:defRPr>
            </a:lvl1pPr>
          </a:lstStyle>
          <a:p>
            <a:r>
              <a:rPr lang="en-US" dirty="0"/>
              <a:t>TITLE TEXT</a:t>
            </a:r>
          </a:p>
        </p:txBody>
      </p:sp>
      <p:sp>
        <p:nvSpPr>
          <p:cNvPr id="50" name="TextBox 49"/>
          <p:cNvSpPr txBox="1"/>
          <p:nvPr userDrawn="1"/>
        </p:nvSpPr>
        <p:spPr>
          <a:xfrm>
            <a:off x="4467959" y="4272631"/>
            <a:ext cx="1112805" cy="161583"/>
          </a:xfrm>
          <a:prstGeom prst="rect">
            <a:avLst/>
          </a:prstGeom>
          <a:noFill/>
        </p:spPr>
        <p:txBody>
          <a:bodyPr wrap="none" lIns="68580" tIns="0" rIns="0" bIns="0" rtlCol="0">
            <a:spAutoFit/>
          </a:bodyPr>
          <a:lstStyle/>
          <a:p>
            <a:fld id="{11A36942-31EF-4AAB-90EA-110C56FA26B5}" type="datetime4">
              <a:rPr lang="en-US" sz="1050" smtClean="0">
                <a:solidFill>
                  <a:srgbClr val="525457"/>
                </a:solidFill>
                <a:latin typeface="Arial" pitchFamily="34" charset="0"/>
                <a:cs typeface="Arial" pitchFamily="34" charset="0"/>
              </a:rPr>
              <a:t>April 9, 2024</a:t>
            </a:fld>
            <a:endParaRPr lang="en-US" sz="1050" dirty="0">
              <a:solidFill>
                <a:srgbClr val="525457"/>
              </a:solidFill>
              <a:latin typeface="Arial" pitchFamily="34" charset="0"/>
              <a:cs typeface="Arial" pitchFamily="34" charset="0"/>
            </a:endParaRPr>
          </a:p>
        </p:txBody>
      </p:sp>
    </p:spTree>
    <p:extLst>
      <p:ext uri="{BB962C8B-B14F-4D97-AF65-F5344CB8AC3E}">
        <p14:creationId xmlns:p14="http://schemas.microsoft.com/office/powerpoint/2010/main" val="1107477191"/>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p:cNvSpPr>
            <a:spLocks noGrp="1"/>
          </p:cNvSpPr>
          <p:nvPr>
            <p:ph type="title"/>
          </p:nvPr>
        </p:nvSpPr>
        <p:spPr>
          <a:xfrm>
            <a:off x="182880" y="136394"/>
            <a:ext cx="8778240" cy="300082"/>
          </a:xfrm>
        </p:spPr>
        <p:txBody>
          <a:bodyPr/>
          <a:lstStyle/>
          <a:p>
            <a:r>
              <a:rPr lang="en-US"/>
              <a:t>Click to edit Master title style</a:t>
            </a:r>
            <a:endParaRPr lang="en-US" dirty="0"/>
          </a:p>
        </p:txBody>
      </p:sp>
      <p:sp>
        <p:nvSpPr>
          <p:cNvPr id="2" name="Slide Number Placeholder 1"/>
          <p:cNvSpPr>
            <a:spLocks noGrp="1"/>
          </p:cNvSpPr>
          <p:nvPr>
            <p:ph type="sldNum" sz="quarter" idx="10"/>
          </p:nvPr>
        </p:nvSpPr>
        <p:spPr/>
        <p:txBody>
          <a:bodyPr/>
          <a:lstStyle/>
          <a:p>
            <a:fld id="{C9EBFD1A-B7A0-466A-B83C-FDA8DD378B8A}" type="slidenum">
              <a:rPr lang="en-US" smtClean="0"/>
              <a:pPr/>
              <a:t>‹#›</a:t>
            </a:fld>
            <a:endParaRPr lang="en-US" dirty="0"/>
          </a:p>
        </p:txBody>
      </p:sp>
    </p:spTree>
    <p:extLst>
      <p:ext uri="{BB962C8B-B14F-4D97-AF65-F5344CB8AC3E}">
        <p14:creationId xmlns:p14="http://schemas.microsoft.com/office/powerpoint/2010/main" val="13561350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82880" y="4846208"/>
            <a:ext cx="157094" cy="161583"/>
          </a:xfrm>
        </p:spPr>
        <p:txBody>
          <a:bodyPr/>
          <a:lstStyle>
            <a:lvl1pPr>
              <a:defRPr>
                <a:latin typeface="+mj-lt"/>
              </a:defRPr>
            </a:lvl1pPr>
          </a:lstStyle>
          <a:p>
            <a:fld id="{C9EBFD1A-B7A0-466A-B83C-FDA8DD378B8A}" type="slidenum">
              <a:rPr lang="en-US" smtClean="0"/>
              <a:pPr/>
              <a:t>‹#›</a:t>
            </a:fld>
            <a:endParaRPr lang="en-US" dirty="0"/>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841039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6011"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8" name="Shape 42"/>
          <p:cNvSpPr>
            <a:spLocks noGrp="1"/>
          </p:cNvSpPr>
          <p:nvPr>
            <p:ph type="sldNum" sz="quarter" idx="2"/>
          </p:nvPr>
        </p:nvSpPr>
        <p:spPr>
          <a:xfrm>
            <a:off x="231388" y="4817889"/>
            <a:ext cx="157094" cy="153888"/>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pPr defTabSz="457189"/>
            <a:fld id="{86CB4B4D-7CA3-9044-876B-883B54F8677D}" type="slidenum">
              <a:rPr lang="en-US" smtClean="0">
                <a:solidFill>
                  <a:srgbClr val="000000">
                    <a:lumMod val="75000"/>
                    <a:lumOff val="25000"/>
                  </a:srgbClr>
                </a:solidFill>
              </a:rPr>
              <a:pPr defTabSz="457189"/>
              <a:t>‹#›</a:t>
            </a:fld>
            <a:endParaRPr lang="en-US" dirty="0">
              <a:solidFill>
                <a:srgbClr val="000000">
                  <a:lumMod val="75000"/>
                  <a:lumOff val="25000"/>
                </a:srgbClr>
              </a:solidFill>
            </a:endParaRPr>
          </a:p>
        </p:txBody>
      </p:sp>
      <p:sp>
        <p:nvSpPr>
          <p:cNvPr id="19" name="object 20"/>
          <p:cNvSpPr/>
          <p:nvPr userDrawn="1"/>
        </p:nvSpPr>
        <p:spPr>
          <a:xfrm>
            <a:off x="904870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defTabSz="457189" hangingPunct="0"/>
            <a:endParaRPr sz="1800" kern="0">
              <a:solidFill>
                <a:srgbClr val="000000"/>
              </a:solidFill>
              <a:sym typeface="Calibri"/>
            </a:endParaRPr>
          </a:p>
        </p:txBody>
      </p:sp>
      <p:sp>
        <p:nvSpPr>
          <p:cNvPr id="20" name="object 9"/>
          <p:cNvSpPr/>
          <p:nvPr userDrawn="1"/>
        </p:nvSpPr>
        <p:spPr>
          <a:xfrm>
            <a:off x="-8919"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defTabSz="457189" hangingPunct="0"/>
            <a:endParaRPr sz="1800" kern="0">
              <a:solidFill>
                <a:srgbClr val="000000"/>
              </a:solidFill>
              <a:sym typeface="Calibri"/>
            </a:endParaRPr>
          </a:p>
        </p:txBody>
      </p:sp>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034835" y="4511611"/>
            <a:ext cx="909665" cy="465265"/>
          </a:xfrm>
          <a:prstGeom prst="rect">
            <a:avLst/>
          </a:prstGeom>
        </p:spPr>
      </p:pic>
    </p:spTree>
    <p:extLst>
      <p:ext uri="{BB962C8B-B14F-4D97-AF65-F5344CB8AC3E}">
        <p14:creationId xmlns:p14="http://schemas.microsoft.com/office/powerpoint/2010/main" val="797531440"/>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293644"/>
            <a:ext cx="6858000" cy="1338828"/>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1F7885-CA3F-4ECE-972C-D1CD7CA81AFB}" type="slidenum">
              <a:rPr lang="en-US" smtClean="0"/>
              <a:t>‹#›</a:t>
            </a:fld>
            <a:endParaRPr lang="en-US"/>
          </a:p>
        </p:txBody>
      </p:sp>
    </p:spTree>
    <p:extLst>
      <p:ext uri="{BB962C8B-B14F-4D97-AF65-F5344CB8AC3E}">
        <p14:creationId xmlns:p14="http://schemas.microsoft.com/office/powerpoint/2010/main" val="4205151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5.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2.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1" r:id="rId1"/>
    <p:sldLayoutId id="2147483691" r:id="rId2"/>
    <p:sldLayoutId id="2147483684" r:id="rId3"/>
    <p:sldLayoutId id="2147483682" r:id="rId4"/>
    <p:sldLayoutId id="2147483699" r:id="rId5"/>
    <p:sldLayoutId id="2147483700" r:id="rId6"/>
    <p:sldLayoutId id="2147483701" r:id="rId7"/>
    <p:sldLayoutId id="2147483702" r:id="rId8"/>
    <p:sldLayoutId id="2147483709" r:id="rId9"/>
    <p:sldLayoutId id="2147483680" r:id="rId10"/>
    <p:sldLayoutId id="2147483696" r:id="rId11"/>
    <p:sldLayoutId id="2147483685" r:id="rId12"/>
    <p:sldLayoutId id="2147483704" r:id="rId13"/>
    <p:sldLayoutId id="2147483686" r:id="rId14"/>
    <p:sldLayoutId id="2147483698" r:id="rId15"/>
    <p:sldLayoutId id="2147483695" r:id="rId16"/>
    <p:sldLayoutId id="2147483697" r:id="rId17"/>
    <p:sldLayoutId id="2147483694" r:id="rId18"/>
    <p:sldLayoutId id="2147483676" r:id="rId19"/>
    <p:sldLayoutId id="2147483708" r:id="rId20"/>
    <p:sldLayoutId id="2147483710" r:id="rId21"/>
    <p:sldLayoutId id="2147483711" r:id="rId22"/>
    <p:sldLayoutId id="2147483712" r:id="rId23"/>
    <p:sldLayoutId id="2147483717" r:id="rId24"/>
    <p:sldLayoutId id="2147483718" r:id="rId25"/>
    <p:sldLayoutId id="2147483758" r:id="rId26"/>
    <p:sldLayoutId id="2147483759" r:id="rId27"/>
  </p:sldLayoutIdLst>
  <p:transition spd="med"/>
  <p:hf hdr="0" ftr="0" dt="0"/>
  <p:txStyles>
    <p:title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2880" y="136394"/>
            <a:ext cx="8778240" cy="300082"/>
          </a:xfrm>
          <a:prstGeom prst="rect">
            <a:avLst/>
          </a:prstGeom>
        </p:spPr>
        <p:txBody>
          <a:bodyPr vert="horz" lIns="91440" tIns="45720" rIns="91440" bIns="4572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182880" y="607388"/>
            <a:ext cx="8778240" cy="397764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82880" y="4846208"/>
            <a:ext cx="165110" cy="161583"/>
          </a:xfrm>
          <a:prstGeom prst="rect">
            <a:avLst/>
          </a:prstGeom>
        </p:spPr>
        <p:txBody>
          <a:bodyPr vert="horz" wrap="none" lIns="0" tIns="0" rIns="0" bIns="0" rtlCol="0" anchor="ctr">
            <a:spAutoFit/>
          </a:bodyPr>
          <a:lstStyle>
            <a:lvl1pPr algn="l">
              <a:defRPr sz="1050" b="0">
                <a:solidFill>
                  <a:schemeClr val="bg2">
                    <a:lumMod val="50000"/>
                  </a:schemeClr>
                </a:solidFill>
                <a:latin typeface="Arial" pitchFamily="34" charset="0"/>
                <a:cs typeface="Arial" pitchFamily="34" charset="0"/>
              </a:defRPr>
            </a:lvl1pPr>
          </a:lstStyle>
          <a:p>
            <a:fld id="{C9EBFD1A-B7A0-466A-B83C-FDA8DD378B8A}" type="slidenum">
              <a:rPr lang="en-US" smtClean="0"/>
              <a:pPr/>
              <a:t>‹#›</a:t>
            </a:fld>
            <a:endParaRPr lang="en-US" dirty="0"/>
          </a:p>
        </p:txBody>
      </p:sp>
      <p:sp>
        <p:nvSpPr>
          <p:cNvPr id="5" name="object 20"/>
          <p:cNvSpPr/>
          <p:nvPr userDrawn="1"/>
        </p:nvSpPr>
        <p:spPr>
          <a:xfrm>
            <a:off x="9065850" y="2247213"/>
            <a:ext cx="78151" cy="649074"/>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7" name="object 9"/>
          <p:cNvSpPr/>
          <p:nvPr userDrawn="1"/>
        </p:nvSpPr>
        <p:spPr>
          <a:xfrm>
            <a:off x="0" y="2247213"/>
            <a:ext cx="78151" cy="649074"/>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pic>
        <p:nvPicPr>
          <p:cNvPr id="8" name="Picture 7"/>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422126" y="4789840"/>
            <a:ext cx="538994" cy="274320"/>
          </a:xfrm>
          <a:prstGeom prst="rect">
            <a:avLst/>
          </a:prstGeom>
        </p:spPr>
      </p:pic>
    </p:spTree>
    <p:extLst>
      <p:ext uri="{BB962C8B-B14F-4D97-AF65-F5344CB8AC3E}">
        <p14:creationId xmlns:p14="http://schemas.microsoft.com/office/powerpoint/2010/main" val="2264469243"/>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hf hdr="0" ftr="0" dt="0"/>
  <p:txStyles>
    <p:titleStyle>
      <a:lvl1pPr algn="l" defTabSz="914378" rtl="0" eaLnBrk="1" latinLnBrk="0" hangingPunct="1">
        <a:lnSpc>
          <a:spcPct val="90000"/>
        </a:lnSpc>
        <a:spcBef>
          <a:spcPct val="0"/>
        </a:spcBef>
        <a:buNone/>
        <a:defRPr sz="1500" b="0" kern="1200">
          <a:solidFill>
            <a:srgbClr val="000000"/>
          </a:solidFill>
          <a:latin typeface="Arial" pitchFamily="34" charset="0"/>
          <a:ea typeface="+mj-ea"/>
          <a:cs typeface="Arial" pitchFamily="34" charset="0"/>
        </a:defRPr>
      </a:lvl1pPr>
    </p:titleStyle>
    <p:bodyStyle>
      <a:lvl1pPr marL="128588"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1pPr>
      <a:lvl2pPr marL="360357"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2pPr>
      <a:lvl3pPr marL="585776"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3pPr>
      <a:lvl4pPr marL="869931"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4pPr>
      <a:lvl5pPr marL="1042964"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3" Type="http://schemas.openxmlformats.org/officeDocument/2006/relationships/image" Target="../media/image24.svg"/><Relationship Id="rId18" Type="http://schemas.openxmlformats.org/officeDocument/2006/relationships/image" Target="../media/image29.png"/><Relationship Id="rId26" Type="http://schemas.openxmlformats.org/officeDocument/2006/relationships/image" Target="../media/image37.svg"/><Relationship Id="rId21" Type="http://schemas.openxmlformats.org/officeDocument/2006/relationships/image" Target="../media/image32.jpeg"/><Relationship Id="rId34" Type="http://schemas.openxmlformats.org/officeDocument/2006/relationships/image" Target="../media/image45.jpe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33" Type="http://schemas.openxmlformats.org/officeDocument/2006/relationships/image" Target="../media/image44.svg"/><Relationship Id="rId2" Type="http://schemas.openxmlformats.org/officeDocument/2006/relationships/image" Target="../media/image13.emf"/><Relationship Id="rId16" Type="http://schemas.openxmlformats.org/officeDocument/2006/relationships/image" Target="../media/image27.svg"/><Relationship Id="rId20" Type="http://schemas.openxmlformats.org/officeDocument/2006/relationships/image" Target="../media/image31.png"/><Relationship Id="rId29" Type="http://schemas.openxmlformats.org/officeDocument/2006/relationships/image" Target="../media/image40.svg"/><Relationship Id="rId1" Type="http://schemas.openxmlformats.org/officeDocument/2006/relationships/slideLayout" Target="../slideLayouts/slideLayout15.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svg"/><Relationship Id="rId32" Type="http://schemas.openxmlformats.org/officeDocument/2006/relationships/image" Target="../media/image43.png"/><Relationship Id="rId37" Type="http://schemas.openxmlformats.org/officeDocument/2006/relationships/image" Target="../media/image48.png"/><Relationship Id="rId5" Type="http://schemas.openxmlformats.org/officeDocument/2006/relationships/image" Target="../media/image16.svg"/><Relationship Id="rId15" Type="http://schemas.openxmlformats.org/officeDocument/2006/relationships/image" Target="../media/image26.png"/><Relationship Id="rId23" Type="http://schemas.openxmlformats.org/officeDocument/2006/relationships/image" Target="../media/image34.png"/><Relationship Id="rId28" Type="http://schemas.openxmlformats.org/officeDocument/2006/relationships/image" Target="../media/image39.png"/><Relationship Id="rId36" Type="http://schemas.openxmlformats.org/officeDocument/2006/relationships/image" Target="../media/image47.svg"/><Relationship Id="rId10" Type="http://schemas.openxmlformats.org/officeDocument/2006/relationships/image" Target="../media/image21.png"/><Relationship Id="rId19" Type="http://schemas.openxmlformats.org/officeDocument/2006/relationships/image" Target="../media/image30.svg"/><Relationship Id="rId31" Type="http://schemas.openxmlformats.org/officeDocument/2006/relationships/image" Target="../media/image42.jpe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33.jpeg"/><Relationship Id="rId27" Type="http://schemas.openxmlformats.org/officeDocument/2006/relationships/image" Target="../media/image38.png"/><Relationship Id="rId30" Type="http://schemas.openxmlformats.org/officeDocument/2006/relationships/image" Target="../media/image41.png"/><Relationship Id="rId35" Type="http://schemas.openxmlformats.org/officeDocument/2006/relationships/image" Target="../media/image46.png"/><Relationship Id="rId8" Type="http://schemas.openxmlformats.org/officeDocument/2006/relationships/image" Target="../media/image19.png"/><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50.png"/><Relationship Id="rId7" Type="http://schemas.openxmlformats.org/officeDocument/2006/relationships/image" Target="../media/image32.jpeg"/><Relationship Id="rId2"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33.jpeg"/><Relationship Id="rId5" Type="http://schemas.openxmlformats.org/officeDocument/2006/relationships/image" Target="../media/image44.svg"/><Relationship Id="rId4" Type="http://schemas.openxmlformats.org/officeDocument/2006/relationships/image" Target="../media/image43.png"/></Relationships>
</file>

<file path=ppt/slides/_rels/slide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3.png"/><Relationship Id="rId7" Type="http://schemas.openxmlformats.org/officeDocument/2006/relationships/image" Target="../media/image51.png"/><Relationship Id="rId2"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32.jpeg"/><Relationship Id="rId5" Type="http://schemas.openxmlformats.org/officeDocument/2006/relationships/image" Target="../media/image33.jpeg"/><Relationship Id="rId4" Type="http://schemas.openxmlformats.org/officeDocument/2006/relationships/image" Target="../media/image44.svg"/><Relationship Id="rId9" Type="http://schemas.openxmlformats.org/officeDocument/2006/relationships/image" Target="../media/image5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specreader.pg.com/pdfdownload/02772144"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xml"/><Relationship Id="rId6" Type="http://schemas.openxmlformats.org/officeDocument/2006/relationships/image" Target="../media/image32.jpeg"/><Relationship Id="rId5" Type="http://schemas.openxmlformats.org/officeDocument/2006/relationships/image" Target="../media/image53.pn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74"/>
          <p:cNvSpPr>
            <a:spLocks noGrp="1"/>
          </p:cNvSpPr>
          <p:nvPr>
            <p:ph type="title"/>
          </p:nvPr>
        </p:nvSpPr>
        <p:spPr>
          <a:xfrm>
            <a:off x="85060" y="1221849"/>
            <a:ext cx="3983887" cy="865509"/>
          </a:xfrm>
        </p:spPr>
        <p:txBody>
          <a:bodyPr/>
          <a:lstStyle>
            <a:lvl1pPr>
              <a:defRPr sz="2500"/>
            </a:lvl1pPr>
          </a:lstStyle>
          <a:p>
            <a:pPr algn="ctr"/>
            <a:r>
              <a:rPr lang="en-US" sz="2400" kern="1200" dirty="0">
                <a:ea typeface="+mn-ea"/>
              </a:rPr>
              <a:t>Specs Reader Partial Index</a:t>
            </a:r>
            <a:br>
              <a:rPr lang="en-US" sz="2400" kern="1200" dirty="0">
                <a:ea typeface="+mn-ea"/>
              </a:rPr>
            </a:br>
            <a:r>
              <a:rPr lang="en-US" sz="2000" i="1" kern="1200" dirty="0">
                <a:ea typeface="+mn-ea"/>
              </a:rPr>
              <a:t>Architecture</a:t>
            </a:r>
            <a:endParaRPr lang="en-US" sz="2400" i="1" kern="1200" dirty="0">
              <a:ea typeface="+mn-ea"/>
            </a:endParaRPr>
          </a:p>
        </p:txBody>
      </p:sp>
    </p:spTree>
    <p:extLst>
      <p:ext uri="{BB962C8B-B14F-4D97-AF65-F5344CB8AC3E}">
        <p14:creationId xmlns:p14="http://schemas.microsoft.com/office/powerpoint/2010/main" val="366653319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Rectangle 397">
            <a:extLst>
              <a:ext uri="{FF2B5EF4-FFF2-40B4-BE49-F238E27FC236}">
                <a16:creationId xmlns:a16="http://schemas.microsoft.com/office/drawing/2014/main" id="{4209B291-A42D-4B0B-8665-EF5F1A313253}"/>
              </a:ext>
            </a:extLst>
          </p:cNvPr>
          <p:cNvSpPr/>
          <p:nvPr/>
        </p:nvSpPr>
        <p:spPr>
          <a:xfrm>
            <a:off x="1346048" y="616556"/>
            <a:ext cx="7375042" cy="3660586"/>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3" name="Slide Number Placeholder 2">
            <a:extLst>
              <a:ext uri="{FF2B5EF4-FFF2-40B4-BE49-F238E27FC236}">
                <a16:creationId xmlns:a16="http://schemas.microsoft.com/office/drawing/2014/main" id="{538722E8-98EB-4CFA-8831-E4DDF0C7F5DD}"/>
              </a:ext>
            </a:extLst>
          </p:cNvPr>
          <p:cNvSpPr>
            <a:spLocks noGrp="1"/>
          </p:cNvSpPr>
          <p:nvPr>
            <p:ph type="sldNum" sz="quarter" idx="2"/>
          </p:nvPr>
        </p:nvSpPr>
        <p:spPr>
          <a:xfrm>
            <a:off x="-44030" y="4882134"/>
            <a:ext cx="468287" cy="279401"/>
          </a:xfrm>
        </p:spPr>
        <p:txBody>
          <a:bodyPr/>
          <a:lstStyle/>
          <a:p>
            <a:fld id="{7085CB8E-5CA7-424E-9203-0AA164B1E985}" type="slidenum">
              <a:rPr lang="en-US" smtClean="0"/>
              <a:pPr/>
              <a:t>2</a:t>
            </a:fld>
            <a:endParaRPr lang="en-US" dirty="0"/>
          </a:p>
        </p:txBody>
      </p:sp>
      <p:pic>
        <p:nvPicPr>
          <p:cNvPr id="5" name="Picture 4">
            <a:extLst>
              <a:ext uri="{FF2B5EF4-FFF2-40B4-BE49-F238E27FC236}">
                <a16:creationId xmlns:a16="http://schemas.microsoft.com/office/drawing/2014/main" id="{0778E3DB-7876-437A-BCE5-EEB1366445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910" y="1843171"/>
            <a:ext cx="306669" cy="261187"/>
          </a:xfrm>
          <a:prstGeom prst="rect">
            <a:avLst/>
          </a:prstGeom>
        </p:spPr>
      </p:pic>
      <p:sp>
        <p:nvSpPr>
          <p:cNvPr id="6" name="TextBox 5">
            <a:extLst>
              <a:ext uri="{FF2B5EF4-FFF2-40B4-BE49-F238E27FC236}">
                <a16:creationId xmlns:a16="http://schemas.microsoft.com/office/drawing/2014/main" id="{F894FD7C-E232-47A3-A22D-5DA31FB07A75}"/>
              </a:ext>
            </a:extLst>
          </p:cNvPr>
          <p:cNvSpPr txBox="1"/>
          <p:nvPr/>
        </p:nvSpPr>
        <p:spPr>
          <a:xfrm>
            <a:off x="307538" y="2049167"/>
            <a:ext cx="535723" cy="176972"/>
          </a:xfrm>
          <a:prstGeom prst="rect">
            <a:avLst/>
          </a:prstGeom>
          <a:noFill/>
        </p:spPr>
        <p:txBody>
          <a:bodyPr wrap="non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a:solidFill>
                  <a:srgbClr val="4472C4"/>
                </a:solidFill>
                <a:latin typeface="Calibri" panose="020F0502020204030204"/>
              </a:defRPr>
            </a:lvl1pPr>
          </a:lstStyle>
          <a:p>
            <a:r>
              <a:rPr lang="en-US" dirty="0"/>
              <a:t>Spec Viewer</a:t>
            </a:r>
          </a:p>
        </p:txBody>
      </p:sp>
      <p:pic>
        <p:nvPicPr>
          <p:cNvPr id="8" name="Picture 10" descr="Browser No Background Comments - Transparent Background Browser ...">
            <a:extLst>
              <a:ext uri="{FF2B5EF4-FFF2-40B4-BE49-F238E27FC236}">
                <a16:creationId xmlns:a16="http://schemas.microsoft.com/office/drawing/2014/main" id="{062AC2BC-D3F7-455D-A6C7-2E6A4B07D9B2}"/>
              </a:ext>
            </a:extLst>
          </p:cNvPr>
          <p:cNvPicPr>
            <a:picLocks noChangeAspect="1" noChangeArrowheads="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56944" y="1820514"/>
            <a:ext cx="342496" cy="312944"/>
          </a:xfrm>
          <a:prstGeom prst="rect">
            <a:avLst/>
          </a:prstGeom>
          <a:solidFill>
            <a:schemeClr val="bg1">
              <a:alpha val="84000"/>
            </a:schemeClr>
          </a:solidFill>
        </p:spPr>
      </p:pic>
      <p:cxnSp>
        <p:nvCxnSpPr>
          <p:cNvPr id="9" name="Straight Arrow Connector 8">
            <a:extLst>
              <a:ext uri="{FF2B5EF4-FFF2-40B4-BE49-F238E27FC236}">
                <a16:creationId xmlns:a16="http://schemas.microsoft.com/office/drawing/2014/main" id="{08311985-346E-4D58-95AE-CFF5081ACB1E}"/>
              </a:ext>
            </a:extLst>
          </p:cNvPr>
          <p:cNvCxnSpPr>
            <a:cxnSpLocks/>
            <a:stCxn id="5" idx="3"/>
            <a:endCxn id="8" idx="1"/>
          </p:cNvCxnSpPr>
          <p:nvPr/>
        </p:nvCxnSpPr>
        <p:spPr>
          <a:xfrm>
            <a:off x="729579" y="1973765"/>
            <a:ext cx="227365" cy="322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5D8A999-0FBD-45B9-B9A2-A8E5C9A6BD21}"/>
              </a:ext>
            </a:extLst>
          </p:cNvPr>
          <p:cNvCxnSpPr>
            <a:cxnSpLocks/>
            <a:stCxn id="8" idx="0"/>
            <a:endCxn id="7" idx="2"/>
          </p:cNvCxnSpPr>
          <p:nvPr/>
        </p:nvCxnSpPr>
        <p:spPr>
          <a:xfrm flipH="1" flipV="1">
            <a:off x="929842" y="1616133"/>
            <a:ext cx="198350" cy="204381"/>
          </a:xfrm>
          <a:prstGeom prst="straightConnector1">
            <a:avLst/>
          </a:prstGeom>
          <a:ln w="25400">
            <a:prstDash val="sysDot"/>
            <a:tailEnd type="triangle"/>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77113A3E-E945-4F74-A473-C97A58C4EC0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0422" y="1303937"/>
            <a:ext cx="358840" cy="312196"/>
          </a:xfrm>
          <a:prstGeom prst="rect">
            <a:avLst/>
          </a:prstGeom>
        </p:spPr>
      </p:pic>
      <p:sp>
        <p:nvSpPr>
          <p:cNvPr id="11" name="TextBox 10">
            <a:extLst>
              <a:ext uri="{FF2B5EF4-FFF2-40B4-BE49-F238E27FC236}">
                <a16:creationId xmlns:a16="http://schemas.microsoft.com/office/drawing/2014/main" id="{261E23BB-B473-4AD0-B65D-FEC1B4FE07CD}"/>
              </a:ext>
            </a:extLst>
          </p:cNvPr>
          <p:cNvSpPr txBox="1"/>
          <p:nvPr/>
        </p:nvSpPr>
        <p:spPr>
          <a:xfrm>
            <a:off x="326015" y="1296200"/>
            <a:ext cx="489236" cy="261610"/>
          </a:xfrm>
          <a:prstGeom prst="rect">
            <a:avLst/>
          </a:prstGeom>
          <a:noFill/>
        </p:spPr>
        <p:txBody>
          <a:bodyPr wrap="non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a:solidFill>
                  <a:srgbClr val="4472C4"/>
                </a:solidFill>
                <a:latin typeface="Calibri" panose="020F0502020204030204"/>
              </a:defRPr>
            </a:lvl1pPr>
          </a:lstStyle>
          <a:p>
            <a:r>
              <a:rPr lang="en-US" dirty="0"/>
              <a:t>Name </a:t>
            </a:r>
          </a:p>
          <a:p>
            <a:r>
              <a:rPr lang="en-US" dirty="0"/>
              <a:t>Resolution</a:t>
            </a:r>
          </a:p>
        </p:txBody>
      </p:sp>
      <p:pic>
        <p:nvPicPr>
          <p:cNvPr id="13" name="Graphic 12">
            <a:extLst>
              <a:ext uri="{FF2B5EF4-FFF2-40B4-BE49-F238E27FC236}">
                <a16:creationId xmlns:a16="http://schemas.microsoft.com/office/drawing/2014/main" id="{DAC3A900-C245-46D2-8DFF-6BE1371B88A6}"/>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67715" y="1819446"/>
            <a:ext cx="368547" cy="320641"/>
          </a:xfrm>
          <a:prstGeom prst="rect">
            <a:avLst/>
          </a:prstGeom>
        </p:spPr>
      </p:pic>
      <p:sp>
        <p:nvSpPr>
          <p:cNvPr id="14" name="TextBox 13">
            <a:extLst>
              <a:ext uri="{FF2B5EF4-FFF2-40B4-BE49-F238E27FC236}">
                <a16:creationId xmlns:a16="http://schemas.microsoft.com/office/drawing/2014/main" id="{B3D78834-A663-4AE8-B35D-DFAF3648E6A1}"/>
              </a:ext>
            </a:extLst>
          </p:cNvPr>
          <p:cNvSpPr txBox="1"/>
          <p:nvPr/>
        </p:nvSpPr>
        <p:spPr>
          <a:xfrm>
            <a:off x="1644946" y="1549287"/>
            <a:ext cx="800220" cy="176972"/>
          </a:xfrm>
          <a:prstGeom prst="rect">
            <a:avLst/>
          </a:prstGeom>
          <a:noFill/>
        </p:spPr>
        <p:txBody>
          <a:bodyPr wrap="non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a:solidFill>
                  <a:srgbClr val="4472C4"/>
                </a:solidFill>
                <a:latin typeface="Calibri" panose="020F0502020204030204"/>
              </a:defRPr>
            </a:lvl1pPr>
          </a:lstStyle>
          <a:p>
            <a:r>
              <a:rPr lang="en-US" b="1" dirty="0"/>
              <a:t>Application Gateway</a:t>
            </a:r>
          </a:p>
        </p:txBody>
      </p:sp>
      <p:pic>
        <p:nvPicPr>
          <p:cNvPr id="16" name="Graphic 15">
            <a:extLst>
              <a:ext uri="{FF2B5EF4-FFF2-40B4-BE49-F238E27FC236}">
                <a16:creationId xmlns:a16="http://schemas.microsoft.com/office/drawing/2014/main" id="{02D43A6B-034F-482A-8BC2-4D3EEE4B5D50}"/>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429762" y="1145957"/>
            <a:ext cx="198598" cy="172784"/>
          </a:xfrm>
          <a:prstGeom prst="rect">
            <a:avLst/>
          </a:prstGeom>
        </p:spPr>
      </p:pic>
      <p:sp>
        <p:nvSpPr>
          <p:cNvPr id="17" name="TextBox 16">
            <a:extLst>
              <a:ext uri="{FF2B5EF4-FFF2-40B4-BE49-F238E27FC236}">
                <a16:creationId xmlns:a16="http://schemas.microsoft.com/office/drawing/2014/main" id="{89FFED9E-09BE-4356-8112-AC41933B00A6}"/>
              </a:ext>
            </a:extLst>
          </p:cNvPr>
          <p:cNvSpPr txBox="1"/>
          <p:nvPr/>
        </p:nvSpPr>
        <p:spPr>
          <a:xfrm>
            <a:off x="2649386" y="1135305"/>
            <a:ext cx="811216" cy="246221"/>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r" defTabSz="304815">
              <a:defRPr sz="500">
                <a:solidFill>
                  <a:srgbClr val="4472C4"/>
                </a:solidFill>
                <a:latin typeface="Calibri" panose="020F0502020204030204"/>
              </a:defRPr>
            </a:lvl1pPr>
          </a:lstStyle>
          <a:p>
            <a:r>
              <a:rPr lang="en-US" dirty="0"/>
              <a:t>WAF</a:t>
            </a:r>
          </a:p>
          <a:p>
            <a:r>
              <a:rPr lang="en-US" dirty="0"/>
              <a:t>Firewall Configuration</a:t>
            </a:r>
          </a:p>
        </p:txBody>
      </p:sp>
      <p:pic>
        <p:nvPicPr>
          <p:cNvPr id="1026" name="Picture 2">
            <a:extLst>
              <a:ext uri="{FF2B5EF4-FFF2-40B4-BE49-F238E27FC236}">
                <a16:creationId xmlns:a16="http://schemas.microsoft.com/office/drawing/2014/main" id="{EDBDE682-F67E-47C6-8FE6-FC905EC16002}"/>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599361" y="1810866"/>
            <a:ext cx="382950" cy="339629"/>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F778B5F6-0BEC-424C-87C9-D5C7501E0AD3}"/>
              </a:ext>
            </a:extLst>
          </p:cNvPr>
          <p:cNvSpPr txBox="1"/>
          <p:nvPr/>
        </p:nvSpPr>
        <p:spPr>
          <a:xfrm>
            <a:off x="2533071" y="2115475"/>
            <a:ext cx="495649" cy="261610"/>
          </a:xfrm>
          <a:prstGeom prst="rect">
            <a:avLst/>
          </a:prstGeom>
          <a:noFill/>
        </p:spPr>
        <p:txBody>
          <a:bodyPr wrap="non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a:solidFill>
                  <a:srgbClr val="4472C4"/>
                </a:solidFill>
                <a:latin typeface="Calibri" panose="020F0502020204030204"/>
              </a:defRPr>
            </a:lvl1pPr>
          </a:lstStyle>
          <a:p>
            <a:r>
              <a:rPr lang="en-US" dirty="0"/>
              <a:t>Http/Https</a:t>
            </a:r>
          </a:p>
          <a:p>
            <a:r>
              <a:rPr lang="en-US" dirty="0"/>
              <a:t>Listener</a:t>
            </a:r>
          </a:p>
        </p:txBody>
      </p:sp>
      <p:pic>
        <p:nvPicPr>
          <p:cNvPr id="24" name="Picture 23">
            <a:extLst>
              <a:ext uri="{FF2B5EF4-FFF2-40B4-BE49-F238E27FC236}">
                <a16:creationId xmlns:a16="http://schemas.microsoft.com/office/drawing/2014/main" id="{371130DA-BF30-4DE5-A7ED-C3D8A89455AC}"/>
              </a:ext>
            </a:extLst>
          </p:cNvPr>
          <p:cNvPicPr>
            <a:picLocks noChangeAspect="1"/>
          </p:cNvPicPr>
          <p:nvPr/>
        </p:nvPicPr>
        <p:blipFill>
          <a:blip r:embed="rId11"/>
          <a:stretch>
            <a:fillRect/>
          </a:stretch>
        </p:blipFill>
        <p:spPr>
          <a:xfrm>
            <a:off x="3328986" y="1838568"/>
            <a:ext cx="359794" cy="293047"/>
          </a:xfrm>
          <a:prstGeom prst="rect">
            <a:avLst/>
          </a:prstGeom>
        </p:spPr>
      </p:pic>
      <p:sp>
        <p:nvSpPr>
          <p:cNvPr id="27" name="TextBox 26">
            <a:extLst>
              <a:ext uri="{FF2B5EF4-FFF2-40B4-BE49-F238E27FC236}">
                <a16:creationId xmlns:a16="http://schemas.microsoft.com/office/drawing/2014/main" id="{B97508EE-BD7D-4D9D-9DE2-CE87646F218C}"/>
              </a:ext>
            </a:extLst>
          </p:cNvPr>
          <p:cNvSpPr txBox="1"/>
          <p:nvPr/>
        </p:nvSpPr>
        <p:spPr>
          <a:xfrm>
            <a:off x="3362886" y="2097649"/>
            <a:ext cx="311304" cy="176972"/>
          </a:xfrm>
          <a:prstGeom prst="rect">
            <a:avLst/>
          </a:prstGeom>
          <a:noFill/>
        </p:spPr>
        <p:txBody>
          <a:bodyPr wrap="non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a:solidFill>
                  <a:srgbClr val="4472C4"/>
                </a:solidFill>
                <a:latin typeface="Calibri" panose="020F0502020204030204"/>
              </a:defRPr>
            </a:lvl1pPr>
          </a:lstStyle>
          <a:p>
            <a:r>
              <a:rPr lang="en-US" dirty="0"/>
              <a:t>Rule</a:t>
            </a:r>
          </a:p>
        </p:txBody>
      </p:sp>
      <p:cxnSp>
        <p:nvCxnSpPr>
          <p:cNvPr id="29" name="Straight Arrow Connector 28">
            <a:extLst>
              <a:ext uri="{FF2B5EF4-FFF2-40B4-BE49-F238E27FC236}">
                <a16:creationId xmlns:a16="http://schemas.microsoft.com/office/drawing/2014/main" id="{57D9651D-C83F-46B0-8CAA-18FD01FB6AD0}"/>
              </a:ext>
            </a:extLst>
          </p:cNvPr>
          <p:cNvCxnSpPr>
            <a:cxnSpLocks/>
            <a:stCxn id="8" idx="3"/>
            <a:endCxn id="13" idx="1"/>
          </p:cNvCxnSpPr>
          <p:nvPr/>
        </p:nvCxnSpPr>
        <p:spPr>
          <a:xfrm>
            <a:off x="1299440" y="1976986"/>
            <a:ext cx="568275" cy="2781"/>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8D95223-1226-4403-9D2F-942AA47D8BCA}"/>
              </a:ext>
            </a:extLst>
          </p:cNvPr>
          <p:cNvCxnSpPr>
            <a:cxnSpLocks/>
            <a:stCxn id="13" idx="3"/>
            <a:endCxn id="1026" idx="1"/>
          </p:cNvCxnSpPr>
          <p:nvPr/>
        </p:nvCxnSpPr>
        <p:spPr>
          <a:xfrm>
            <a:off x="2236262" y="1979767"/>
            <a:ext cx="363099" cy="914"/>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E4F7C8C-AB48-4285-8CD5-903710E46523}"/>
              </a:ext>
            </a:extLst>
          </p:cNvPr>
          <p:cNvCxnSpPr>
            <a:cxnSpLocks/>
            <a:stCxn id="1026" idx="3"/>
            <a:endCxn id="24" idx="1"/>
          </p:cNvCxnSpPr>
          <p:nvPr/>
        </p:nvCxnSpPr>
        <p:spPr>
          <a:xfrm>
            <a:off x="2982311" y="1980681"/>
            <a:ext cx="346675" cy="4411"/>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6414A92D-11D0-4915-850D-5E2C4334638E}"/>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30289" y="948884"/>
            <a:ext cx="172250" cy="149860"/>
          </a:xfrm>
          <a:prstGeom prst="rect">
            <a:avLst/>
          </a:prstGeom>
        </p:spPr>
      </p:pic>
      <p:sp>
        <p:nvSpPr>
          <p:cNvPr id="38" name="TextBox 37">
            <a:extLst>
              <a:ext uri="{FF2B5EF4-FFF2-40B4-BE49-F238E27FC236}">
                <a16:creationId xmlns:a16="http://schemas.microsoft.com/office/drawing/2014/main" id="{4F679EE8-58B1-4957-AB6D-032C9F62101C}"/>
              </a:ext>
            </a:extLst>
          </p:cNvPr>
          <p:cNvSpPr txBox="1"/>
          <p:nvPr/>
        </p:nvSpPr>
        <p:spPr>
          <a:xfrm>
            <a:off x="2330461" y="921918"/>
            <a:ext cx="1117593" cy="199557"/>
          </a:xfrm>
          <a:prstGeom prst="rect">
            <a:avLst/>
          </a:prstGeom>
          <a:noFill/>
        </p:spPr>
        <p:txBody>
          <a:bodyPr wrap="square" rtlCol="0">
            <a:spAutoFit/>
          </a:bodyPr>
          <a:lstStyle/>
          <a:p>
            <a:pPr algn="r" defTabSz="304815"/>
            <a:r>
              <a:rPr lang="en-US" sz="500" dirty="0">
                <a:solidFill>
                  <a:srgbClr val="4472C4"/>
                </a:solidFill>
                <a:latin typeface="Calibri" panose="020F0502020204030204"/>
              </a:rPr>
              <a:t>Front End IP configuration</a:t>
            </a:r>
          </a:p>
          <a:p>
            <a:pPr algn="r" defTabSz="304815"/>
            <a:r>
              <a:rPr lang="en-US" sz="500" dirty="0">
                <a:solidFill>
                  <a:srgbClr val="4472C4"/>
                </a:solidFill>
                <a:latin typeface="Calibri" panose="020F0502020204030204"/>
              </a:rPr>
              <a:t>and Front End port</a:t>
            </a:r>
          </a:p>
        </p:txBody>
      </p:sp>
      <p:pic>
        <p:nvPicPr>
          <p:cNvPr id="18" name="Picture 17" descr="A close up of a sign&#10;&#10;Description automatically generated">
            <a:extLst>
              <a:ext uri="{FF2B5EF4-FFF2-40B4-BE49-F238E27FC236}">
                <a16:creationId xmlns:a16="http://schemas.microsoft.com/office/drawing/2014/main" id="{01ADD814-CF7F-4BF0-9165-311234EB55BB}"/>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406799" y="1378615"/>
            <a:ext cx="225675" cy="196341"/>
          </a:xfrm>
          <a:prstGeom prst="rect">
            <a:avLst/>
          </a:prstGeom>
        </p:spPr>
      </p:pic>
      <p:sp>
        <p:nvSpPr>
          <p:cNvPr id="40" name="TextBox 39">
            <a:extLst>
              <a:ext uri="{FF2B5EF4-FFF2-40B4-BE49-F238E27FC236}">
                <a16:creationId xmlns:a16="http://schemas.microsoft.com/office/drawing/2014/main" id="{30E3E030-BC4F-444F-B5FF-7F502A210423}"/>
              </a:ext>
            </a:extLst>
          </p:cNvPr>
          <p:cNvSpPr txBox="1"/>
          <p:nvPr/>
        </p:nvSpPr>
        <p:spPr>
          <a:xfrm>
            <a:off x="2733156" y="1365113"/>
            <a:ext cx="716317" cy="246221"/>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r" defTabSz="304815">
              <a:defRPr sz="500">
                <a:solidFill>
                  <a:srgbClr val="4472C4"/>
                </a:solidFill>
                <a:latin typeface="Calibri" panose="020F0502020204030204"/>
              </a:defRPr>
            </a:lvl1pPr>
          </a:lstStyle>
          <a:p>
            <a:r>
              <a:rPr lang="en-US" dirty="0"/>
              <a:t>HTTP Setting</a:t>
            </a:r>
          </a:p>
          <a:p>
            <a:r>
              <a:rPr lang="en-US" dirty="0"/>
              <a:t>Http/Https Setting</a:t>
            </a:r>
          </a:p>
        </p:txBody>
      </p:sp>
      <p:cxnSp>
        <p:nvCxnSpPr>
          <p:cNvPr id="42" name="Straight Arrow Connector 41">
            <a:extLst>
              <a:ext uri="{FF2B5EF4-FFF2-40B4-BE49-F238E27FC236}">
                <a16:creationId xmlns:a16="http://schemas.microsoft.com/office/drawing/2014/main" id="{7694F83E-87DF-4FBD-99ED-F0275C19DB3C}"/>
              </a:ext>
            </a:extLst>
          </p:cNvPr>
          <p:cNvCxnSpPr>
            <a:cxnSpLocks/>
            <a:stCxn id="24" idx="0"/>
            <a:endCxn id="18" idx="2"/>
          </p:cNvCxnSpPr>
          <p:nvPr/>
        </p:nvCxnSpPr>
        <p:spPr>
          <a:xfrm flipV="1">
            <a:off x="3508883" y="1574956"/>
            <a:ext cx="10754" cy="26361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2E38DD4F-EC5C-4AC5-9EB9-29A5DFE736FC}"/>
              </a:ext>
            </a:extLst>
          </p:cNvPr>
          <p:cNvSpPr/>
          <p:nvPr/>
        </p:nvSpPr>
        <p:spPr>
          <a:xfrm>
            <a:off x="1425924" y="1638566"/>
            <a:ext cx="1203170" cy="176972"/>
          </a:xfrm>
          <a:prstGeom prst="rect">
            <a:avLst/>
          </a:prstGeom>
          <a:noFill/>
        </p:spPr>
        <p:txBody>
          <a:bodyPr wrap="square" rtlCol="0">
            <a:spAutoFit/>
          </a:bodyPr>
          <a:lstStyle/>
          <a:p>
            <a:pPr algn="ctr" defTabSz="228611"/>
            <a:r>
              <a:rPr lang="en-US" sz="550" b="1" i="1" dirty="0">
                <a:solidFill>
                  <a:prstClr val="black"/>
                </a:solidFill>
                <a:latin typeface="Calibri" panose="020F0502020204030204"/>
              </a:rPr>
              <a:t>Web Application Firewall</a:t>
            </a:r>
          </a:p>
        </p:txBody>
      </p:sp>
      <p:cxnSp>
        <p:nvCxnSpPr>
          <p:cNvPr id="78" name="Connector: Curved 77">
            <a:extLst>
              <a:ext uri="{FF2B5EF4-FFF2-40B4-BE49-F238E27FC236}">
                <a16:creationId xmlns:a16="http://schemas.microsoft.com/office/drawing/2014/main" id="{B4EF1E66-682C-4D6F-B5F4-AD907011BE81}"/>
              </a:ext>
            </a:extLst>
          </p:cNvPr>
          <p:cNvCxnSpPr>
            <a:cxnSpLocks/>
            <a:stCxn id="24" idx="3"/>
            <a:endCxn id="65" idx="1"/>
          </p:cNvCxnSpPr>
          <p:nvPr/>
        </p:nvCxnSpPr>
        <p:spPr>
          <a:xfrm flipV="1">
            <a:off x="3688780" y="1983505"/>
            <a:ext cx="1458914" cy="1587"/>
          </a:xfrm>
          <a:prstGeom prst="curvedConnector3">
            <a:avLst>
              <a:gd name="adj1" fmla="val 50000"/>
            </a:avLst>
          </a:prstGeom>
          <a:noFill/>
          <a:ln w="9525"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83" name="Rectangle 82">
            <a:extLst>
              <a:ext uri="{FF2B5EF4-FFF2-40B4-BE49-F238E27FC236}">
                <a16:creationId xmlns:a16="http://schemas.microsoft.com/office/drawing/2014/main" id="{67EA1D85-8309-4EA9-BEE1-EE9C846F6288}"/>
              </a:ext>
            </a:extLst>
          </p:cNvPr>
          <p:cNvSpPr/>
          <p:nvPr/>
        </p:nvSpPr>
        <p:spPr>
          <a:xfrm>
            <a:off x="1574388" y="898013"/>
            <a:ext cx="2263137" cy="1516575"/>
          </a:xfrm>
          <a:prstGeom prst="rect">
            <a:avLst/>
          </a:prstGeom>
          <a:noFill/>
          <a:ln w="1270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a:solidFill>
                <a:prstClr val="white"/>
              </a:solidFill>
              <a:latin typeface="Calibri" panose="020F0502020204030204"/>
            </a:endParaRPr>
          </a:p>
        </p:txBody>
      </p:sp>
      <p:pic>
        <p:nvPicPr>
          <p:cNvPr id="84" name="Graphic 83">
            <a:extLst>
              <a:ext uri="{FF2B5EF4-FFF2-40B4-BE49-F238E27FC236}">
                <a16:creationId xmlns:a16="http://schemas.microsoft.com/office/drawing/2014/main" id="{BAA2AEBD-47BC-4BCB-8362-A5C7204A80E3}"/>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417867" y="762383"/>
            <a:ext cx="287624" cy="250237"/>
          </a:xfrm>
          <a:prstGeom prst="rect">
            <a:avLst/>
          </a:prstGeom>
        </p:spPr>
      </p:pic>
      <p:sp>
        <p:nvSpPr>
          <p:cNvPr id="85" name="Rectangle 84">
            <a:extLst>
              <a:ext uri="{FF2B5EF4-FFF2-40B4-BE49-F238E27FC236}">
                <a16:creationId xmlns:a16="http://schemas.microsoft.com/office/drawing/2014/main" id="{0EF89610-271D-416F-8E4E-4FFE5FBCC77C}"/>
              </a:ext>
            </a:extLst>
          </p:cNvPr>
          <p:cNvSpPr/>
          <p:nvPr/>
        </p:nvSpPr>
        <p:spPr>
          <a:xfrm rot="16200000">
            <a:off x="1221490" y="1610255"/>
            <a:ext cx="569308" cy="164861"/>
          </a:xfrm>
          <a:prstGeom prst="rect">
            <a:avLst/>
          </a:prstGeom>
          <a:noFill/>
        </p:spPr>
        <p:txBody>
          <a:bodyPr wrap="none" rtlCol="0">
            <a:spAutoFit/>
          </a:bodyPr>
          <a:lstStyle/>
          <a:p>
            <a:pPr algn="ctr" defTabSz="228611"/>
            <a:r>
              <a:rPr lang="en-US" sz="550" b="1" dirty="0">
                <a:solidFill>
                  <a:prstClr val="black"/>
                </a:solidFill>
                <a:latin typeface="Calibri" panose="020F0502020204030204"/>
              </a:rPr>
              <a:t>Frontend Routing</a:t>
            </a:r>
          </a:p>
        </p:txBody>
      </p:sp>
      <p:sp>
        <p:nvSpPr>
          <p:cNvPr id="120" name="Rectangle 119">
            <a:extLst>
              <a:ext uri="{FF2B5EF4-FFF2-40B4-BE49-F238E27FC236}">
                <a16:creationId xmlns:a16="http://schemas.microsoft.com/office/drawing/2014/main" id="{26727014-0A90-4646-A4BA-0F81FE8B855A}"/>
              </a:ext>
            </a:extLst>
          </p:cNvPr>
          <p:cNvSpPr/>
          <p:nvPr/>
        </p:nvSpPr>
        <p:spPr>
          <a:xfrm>
            <a:off x="1596937" y="2836074"/>
            <a:ext cx="4181706" cy="1328018"/>
          </a:xfrm>
          <a:prstGeom prst="rect">
            <a:avLst/>
          </a:prstGeom>
          <a:noFill/>
          <a:ln w="952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a:solidFill>
                <a:prstClr val="white"/>
              </a:solidFill>
              <a:latin typeface="Calibri" panose="020F0502020204030204"/>
            </a:endParaRPr>
          </a:p>
        </p:txBody>
      </p:sp>
      <p:pic>
        <p:nvPicPr>
          <p:cNvPr id="122" name="Picture 121" descr="A picture containing drawing&#10;&#10;Description automatically generated">
            <a:extLst>
              <a:ext uri="{FF2B5EF4-FFF2-40B4-BE49-F238E27FC236}">
                <a16:creationId xmlns:a16="http://schemas.microsoft.com/office/drawing/2014/main" id="{8C1FEF7A-4711-43BF-B6D0-DE5250A9735E}"/>
              </a:ext>
            </a:extLst>
          </p:cNvPr>
          <p:cNvPicPr>
            <a:picLocks noChangeAspect="1"/>
          </p:cNvPicPr>
          <p:nvPr/>
        </p:nvPicPr>
        <p:blipFill>
          <a:blip r:embed="rId1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316707" y="3710070"/>
            <a:ext cx="262994" cy="228809"/>
          </a:xfrm>
          <a:prstGeom prst="rect">
            <a:avLst/>
          </a:prstGeom>
        </p:spPr>
      </p:pic>
      <p:cxnSp>
        <p:nvCxnSpPr>
          <p:cNvPr id="125" name="Straight Arrow Connector 124">
            <a:extLst>
              <a:ext uri="{FF2B5EF4-FFF2-40B4-BE49-F238E27FC236}">
                <a16:creationId xmlns:a16="http://schemas.microsoft.com/office/drawing/2014/main" id="{DC7849F6-1129-4526-8513-5D95FBE4D668}"/>
              </a:ext>
            </a:extLst>
          </p:cNvPr>
          <p:cNvCxnSpPr>
            <a:cxnSpLocks/>
            <a:stCxn id="131" idx="1"/>
            <a:endCxn id="1042" idx="3"/>
          </p:cNvCxnSpPr>
          <p:nvPr/>
        </p:nvCxnSpPr>
        <p:spPr>
          <a:xfrm flipH="1">
            <a:off x="4600450" y="3320376"/>
            <a:ext cx="621303" cy="695"/>
          </a:xfrm>
          <a:prstGeom prst="straightConnector1">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22AA8828-C44B-4691-AA30-2697F6FEB884}"/>
              </a:ext>
            </a:extLst>
          </p:cNvPr>
          <p:cNvSpPr txBox="1"/>
          <p:nvPr/>
        </p:nvSpPr>
        <p:spPr>
          <a:xfrm>
            <a:off x="5067640" y="3465127"/>
            <a:ext cx="681598" cy="276999"/>
          </a:xfrm>
          <a:prstGeom prst="rect">
            <a:avLst/>
          </a:prstGeom>
          <a:noFill/>
        </p:spPr>
        <p:txBody>
          <a:bodyPr wrap="none" rtlCol="0">
            <a:spAutoFit/>
          </a:bodyPr>
          <a:lstStyle/>
          <a:p>
            <a:pPr algn="ctr" defTabSz="228611"/>
            <a:r>
              <a:rPr lang="en-US" sz="600" b="1" dirty="0">
                <a:solidFill>
                  <a:srgbClr val="FF0000"/>
                </a:solidFill>
                <a:latin typeface="Calibri" panose="020F0502020204030204"/>
              </a:rPr>
              <a:t>Initial Load and</a:t>
            </a:r>
          </a:p>
          <a:p>
            <a:pPr algn="ctr" defTabSz="228611"/>
            <a:r>
              <a:rPr lang="en-US" sz="600" b="1" dirty="0">
                <a:solidFill>
                  <a:srgbClr val="FF0000"/>
                </a:solidFill>
                <a:latin typeface="Calibri" panose="020F0502020204030204"/>
              </a:rPr>
              <a:t>Delta</a:t>
            </a:r>
          </a:p>
        </p:txBody>
      </p:sp>
      <p:pic>
        <p:nvPicPr>
          <p:cNvPr id="131" name="Graphic 130">
            <a:extLst>
              <a:ext uri="{FF2B5EF4-FFF2-40B4-BE49-F238E27FC236}">
                <a16:creationId xmlns:a16="http://schemas.microsoft.com/office/drawing/2014/main" id="{13A85DAA-2E94-41E0-B68F-A51C69E050F2}"/>
              </a:ext>
            </a:extLst>
          </p:cNvPr>
          <p:cNvPicPr>
            <a:picLocks noChangeAspect="1"/>
          </p:cNvPicPr>
          <p:nvPr/>
        </p:nvPicPr>
        <p:blipFill>
          <a:blip r:embed="rId18" cstate="print">
            <a:duotone>
              <a:prstClr val="black"/>
              <a:schemeClr val="accent1">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221752" y="3149672"/>
            <a:ext cx="392417" cy="341409"/>
          </a:xfrm>
          <a:prstGeom prst="rect">
            <a:avLst/>
          </a:prstGeom>
        </p:spPr>
      </p:pic>
      <p:pic>
        <p:nvPicPr>
          <p:cNvPr id="1037" name="Picture 10">
            <a:extLst>
              <a:ext uri="{FF2B5EF4-FFF2-40B4-BE49-F238E27FC236}">
                <a16:creationId xmlns:a16="http://schemas.microsoft.com/office/drawing/2014/main" id="{DE53BB68-F6F7-4512-9288-830DAA5802E9}"/>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903385" y="3269582"/>
            <a:ext cx="278149" cy="24199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2" descr="Elasticsearch Logo">
            <a:extLst>
              <a:ext uri="{FF2B5EF4-FFF2-40B4-BE49-F238E27FC236}">
                <a16:creationId xmlns:a16="http://schemas.microsoft.com/office/drawing/2014/main" id="{C8993067-A310-496E-A85D-C969B9842405}"/>
              </a:ext>
            </a:extLst>
          </p:cNvPr>
          <p:cNvPicPr>
            <a:picLocks noChangeAspect="1" noChangeArrowheads="1"/>
          </p:cNvPicPr>
          <p:nvPr/>
        </p:nvPicPr>
        <p:blipFill rotWithShape="1">
          <a:blip r:embed="rId21" cstate="print">
            <a:extLst>
              <a:ext uri="{28A0092B-C50C-407E-A947-70E740481C1C}">
                <a14:useLocalDpi xmlns:a14="http://schemas.microsoft.com/office/drawing/2010/main" val="0"/>
              </a:ext>
            </a:extLst>
          </a:blip>
          <a:srcRect l="10138" t="9098" r="9765" b="8995"/>
          <a:stretch/>
        </p:blipFill>
        <p:spPr bwMode="auto">
          <a:xfrm>
            <a:off x="2958881" y="3103577"/>
            <a:ext cx="301804" cy="294034"/>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1042" name="Picture 16">
            <a:extLst>
              <a:ext uri="{FF2B5EF4-FFF2-40B4-BE49-F238E27FC236}">
                <a16:creationId xmlns:a16="http://schemas.microsoft.com/office/drawing/2014/main" id="{0F3F2052-9297-412C-8832-1EB6888D58E9}"/>
              </a:ext>
            </a:extLst>
          </p:cNvPr>
          <p:cNvPicPr>
            <a:picLocks noChangeAspect="1" noChangeArrowheads="1"/>
          </p:cNvPicPr>
          <p:nvPr/>
        </p:nvPicPr>
        <p:blipFill rotWithShape="1">
          <a:blip r:embed="rId22" cstate="print">
            <a:extLst>
              <a:ext uri="{28A0092B-C50C-407E-A947-70E740481C1C}">
                <a14:useLocalDpi xmlns:a14="http://schemas.microsoft.com/office/drawing/2010/main" val="0"/>
              </a:ext>
            </a:extLst>
          </a:blip>
          <a:srcRect l="21930" t="16565" r="21683" b="16391"/>
          <a:stretch/>
        </p:blipFill>
        <p:spPr bwMode="auto">
          <a:xfrm>
            <a:off x="4298645" y="3172914"/>
            <a:ext cx="301804" cy="296313"/>
          </a:xfrm>
          <a:prstGeom prst="rect">
            <a:avLst/>
          </a:prstGeom>
          <a:noFill/>
          <a:extLst>
            <a:ext uri="{909E8E84-426E-40DD-AFC4-6F175D3DCCD1}">
              <a14:hiddenFill xmlns:a14="http://schemas.microsoft.com/office/drawing/2010/main">
                <a:solidFill>
                  <a:srgbClr val="FFFFFF"/>
                </a:solidFill>
              </a14:hiddenFill>
            </a:ext>
          </a:extLst>
        </p:spPr>
      </p:pic>
      <p:sp>
        <p:nvSpPr>
          <p:cNvPr id="52" name="Rectangle 51">
            <a:extLst>
              <a:ext uri="{FF2B5EF4-FFF2-40B4-BE49-F238E27FC236}">
                <a16:creationId xmlns:a16="http://schemas.microsoft.com/office/drawing/2014/main" id="{0FE80143-5512-453A-8EDC-3F899DEDA0E8}"/>
              </a:ext>
            </a:extLst>
          </p:cNvPr>
          <p:cNvSpPr/>
          <p:nvPr/>
        </p:nvSpPr>
        <p:spPr>
          <a:xfrm>
            <a:off x="4873042" y="1019768"/>
            <a:ext cx="905199" cy="1294893"/>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a:solidFill>
                <a:prstClr val="white"/>
              </a:solidFill>
              <a:latin typeface="Calibri" panose="020F0502020204030204"/>
            </a:endParaRPr>
          </a:p>
        </p:txBody>
      </p:sp>
      <p:grpSp>
        <p:nvGrpSpPr>
          <p:cNvPr id="53" name="Group 52">
            <a:extLst>
              <a:ext uri="{FF2B5EF4-FFF2-40B4-BE49-F238E27FC236}">
                <a16:creationId xmlns:a16="http://schemas.microsoft.com/office/drawing/2014/main" id="{EA607D43-F2A8-4091-809D-DB5D165BBDB2}"/>
              </a:ext>
            </a:extLst>
          </p:cNvPr>
          <p:cNvGrpSpPr/>
          <p:nvPr/>
        </p:nvGrpSpPr>
        <p:grpSpPr>
          <a:xfrm>
            <a:off x="5083788" y="1015715"/>
            <a:ext cx="537888" cy="502688"/>
            <a:chOff x="5986945" y="2529774"/>
            <a:chExt cx="1154803" cy="1240471"/>
          </a:xfrm>
        </p:grpSpPr>
        <p:pic>
          <p:nvPicPr>
            <p:cNvPr id="54" name="Graphic 53">
              <a:extLst>
                <a:ext uri="{FF2B5EF4-FFF2-40B4-BE49-F238E27FC236}">
                  <a16:creationId xmlns:a16="http://schemas.microsoft.com/office/drawing/2014/main" id="{E76FAE1D-5EB4-443A-B50D-D1460B0A1A16}"/>
                </a:ext>
              </a:extLst>
            </p:cNvPr>
            <p:cNvPicPr>
              <a:picLocks noChangeAspect="1"/>
            </p:cNvPicPr>
            <p:nvPr/>
          </p:nvPicPr>
          <p:blipFill>
            <a:blip r:embed="rId23" cstate="print">
              <a:duotone>
                <a:prstClr val="black"/>
                <a:schemeClr val="accent1">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124112" y="3009465"/>
              <a:ext cx="760779" cy="760780"/>
            </a:xfrm>
            <a:prstGeom prst="rect">
              <a:avLst/>
            </a:prstGeom>
          </p:spPr>
        </p:pic>
        <p:sp>
          <p:nvSpPr>
            <p:cNvPr id="55" name="TextBox 54">
              <a:extLst>
                <a:ext uri="{FF2B5EF4-FFF2-40B4-BE49-F238E27FC236}">
                  <a16:creationId xmlns:a16="http://schemas.microsoft.com/office/drawing/2014/main" id="{DF2E0196-AB63-42AC-BABB-52B65A5D95CF}"/>
                </a:ext>
              </a:extLst>
            </p:cNvPr>
            <p:cNvSpPr txBox="1"/>
            <p:nvPr/>
          </p:nvSpPr>
          <p:spPr>
            <a:xfrm>
              <a:off x="5986945" y="2529774"/>
              <a:ext cx="1154803" cy="369332"/>
            </a:xfrm>
            <a:prstGeom prst="rect">
              <a:avLst/>
            </a:prstGeom>
            <a:noFill/>
          </p:spPr>
          <p:txBody>
            <a:bodyPr wrap="none" rtlCol="0">
              <a:spAutoFit/>
            </a:bodyPr>
            <a:lstStyle/>
            <a:p>
              <a:pPr defTabSz="228611"/>
              <a:r>
                <a:rPr lang="en-US" sz="600" b="1" dirty="0">
                  <a:solidFill>
                    <a:srgbClr val="4472C4"/>
                  </a:solidFill>
                  <a:latin typeface="Calibri" panose="020F0502020204030204"/>
                </a:rPr>
                <a:t>Spec Viewer</a:t>
              </a:r>
            </a:p>
          </p:txBody>
        </p:sp>
        <p:sp>
          <p:nvSpPr>
            <p:cNvPr id="56" name="TextBox 55">
              <a:extLst>
                <a:ext uri="{FF2B5EF4-FFF2-40B4-BE49-F238E27FC236}">
                  <a16:creationId xmlns:a16="http://schemas.microsoft.com/office/drawing/2014/main" id="{FBF366A7-52F9-48BD-93EE-F03E562E4CDC}"/>
                </a:ext>
              </a:extLst>
            </p:cNvPr>
            <p:cNvSpPr txBox="1"/>
            <p:nvPr/>
          </p:nvSpPr>
          <p:spPr>
            <a:xfrm>
              <a:off x="6124112" y="2699565"/>
              <a:ext cx="898323" cy="353944"/>
            </a:xfrm>
            <a:prstGeom prst="rect">
              <a:avLst/>
            </a:prstGeom>
            <a:noFill/>
          </p:spPr>
          <p:txBody>
            <a:bodyPr wrap="none" rtlCol="0">
              <a:spAutoFit/>
            </a:bodyPr>
            <a:lstStyle/>
            <a:p>
              <a:pPr algn="ctr" defTabSz="228611"/>
              <a:r>
                <a:rPr lang="en-US" sz="550" dirty="0">
                  <a:solidFill>
                    <a:srgbClr val="4472C4"/>
                  </a:solidFill>
                  <a:latin typeface="Calibri" panose="020F0502020204030204"/>
                </a:rPr>
                <a:t>Web App</a:t>
              </a:r>
            </a:p>
          </p:txBody>
        </p:sp>
      </p:grpSp>
      <p:sp>
        <p:nvSpPr>
          <p:cNvPr id="57" name="TextBox 56">
            <a:extLst>
              <a:ext uri="{FF2B5EF4-FFF2-40B4-BE49-F238E27FC236}">
                <a16:creationId xmlns:a16="http://schemas.microsoft.com/office/drawing/2014/main" id="{F5D6B6F6-18F5-48EA-9029-55A6AB69C9BC}"/>
              </a:ext>
            </a:extLst>
          </p:cNvPr>
          <p:cNvSpPr txBox="1"/>
          <p:nvPr/>
        </p:nvSpPr>
        <p:spPr>
          <a:xfrm>
            <a:off x="5050323" y="852854"/>
            <a:ext cx="628980" cy="143432"/>
          </a:xfrm>
          <a:prstGeom prst="rect">
            <a:avLst/>
          </a:prstGeom>
          <a:noFill/>
        </p:spPr>
        <p:txBody>
          <a:bodyPr wrap="none" rtlCol="0">
            <a:spAutoFit/>
          </a:bodyPr>
          <a:lstStyle/>
          <a:p>
            <a:pPr algn="ctr" defTabSz="228611"/>
            <a:r>
              <a:rPr lang="en-US" sz="550" b="1" dirty="0">
                <a:solidFill>
                  <a:prstClr val="black"/>
                </a:solidFill>
                <a:latin typeface="Calibri" panose="020F0502020204030204"/>
              </a:rPr>
              <a:t>App Service Plan</a:t>
            </a:r>
          </a:p>
        </p:txBody>
      </p:sp>
      <p:cxnSp>
        <p:nvCxnSpPr>
          <p:cNvPr id="58" name="Straight Arrow Connector 57">
            <a:extLst>
              <a:ext uri="{FF2B5EF4-FFF2-40B4-BE49-F238E27FC236}">
                <a16:creationId xmlns:a16="http://schemas.microsoft.com/office/drawing/2014/main" id="{8BBE473A-5EBF-4CE6-921F-95A66C3F5820}"/>
              </a:ext>
            </a:extLst>
          </p:cNvPr>
          <p:cNvCxnSpPr>
            <a:cxnSpLocks/>
            <a:stCxn id="54" idx="2"/>
            <a:endCxn id="65" idx="0"/>
          </p:cNvCxnSpPr>
          <p:nvPr/>
        </p:nvCxnSpPr>
        <p:spPr>
          <a:xfrm>
            <a:off x="5324858" y="1518401"/>
            <a:ext cx="1" cy="310956"/>
          </a:xfrm>
          <a:prstGeom prst="straightConnector1">
            <a:avLst/>
          </a:prstGeom>
          <a:ln w="12700">
            <a:prstDash val="sysDot"/>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E6A7B354-9345-41EE-A74A-EF1DBABCACEB}"/>
              </a:ext>
            </a:extLst>
          </p:cNvPr>
          <p:cNvGrpSpPr/>
          <p:nvPr/>
        </p:nvGrpSpPr>
        <p:grpSpPr>
          <a:xfrm>
            <a:off x="5052599" y="1829356"/>
            <a:ext cx="524452" cy="491654"/>
            <a:chOff x="5919952" y="2785281"/>
            <a:chExt cx="1125949" cy="1213247"/>
          </a:xfrm>
        </p:grpSpPr>
        <p:pic>
          <p:nvPicPr>
            <p:cNvPr id="65" name="Graphic 64">
              <a:extLst>
                <a:ext uri="{FF2B5EF4-FFF2-40B4-BE49-F238E27FC236}">
                  <a16:creationId xmlns:a16="http://schemas.microsoft.com/office/drawing/2014/main" id="{ACED7BD0-E386-4FE4-8EA4-9704E94DD883}"/>
                </a:ext>
              </a:extLst>
            </p:cNvPr>
            <p:cNvPicPr>
              <a:picLocks noChangeAspect="1"/>
            </p:cNvPicPr>
            <p:nvPr/>
          </p:nvPicPr>
          <p:blipFill>
            <a:blip r:embed="rId23" cstate="print">
              <a:duotone>
                <a:prstClr val="black"/>
                <a:schemeClr val="accent1">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124113" y="2785281"/>
              <a:ext cx="760781" cy="760780"/>
            </a:xfrm>
            <a:prstGeom prst="rect">
              <a:avLst/>
            </a:prstGeom>
          </p:spPr>
        </p:pic>
        <p:sp>
          <p:nvSpPr>
            <p:cNvPr id="66" name="TextBox 65">
              <a:extLst>
                <a:ext uri="{FF2B5EF4-FFF2-40B4-BE49-F238E27FC236}">
                  <a16:creationId xmlns:a16="http://schemas.microsoft.com/office/drawing/2014/main" id="{29CC1B02-576A-471E-9300-B0D6E76307D4}"/>
                </a:ext>
              </a:extLst>
            </p:cNvPr>
            <p:cNvSpPr txBox="1"/>
            <p:nvPr/>
          </p:nvSpPr>
          <p:spPr>
            <a:xfrm>
              <a:off x="5919952" y="3447343"/>
              <a:ext cx="1125949" cy="369331"/>
            </a:xfrm>
            <a:prstGeom prst="rect">
              <a:avLst/>
            </a:prstGeom>
            <a:noFill/>
          </p:spPr>
          <p:txBody>
            <a:bodyPr wrap="none" rtlCol="0">
              <a:spAutoFit/>
            </a:bodyPr>
            <a:lstStyle/>
            <a:p>
              <a:pPr defTabSz="228611"/>
              <a:r>
                <a:rPr lang="en-US" sz="600" b="1" dirty="0">
                  <a:solidFill>
                    <a:srgbClr val="4472C4"/>
                  </a:solidFill>
                  <a:latin typeface="Calibri" panose="020F0502020204030204"/>
                </a:rPr>
                <a:t>Integration </a:t>
              </a:r>
            </a:p>
          </p:txBody>
        </p:sp>
        <p:sp>
          <p:nvSpPr>
            <p:cNvPr id="67" name="TextBox 66">
              <a:extLst>
                <a:ext uri="{FF2B5EF4-FFF2-40B4-BE49-F238E27FC236}">
                  <a16:creationId xmlns:a16="http://schemas.microsoft.com/office/drawing/2014/main" id="{7F452C0A-4498-441F-9F09-B719EBEDCC71}"/>
                </a:ext>
              </a:extLst>
            </p:cNvPr>
            <p:cNvSpPr txBox="1"/>
            <p:nvPr/>
          </p:nvSpPr>
          <p:spPr>
            <a:xfrm>
              <a:off x="5988700" y="3644583"/>
              <a:ext cx="952825" cy="353945"/>
            </a:xfrm>
            <a:prstGeom prst="rect">
              <a:avLst/>
            </a:prstGeom>
            <a:noFill/>
          </p:spPr>
          <p:txBody>
            <a:bodyPr wrap="none" rtlCol="0">
              <a:spAutoFit/>
            </a:bodyPr>
            <a:lstStyle/>
            <a:p>
              <a:pPr algn="ctr" defTabSz="228611"/>
              <a:r>
                <a:rPr lang="en-US" sz="550" dirty="0">
                  <a:solidFill>
                    <a:srgbClr val="4472C4"/>
                  </a:solidFill>
                  <a:latin typeface="Calibri" panose="020F0502020204030204"/>
                </a:rPr>
                <a:t>Web Apps</a:t>
              </a:r>
            </a:p>
          </p:txBody>
        </p:sp>
      </p:grpSp>
      <p:pic>
        <p:nvPicPr>
          <p:cNvPr id="60" name="Graphic 59">
            <a:extLst>
              <a:ext uri="{FF2B5EF4-FFF2-40B4-BE49-F238E27FC236}">
                <a16:creationId xmlns:a16="http://schemas.microsoft.com/office/drawing/2014/main" id="{D28F91A2-853F-4844-A0BC-D33E792DBE2B}"/>
              </a:ext>
            </a:extLst>
          </p:cNvPr>
          <p:cNvPicPr>
            <a:picLocks noChangeAspect="1"/>
          </p:cNvPicPr>
          <p:nvPr/>
        </p:nvPicPr>
        <p:blipFill>
          <a:blip r:embed="rId25" cstate="print">
            <a:duotone>
              <a:schemeClr val="bg2">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868709" y="2364723"/>
            <a:ext cx="259386" cy="225670"/>
          </a:xfrm>
          <a:prstGeom prst="rect">
            <a:avLst/>
          </a:prstGeom>
        </p:spPr>
      </p:pic>
      <p:sp>
        <p:nvSpPr>
          <p:cNvPr id="75" name="Rectangle 74">
            <a:extLst>
              <a:ext uri="{FF2B5EF4-FFF2-40B4-BE49-F238E27FC236}">
                <a16:creationId xmlns:a16="http://schemas.microsoft.com/office/drawing/2014/main" id="{320DE1FF-E9BF-4D19-BDB1-E3395DBFFF04}"/>
              </a:ext>
            </a:extLst>
          </p:cNvPr>
          <p:cNvSpPr/>
          <p:nvPr/>
        </p:nvSpPr>
        <p:spPr>
          <a:xfrm>
            <a:off x="4810970" y="867222"/>
            <a:ext cx="1042245" cy="1821917"/>
          </a:xfrm>
          <a:prstGeom prst="rect">
            <a:avLst/>
          </a:prstGeom>
          <a:noFill/>
          <a:ln w="1270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a:solidFill>
                <a:prstClr val="white"/>
              </a:solidFill>
              <a:latin typeface="Calibri" panose="020F0502020204030204"/>
            </a:endParaRPr>
          </a:p>
        </p:txBody>
      </p:sp>
      <p:pic>
        <p:nvPicPr>
          <p:cNvPr id="50" name="Graphic 49">
            <a:extLst>
              <a:ext uri="{FF2B5EF4-FFF2-40B4-BE49-F238E27FC236}">
                <a16:creationId xmlns:a16="http://schemas.microsoft.com/office/drawing/2014/main" id="{4A32CFF3-36F8-497B-A30D-D32C281E3C5A}"/>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648195" y="732925"/>
            <a:ext cx="287624" cy="250237"/>
          </a:xfrm>
          <a:prstGeom prst="rect">
            <a:avLst/>
          </a:prstGeom>
        </p:spPr>
      </p:pic>
      <p:sp>
        <p:nvSpPr>
          <p:cNvPr id="1064" name="Rectangle 1063">
            <a:extLst>
              <a:ext uri="{FF2B5EF4-FFF2-40B4-BE49-F238E27FC236}">
                <a16:creationId xmlns:a16="http://schemas.microsoft.com/office/drawing/2014/main" id="{38B3768B-6BFA-40A9-AED7-92B2C193D0EB}"/>
              </a:ext>
            </a:extLst>
          </p:cNvPr>
          <p:cNvSpPr/>
          <p:nvPr/>
        </p:nvSpPr>
        <p:spPr>
          <a:xfrm>
            <a:off x="5009681" y="2326065"/>
            <a:ext cx="839458" cy="280627"/>
          </a:xfrm>
          <a:prstGeom prst="rect">
            <a:avLst/>
          </a:prstGeom>
          <a:noFill/>
        </p:spPr>
        <p:txBody>
          <a:bodyPr wrap="square" rtlCol="0">
            <a:spAutoFit/>
          </a:bodyPr>
          <a:lstStyle/>
          <a:p>
            <a:pPr algn="ctr" defTabSz="228611"/>
            <a:r>
              <a:rPr lang="en-US" sz="550" b="1" i="1" dirty="0">
                <a:solidFill>
                  <a:prstClr val="black"/>
                </a:solidFill>
                <a:latin typeface="Calibri" panose="020F0502020204030204"/>
              </a:rPr>
              <a:t>Standard Tier; 5 S3 (4 Core(s), 7 GB RAM, 50 GB Storage)</a:t>
            </a:r>
          </a:p>
        </p:txBody>
      </p:sp>
      <p:sp>
        <p:nvSpPr>
          <p:cNvPr id="141" name="TextBox 140">
            <a:extLst>
              <a:ext uri="{FF2B5EF4-FFF2-40B4-BE49-F238E27FC236}">
                <a16:creationId xmlns:a16="http://schemas.microsoft.com/office/drawing/2014/main" id="{2C73DB59-88D7-4F5E-9AE0-4A6CD26B2568}"/>
              </a:ext>
            </a:extLst>
          </p:cNvPr>
          <p:cNvSpPr txBox="1"/>
          <p:nvPr/>
        </p:nvSpPr>
        <p:spPr>
          <a:xfrm>
            <a:off x="4503662" y="1227951"/>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sp>
        <p:nvSpPr>
          <p:cNvPr id="206" name="TextBox 205">
            <a:extLst>
              <a:ext uri="{FF2B5EF4-FFF2-40B4-BE49-F238E27FC236}">
                <a16:creationId xmlns:a16="http://schemas.microsoft.com/office/drawing/2014/main" id="{BCDF6139-048F-435F-A049-33892B843B5F}"/>
              </a:ext>
            </a:extLst>
          </p:cNvPr>
          <p:cNvSpPr txBox="1"/>
          <p:nvPr/>
        </p:nvSpPr>
        <p:spPr>
          <a:xfrm>
            <a:off x="4480150" y="1954911"/>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sp>
        <p:nvSpPr>
          <p:cNvPr id="209" name="TextBox 208">
            <a:extLst>
              <a:ext uri="{FF2B5EF4-FFF2-40B4-BE49-F238E27FC236}">
                <a16:creationId xmlns:a16="http://schemas.microsoft.com/office/drawing/2014/main" id="{0F172D79-37ED-4FA4-965D-1C0BBD434AEC}"/>
              </a:ext>
            </a:extLst>
          </p:cNvPr>
          <p:cNvSpPr txBox="1"/>
          <p:nvPr/>
        </p:nvSpPr>
        <p:spPr>
          <a:xfrm rot="21377670">
            <a:off x="6782536" y="1121475"/>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grpSp>
        <p:nvGrpSpPr>
          <p:cNvPr id="144" name="Group 143">
            <a:extLst>
              <a:ext uri="{FF2B5EF4-FFF2-40B4-BE49-F238E27FC236}">
                <a16:creationId xmlns:a16="http://schemas.microsoft.com/office/drawing/2014/main" id="{8DB442AC-190E-4199-8518-D8EBE399457A}"/>
              </a:ext>
            </a:extLst>
          </p:cNvPr>
          <p:cNvGrpSpPr/>
          <p:nvPr/>
        </p:nvGrpSpPr>
        <p:grpSpPr>
          <a:xfrm>
            <a:off x="6977301" y="743864"/>
            <a:ext cx="1488444" cy="1749788"/>
            <a:chOff x="6437135" y="1706179"/>
            <a:chExt cx="1597786" cy="2158963"/>
          </a:xfrm>
        </p:grpSpPr>
        <p:grpSp>
          <p:nvGrpSpPr>
            <p:cNvPr id="142" name="Group 141">
              <a:extLst>
                <a:ext uri="{FF2B5EF4-FFF2-40B4-BE49-F238E27FC236}">
                  <a16:creationId xmlns:a16="http://schemas.microsoft.com/office/drawing/2014/main" id="{14BE2829-2BA9-46FE-8653-9057014905D4}"/>
                </a:ext>
              </a:extLst>
            </p:cNvPr>
            <p:cNvGrpSpPr/>
            <p:nvPr/>
          </p:nvGrpSpPr>
          <p:grpSpPr>
            <a:xfrm>
              <a:off x="6437135" y="1706179"/>
              <a:ext cx="1597786" cy="2158963"/>
              <a:chOff x="6437135" y="2024740"/>
              <a:chExt cx="1597786" cy="2158963"/>
            </a:xfrm>
          </p:grpSpPr>
          <p:grpSp>
            <p:nvGrpSpPr>
              <p:cNvPr id="118" name="Group 117">
                <a:extLst>
                  <a:ext uri="{FF2B5EF4-FFF2-40B4-BE49-F238E27FC236}">
                    <a16:creationId xmlns:a16="http://schemas.microsoft.com/office/drawing/2014/main" id="{7CD30662-8AAC-44D7-8D84-CCEA31D5E838}"/>
                  </a:ext>
                </a:extLst>
              </p:cNvPr>
              <p:cNvGrpSpPr/>
              <p:nvPr/>
            </p:nvGrpSpPr>
            <p:grpSpPr>
              <a:xfrm>
                <a:off x="6612140" y="2182529"/>
                <a:ext cx="1422781" cy="2001174"/>
                <a:chOff x="6726939" y="26590"/>
                <a:chExt cx="1422781" cy="2004035"/>
              </a:xfrm>
            </p:grpSpPr>
            <p:sp>
              <p:nvSpPr>
                <p:cNvPr id="115" name="Rectangle 114">
                  <a:extLst>
                    <a:ext uri="{FF2B5EF4-FFF2-40B4-BE49-F238E27FC236}">
                      <a16:creationId xmlns:a16="http://schemas.microsoft.com/office/drawing/2014/main" id="{5C889BFF-2EE0-4FF5-8107-CF9C0FB4B714}"/>
                    </a:ext>
                  </a:extLst>
                </p:cNvPr>
                <p:cNvSpPr/>
                <p:nvPr/>
              </p:nvSpPr>
              <p:spPr>
                <a:xfrm>
                  <a:off x="6726939" y="26590"/>
                  <a:ext cx="1422781" cy="2004035"/>
                </a:xfrm>
                <a:prstGeom prst="rect">
                  <a:avLst/>
                </a:prstGeom>
                <a:noFill/>
                <a:ln w="1270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dirty="0">
                    <a:solidFill>
                      <a:prstClr val="white"/>
                    </a:solidFill>
                    <a:latin typeface="Calibri" panose="020F0502020204030204"/>
                  </a:endParaRPr>
                </a:p>
              </p:txBody>
            </p:sp>
            <p:sp>
              <p:nvSpPr>
                <p:cNvPr id="88" name="TextBox 87">
                  <a:extLst>
                    <a:ext uri="{FF2B5EF4-FFF2-40B4-BE49-F238E27FC236}">
                      <a16:creationId xmlns:a16="http://schemas.microsoft.com/office/drawing/2014/main" id="{7C6F67B0-5F3C-4D93-8C64-94B4B2F028E1}"/>
                    </a:ext>
                  </a:extLst>
                </p:cNvPr>
                <p:cNvSpPr txBox="1"/>
                <p:nvPr/>
              </p:nvSpPr>
              <p:spPr>
                <a:xfrm>
                  <a:off x="7166561" y="53338"/>
                  <a:ext cx="598242" cy="176972"/>
                </a:xfrm>
                <a:prstGeom prst="rect">
                  <a:avLst/>
                </a:prstGeom>
                <a:noFill/>
              </p:spPr>
              <p:txBody>
                <a:bodyPr wrap="none" rtlCol="0">
                  <a:spAutoFit/>
                </a:bodyPr>
                <a:lstStyle/>
                <a:p>
                  <a:pPr algn="ctr" defTabSz="228611"/>
                  <a:r>
                    <a:rPr lang="en-US" sz="550" b="1" dirty="0">
                      <a:solidFill>
                        <a:prstClr val="black"/>
                      </a:solidFill>
                      <a:latin typeface="Calibri" panose="020F0502020204030204"/>
                    </a:rPr>
                    <a:t>Load balancer</a:t>
                  </a:r>
                </a:p>
              </p:txBody>
            </p:sp>
            <p:pic>
              <p:nvPicPr>
                <p:cNvPr id="90" name="Picture 89" descr="A picture containing drawing&#10;&#10;Description automatically generated">
                  <a:extLst>
                    <a:ext uri="{FF2B5EF4-FFF2-40B4-BE49-F238E27FC236}">
                      <a16:creationId xmlns:a16="http://schemas.microsoft.com/office/drawing/2014/main" id="{AC4A4668-19A0-4AA1-9AE2-A843A60AEEF3}"/>
                    </a:ext>
                  </a:extLst>
                </p:cNvPr>
                <p:cNvPicPr>
                  <a:picLocks noChangeAspect="1"/>
                </p:cNvPicPr>
                <p:nvPr/>
              </p:nvPicPr>
              <p:blipFill>
                <a:blip r:embed="rId1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7301323" y="1157991"/>
                  <a:ext cx="283549" cy="283549"/>
                </a:xfrm>
                <a:prstGeom prst="rect">
                  <a:avLst/>
                </a:prstGeom>
              </p:spPr>
            </p:pic>
            <p:sp>
              <p:nvSpPr>
                <p:cNvPr id="91" name="TextBox 90">
                  <a:extLst>
                    <a:ext uri="{FF2B5EF4-FFF2-40B4-BE49-F238E27FC236}">
                      <a16:creationId xmlns:a16="http://schemas.microsoft.com/office/drawing/2014/main" id="{AC25DBB9-4AE5-4598-A03B-BE4DD81FAF15}"/>
                    </a:ext>
                  </a:extLst>
                </p:cNvPr>
                <p:cNvSpPr txBox="1"/>
                <p:nvPr/>
              </p:nvSpPr>
              <p:spPr>
                <a:xfrm>
                  <a:off x="7095307" y="1844210"/>
                  <a:ext cx="684803" cy="176972"/>
                </a:xfrm>
                <a:prstGeom prst="rect">
                  <a:avLst/>
                </a:prstGeom>
                <a:noFill/>
              </p:spPr>
              <p:txBody>
                <a:bodyPr wrap="none" rtlCol="0">
                  <a:spAutoFit/>
                </a:bodyPr>
                <a:lstStyle/>
                <a:p>
                  <a:pPr algn="ctr" defTabSz="228611"/>
                  <a:r>
                    <a:rPr lang="en-US" sz="550" b="1" dirty="0">
                      <a:solidFill>
                        <a:prstClr val="black"/>
                      </a:solidFill>
                      <a:latin typeface="Calibri" panose="020F0502020204030204"/>
                    </a:rPr>
                    <a:t>Virtual Machines</a:t>
                  </a:r>
                </a:p>
              </p:txBody>
            </p:sp>
            <p:grpSp>
              <p:nvGrpSpPr>
                <p:cNvPr id="92" name="Group 91">
                  <a:extLst>
                    <a:ext uri="{FF2B5EF4-FFF2-40B4-BE49-F238E27FC236}">
                      <a16:creationId xmlns:a16="http://schemas.microsoft.com/office/drawing/2014/main" id="{C593BB46-19D0-4145-B946-2B337291187E}"/>
                    </a:ext>
                  </a:extLst>
                </p:cNvPr>
                <p:cNvGrpSpPr/>
                <p:nvPr/>
              </p:nvGrpSpPr>
              <p:grpSpPr>
                <a:xfrm>
                  <a:off x="6847521" y="1178032"/>
                  <a:ext cx="887483" cy="498754"/>
                  <a:chOff x="7486954" y="4528550"/>
                  <a:chExt cx="1774967" cy="997507"/>
                </a:xfrm>
              </p:grpSpPr>
              <p:sp>
                <p:nvSpPr>
                  <p:cNvPr id="93" name="TextBox 92">
                    <a:extLst>
                      <a:ext uri="{FF2B5EF4-FFF2-40B4-BE49-F238E27FC236}">
                        <a16:creationId xmlns:a16="http://schemas.microsoft.com/office/drawing/2014/main" id="{867A95F0-BC53-4D16-A227-C6367EC8EE2F}"/>
                      </a:ext>
                    </a:extLst>
                  </p:cNvPr>
                  <p:cNvSpPr txBox="1"/>
                  <p:nvPr/>
                </p:nvSpPr>
                <p:spPr>
                  <a:xfrm>
                    <a:off x="8094293" y="5156727"/>
                    <a:ext cx="1167628" cy="369330"/>
                  </a:xfrm>
                  <a:prstGeom prst="rect">
                    <a:avLst/>
                  </a:prstGeom>
                  <a:noFill/>
                </p:spPr>
                <p:txBody>
                  <a:bodyPr wrap="none" rtlCol="0">
                    <a:spAutoFit/>
                  </a:bodyPr>
                  <a:lstStyle/>
                  <a:p>
                    <a:pPr defTabSz="228611"/>
                    <a:r>
                      <a:rPr lang="en-US" sz="600" b="1" dirty="0">
                        <a:solidFill>
                          <a:srgbClr val="4472C4"/>
                        </a:solidFill>
                        <a:latin typeface="Calibri" panose="020F0502020204030204"/>
                      </a:rPr>
                      <a:t>MQL Service</a:t>
                    </a:r>
                  </a:p>
                </p:txBody>
              </p:sp>
              <p:sp>
                <p:nvSpPr>
                  <p:cNvPr id="94" name="TextBox 93">
                    <a:extLst>
                      <a:ext uri="{FF2B5EF4-FFF2-40B4-BE49-F238E27FC236}">
                        <a16:creationId xmlns:a16="http://schemas.microsoft.com/office/drawing/2014/main" id="{3D9B1C8C-A2CB-4F10-8590-112DB7EF9589}"/>
                      </a:ext>
                    </a:extLst>
                  </p:cNvPr>
                  <p:cNvSpPr txBox="1"/>
                  <p:nvPr/>
                </p:nvSpPr>
                <p:spPr>
                  <a:xfrm>
                    <a:off x="8205173" y="4951006"/>
                    <a:ext cx="898324" cy="353944"/>
                  </a:xfrm>
                  <a:prstGeom prst="rect">
                    <a:avLst/>
                  </a:prstGeom>
                  <a:noFill/>
                </p:spPr>
                <p:txBody>
                  <a:bodyPr wrap="none" rtlCol="0">
                    <a:spAutoFit/>
                  </a:bodyPr>
                  <a:lstStyle/>
                  <a:p>
                    <a:pPr algn="ctr" defTabSz="228611"/>
                    <a:r>
                      <a:rPr lang="en-US" sz="550" dirty="0">
                        <a:solidFill>
                          <a:srgbClr val="4472C4"/>
                        </a:solidFill>
                        <a:latin typeface="Calibri" panose="020F0502020204030204"/>
                      </a:rPr>
                      <a:t>Web App</a:t>
                    </a:r>
                  </a:p>
                </p:txBody>
              </p:sp>
              <p:pic>
                <p:nvPicPr>
                  <p:cNvPr id="95" name="Picture 94" descr="A picture containing drawing&#10;&#10;Description automatically generated">
                    <a:extLst>
                      <a:ext uri="{FF2B5EF4-FFF2-40B4-BE49-F238E27FC236}">
                        <a16:creationId xmlns:a16="http://schemas.microsoft.com/office/drawing/2014/main" id="{5A8B4400-AE2A-456B-9B12-02853F8DDB2F}"/>
                      </a:ext>
                    </a:extLst>
                  </p:cNvPr>
                  <p:cNvPicPr>
                    <a:picLocks noChangeAspect="1"/>
                  </p:cNvPicPr>
                  <p:nvPr/>
                </p:nvPicPr>
                <p:blipFill>
                  <a:blip r:embed="rId2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486954" y="4528550"/>
                    <a:ext cx="757726" cy="784912"/>
                  </a:xfrm>
                  <a:prstGeom prst="rect">
                    <a:avLst/>
                  </a:prstGeom>
                </p:spPr>
              </p:pic>
            </p:grpSp>
            <p:grpSp>
              <p:nvGrpSpPr>
                <p:cNvPr id="97" name="Group 96">
                  <a:extLst>
                    <a:ext uri="{FF2B5EF4-FFF2-40B4-BE49-F238E27FC236}">
                      <a16:creationId xmlns:a16="http://schemas.microsoft.com/office/drawing/2014/main" id="{C2D49E14-E22F-40B6-9523-2A7BE934F35C}"/>
                    </a:ext>
                  </a:extLst>
                </p:cNvPr>
                <p:cNvGrpSpPr/>
                <p:nvPr/>
              </p:nvGrpSpPr>
              <p:grpSpPr>
                <a:xfrm>
                  <a:off x="6821886" y="354895"/>
                  <a:ext cx="824594" cy="366461"/>
                  <a:chOff x="7624538" y="2084697"/>
                  <a:chExt cx="1649206" cy="732920"/>
                </a:xfrm>
              </p:grpSpPr>
              <p:pic>
                <p:nvPicPr>
                  <p:cNvPr id="98" name="Graphic 97">
                    <a:extLst>
                      <a:ext uri="{FF2B5EF4-FFF2-40B4-BE49-F238E27FC236}">
                        <a16:creationId xmlns:a16="http://schemas.microsoft.com/office/drawing/2014/main" id="{74755D8E-4F7B-45C8-BBA2-0905012BCA27}"/>
                      </a:ext>
                    </a:extLst>
                  </p:cNvPr>
                  <p:cNvPicPr>
                    <a:picLocks noChangeAspect="1"/>
                  </p:cNvPicPr>
                  <p:nvPr/>
                </p:nvPicPr>
                <p:blipFill>
                  <a:blip r:embed="rId28" cstate="print">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584215" y="2128090"/>
                    <a:ext cx="689529" cy="689527"/>
                  </a:xfrm>
                  <a:prstGeom prst="rect">
                    <a:avLst/>
                  </a:prstGeom>
                </p:spPr>
              </p:pic>
              <p:sp>
                <p:nvSpPr>
                  <p:cNvPr id="100" name="TextBox 99">
                    <a:extLst>
                      <a:ext uri="{FF2B5EF4-FFF2-40B4-BE49-F238E27FC236}">
                        <a16:creationId xmlns:a16="http://schemas.microsoft.com/office/drawing/2014/main" id="{61A8EA06-5BB8-4CB7-80AB-8D3E24F84DA0}"/>
                      </a:ext>
                    </a:extLst>
                  </p:cNvPr>
                  <p:cNvSpPr txBox="1"/>
                  <p:nvPr/>
                </p:nvSpPr>
                <p:spPr>
                  <a:xfrm>
                    <a:off x="7624538" y="2084697"/>
                    <a:ext cx="879089" cy="369332"/>
                  </a:xfrm>
                  <a:prstGeom prst="rect">
                    <a:avLst/>
                  </a:prstGeom>
                  <a:noFill/>
                </p:spPr>
                <p:txBody>
                  <a:bodyPr wrap="none" rtlCol="0">
                    <a:spAutoFit/>
                  </a:bodyPr>
                  <a:lstStyle/>
                  <a:p>
                    <a:pPr defTabSz="228611"/>
                    <a:r>
                      <a:rPr lang="en-US" sz="600" b="1" dirty="0">
                        <a:solidFill>
                          <a:srgbClr val="4472C4"/>
                        </a:solidFill>
                        <a:latin typeface="Calibri" panose="020F0502020204030204"/>
                      </a:rPr>
                      <a:t>Internal</a:t>
                    </a:r>
                  </a:p>
                </p:txBody>
              </p:sp>
            </p:grpSp>
            <p:pic>
              <p:nvPicPr>
                <p:cNvPr id="104" name="Picture 103" descr="A picture containing drawing&#10;&#10;Description automatically generated">
                  <a:extLst>
                    <a:ext uri="{FF2B5EF4-FFF2-40B4-BE49-F238E27FC236}">
                      <a16:creationId xmlns:a16="http://schemas.microsoft.com/office/drawing/2014/main" id="{BCCB6228-3B43-4998-8CFE-F21EF511EA85}"/>
                    </a:ext>
                  </a:extLst>
                </p:cNvPr>
                <p:cNvPicPr>
                  <a:picLocks noChangeAspect="1"/>
                </p:cNvPicPr>
                <p:nvPr/>
              </p:nvPicPr>
              <p:blipFill>
                <a:blip r:embed="rId2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708254" y="1163110"/>
                  <a:ext cx="378863" cy="392455"/>
                </a:xfrm>
                <a:prstGeom prst="rect">
                  <a:avLst/>
                </a:prstGeom>
              </p:spPr>
            </p:pic>
            <p:cxnSp>
              <p:nvCxnSpPr>
                <p:cNvPr id="107" name="Connector: Curved 106">
                  <a:extLst>
                    <a:ext uri="{FF2B5EF4-FFF2-40B4-BE49-F238E27FC236}">
                      <a16:creationId xmlns:a16="http://schemas.microsoft.com/office/drawing/2014/main" id="{C3259B2F-0F4D-4795-9090-86CE95A6632F}"/>
                    </a:ext>
                  </a:extLst>
                </p:cNvPr>
                <p:cNvCxnSpPr>
                  <a:cxnSpLocks/>
                  <a:stCxn id="98" idx="2"/>
                  <a:endCxn id="95" idx="0"/>
                </p:cNvCxnSpPr>
                <p:nvPr/>
              </p:nvCxnSpPr>
              <p:spPr>
                <a:xfrm rot="5400000">
                  <a:off x="7027212" y="731094"/>
                  <a:ext cx="456677" cy="437194"/>
                </a:xfrm>
                <a:prstGeom prst="curvedConnector3">
                  <a:avLst>
                    <a:gd name="adj1" fmla="val 50000"/>
                  </a:avLst>
                </a:prstGeom>
                <a:noFill/>
                <a:ln w="9525" cap="flat">
                  <a:solidFill>
                    <a:schemeClr val="accent1"/>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10" name="Connector: Curved 109">
                  <a:extLst>
                    <a:ext uri="{FF2B5EF4-FFF2-40B4-BE49-F238E27FC236}">
                      <a16:creationId xmlns:a16="http://schemas.microsoft.com/office/drawing/2014/main" id="{9E7F1EFB-6AD4-46CB-B0B4-7526A9B2187A}"/>
                    </a:ext>
                  </a:extLst>
                </p:cNvPr>
                <p:cNvCxnSpPr>
                  <a:cxnSpLocks/>
                  <a:stCxn id="98" idx="2"/>
                  <a:endCxn id="104" idx="0"/>
                </p:cNvCxnSpPr>
                <p:nvPr/>
              </p:nvCxnSpPr>
              <p:spPr>
                <a:xfrm rot="16200000" flipH="1">
                  <a:off x="7465038" y="730462"/>
                  <a:ext cx="441757" cy="423539"/>
                </a:xfrm>
                <a:prstGeom prst="curvedConnector3">
                  <a:avLst>
                    <a:gd name="adj1" fmla="val 50000"/>
                  </a:avLst>
                </a:prstGeom>
                <a:noFill/>
                <a:ln w="9525" cap="flat">
                  <a:solidFill>
                    <a:schemeClr val="accent1"/>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13" name="Rectangle 112">
                  <a:extLst>
                    <a:ext uri="{FF2B5EF4-FFF2-40B4-BE49-F238E27FC236}">
                      <a16:creationId xmlns:a16="http://schemas.microsoft.com/office/drawing/2014/main" id="{18A9E26A-8A03-4860-9C0C-E169EF657DDC}"/>
                    </a:ext>
                  </a:extLst>
                </p:cNvPr>
                <p:cNvSpPr/>
                <p:nvPr/>
              </p:nvSpPr>
              <p:spPr>
                <a:xfrm>
                  <a:off x="6807934" y="247289"/>
                  <a:ext cx="1271633" cy="1614699"/>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a:solidFill>
                      <a:prstClr val="white"/>
                    </a:solidFill>
                    <a:latin typeface="Calibri" panose="020F0502020204030204"/>
                  </a:endParaRPr>
                </a:p>
              </p:txBody>
            </p:sp>
          </p:grpSp>
          <p:cxnSp>
            <p:nvCxnSpPr>
              <p:cNvPr id="138" name="Straight Connector 137">
                <a:extLst>
                  <a:ext uri="{FF2B5EF4-FFF2-40B4-BE49-F238E27FC236}">
                    <a16:creationId xmlns:a16="http://schemas.microsoft.com/office/drawing/2014/main" id="{CDF539C4-6659-4AC0-BA14-A7D263E6C7DB}"/>
                  </a:ext>
                </a:extLst>
              </p:cNvPr>
              <p:cNvCxnSpPr>
                <a:cxnSpLocks/>
                <a:stCxn id="113" idx="1"/>
                <a:endCxn id="113" idx="3"/>
              </p:cNvCxnSpPr>
              <p:nvPr/>
            </p:nvCxnSpPr>
            <p:spPr>
              <a:xfrm>
                <a:off x="6693135" y="3209110"/>
                <a:ext cx="1271633" cy="0"/>
              </a:xfrm>
              <a:prstGeom prst="line">
                <a:avLst/>
              </a:prstGeom>
              <a:noFill/>
              <a:ln w="12700" cap="flat">
                <a:solidFill>
                  <a:schemeClr val="accent1"/>
                </a:solidFill>
                <a:prstDash val="dash"/>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39" name="Rectangle 138">
                <a:extLst>
                  <a:ext uri="{FF2B5EF4-FFF2-40B4-BE49-F238E27FC236}">
                    <a16:creationId xmlns:a16="http://schemas.microsoft.com/office/drawing/2014/main" id="{967C5683-C742-4F2A-8DBD-582531D4776F}"/>
                  </a:ext>
                </a:extLst>
              </p:cNvPr>
              <p:cNvSpPr/>
              <p:nvPr/>
            </p:nvSpPr>
            <p:spPr>
              <a:xfrm>
                <a:off x="6685583" y="3818946"/>
                <a:ext cx="1262794" cy="218355"/>
              </a:xfrm>
              <a:prstGeom prst="rect">
                <a:avLst/>
              </a:prstGeom>
              <a:noFill/>
            </p:spPr>
            <p:txBody>
              <a:bodyPr wrap="square" rtlCol="0">
                <a:spAutoFit/>
              </a:bodyPr>
              <a:lstStyle/>
              <a:p>
                <a:pPr algn="ctr" defTabSz="228611"/>
                <a:r>
                  <a:rPr lang="pt-BR" sz="550" b="1" i="1" dirty="0">
                    <a:solidFill>
                      <a:prstClr val="black"/>
                    </a:solidFill>
                    <a:latin typeface="Calibri" panose="020F0502020204030204"/>
                  </a:rPr>
                  <a:t>4 A4 v2 (4 vCPU(s), 8 GB RAM)</a:t>
                </a:r>
                <a:endParaRPr lang="en-US" sz="550" b="1" i="1" dirty="0">
                  <a:solidFill>
                    <a:prstClr val="black"/>
                  </a:solidFill>
                  <a:latin typeface="Calibri" panose="020F0502020204030204"/>
                </a:endParaRPr>
              </a:p>
            </p:txBody>
          </p:sp>
          <p:pic>
            <p:nvPicPr>
              <p:cNvPr id="116" name="Graphic 115">
                <a:extLst>
                  <a:ext uri="{FF2B5EF4-FFF2-40B4-BE49-F238E27FC236}">
                    <a16:creationId xmlns:a16="http://schemas.microsoft.com/office/drawing/2014/main" id="{040CC203-C7D9-44A9-90B6-11856185DAB0}"/>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437135" y="2024740"/>
                <a:ext cx="308753" cy="308753"/>
              </a:xfrm>
              <a:prstGeom prst="rect">
                <a:avLst/>
              </a:prstGeom>
            </p:spPr>
          </p:pic>
        </p:grpSp>
        <p:sp>
          <p:nvSpPr>
            <p:cNvPr id="210" name="Rectangle 209">
              <a:extLst>
                <a:ext uri="{FF2B5EF4-FFF2-40B4-BE49-F238E27FC236}">
                  <a16:creationId xmlns:a16="http://schemas.microsoft.com/office/drawing/2014/main" id="{F897268B-2785-4BE7-85A9-5AB789D230B6}"/>
                </a:ext>
              </a:extLst>
            </p:cNvPr>
            <p:cNvSpPr/>
            <p:nvPr/>
          </p:nvSpPr>
          <p:spPr>
            <a:xfrm>
              <a:off x="7050583" y="2041006"/>
              <a:ext cx="590532" cy="176972"/>
            </a:xfrm>
            <a:prstGeom prst="rect">
              <a:avLst/>
            </a:prstGeom>
            <a:noFill/>
          </p:spPr>
          <p:txBody>
            <a:bodyPr wrap="square" rtlCol="0">
              <a:spAutoFit/>
            </a:bodyPr>
            <a:lstStyle/>
            <a:p>
              <a:pPr algn="ctr" defTabSz="228611"/>
              <a:r>
                <a:rPr lang="en-US" sz="550" b="1" i="1" dirty="0">
                  <a:solidFill>
                    <a:prstClr val="black"/>
                  </a:solidFill>
                  <a:latin typeface="Calibri" panose="020F0502020204030204"/>
                </a:rPr>
                <a:t>Standard</a:t>
              </a:r>
            </a:p>
          </p:txBody>
        </p:sp>
      </p:grpSp>
      <p:sp>
        <p:nvSpPr>
          <p:cNvPr id="214" name="TextBox 213">
            <a:extLst>
              <a:ext uri="{FF2B5EF4-FFF2-40B4-BE49-F238E27FC236}">
                <a16:creationId xmlns:a16="http://schemas.microsoft.com/office/drawing/2014/main" id="{FD3B4CFC-35B0-4556-8B20-8BD96EFC78F8}"/>
              </a:ext>
            </a:extLst>
          </p:cNvPr>
          <p:cNvSpPr txBox="1"/>
          <p:nvPr/>
        </p:nvSpPr>
        <p:spPr>
          <a:xfrm>
            <a:off x="7966181" y="1370130"/>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sp>
        <p:nvSpPr>
          <p:cNvPr id="215" name="TextBox 214">
            <a:extLst>
              <a:ext uri="{FF2B5EF4-FFF2-40B4-BE49-F238E27FC236}">
                <a16:creationId xmlns:a16="http://schemas.microsoft.com/office/drawing/2014/main" id="{E766FF8B-B468-4B47-AA60-B6036936AD57}"/>
              </a:ext>
            </a:extLst>
          </p:cNvPr>
          <p:cNvSpPr txBox="1"/>
          <p:nvPr/>
        </p:nvSpPr>
        <p:spPr>
          <a:xfrm>
            <a:off x="7417168" y="1387526"/>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pic>
        <p:nvPicPr>
          <p:cNvPr id="218" name="Picture 217" descr="A close up of a device&#10;&#10;Description automatically generated">
            <a:extLst>
              <a:ext uri="{FF2B5EF4-FFF2-40B4-BE49-F238E27FC236}">
                <a16:creationId xmlns:a16="http://schemas.microsoft.com/office/drawing/2014/main" id="{EFB5D8F3-E609-446C-8C54-D4F6D0835935}"/>
              </a:ext>
            </a:extLst>
          </p:cNvPr>
          <p:cNvPicPr>
            <a:picLocks noChangeAspect="1"/>
          </p:cNvPicPr>
          <p:nvPr/>
        </p:nvPicPr>
        <p:blipFill rotWithShape="1">
          <a:blip r:embed="rId30" cstate="print">
            <a:extLst>
              <a:ext uri="{28A0092B-C50C-407E-A947-70E740481C1C}">
                <a14:useLocalDpi xmlns:a14="http://schemas.microsoft.com/office/drawing/2010/main" val="0"/>
              </a:ext>
            </a:extLst>
          </a:blip>
          <a:srcRect l="2984" t="13270" r="60234" b="63202"/>
          <a:stretch/>
        </p:blipFill>
        <p:spPr>
          <a:xfrm>
            <a:off x="501216" y="2429563"/>
            <a:ext cx="406872" cy="274310"/>
          </a:xfrm>
          <a:prstGeom prst="rect">
            <a:avLst/>
          </a:prstGeom>
        </p:spPr>
      </p:pic>
      <p:sp>
        <p:nvSpPr>
          <p:cNvPr id="219" name="TextBox 218">
            <a:extLst>
              <a:ext uri="{FF2B5EF4-FFF2-40B4-BE49-F238E27FC236}">
                <a16:creationId xmlns:a16="http://schemas.microsoft.com/office/drawing/2014/main" id="{411109F8-35F6-4982-A048-C80B1B3FDE15}"/>
              </a:ext>
            </a:extLst>
          </p:cNvPr>
          <p:cNvSpPr txBox="1"/>
          <p:nvPr/>
        </p:nvSpPr>
        <p:spPr>
          <a:xfrm>
            <a:off x="376297" y="2691675"/>
            <a:ext cx="612668" cy="261610"/>
          </a:xfrm>
          <a:prstGeom prst="rect">
            <a:avLst/>
          </a:prstGeom>
          <a:noFill/>
        </p:spPr>
        <p:txBody>
          <a:bodyPr wrap="non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a:solidFill>
                  <a:srgbClr val="4472C4"/>
                </a:solidFill>
                <a:latin typeface="Calibri" panose="020F0502020204030204"/>
              </a:defRPr>
            </a:lvl1pPr>
          </a:lstStyle>
          <a:p>
            <a:r>
              <a:rPr lang="en-US" dirty="0"/>
              <a:t>Ping Fed</a:t>
            </a:r>
          </a:p>
          <a:p>
            <a:r>
              <a:rPr lang="en-US" dirty="0"/>
              <a:t>Authentication</a:t>
            </a:r>
          </a:p>
        </p:txBody>
      </p:sp>
      <p:cxnSp>
        <p:nvCxnSpPr>
          <p:cNvPr id="221" name="Straight Arrow Connector 220">
            <a:extLst>
              <a:ext uri="{FF2B5EF4-FFF2-40B4-BE49-F238E27FC236}">
                <a16:creationId xmlns:a16="http://schemas.microsoft.com/office/drawing/2014/main" id="{D8B7B466-47A5-485E-9F10-F630DCAFF95F}"/>
              </a:ext>
            </a:extLst>
          </p:cNvPr>
          <p:cNvCxnSpPr>
            <a:cxnSpLocks/>
            <a:stCxn id="8" idx="2"/>
            <a:endCxn id="218" idx="0"/>
          </p:cNvCxnSpPr>
          <p:nvPr/>
        </p:nvCxnSpPr>
        <p:spPr>
          <a:xfrm flipH="1">
            <a:off x="704652" y="2133458"/>
            <a:ext cx="423540" cy="29610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62" name="Rectangle 161">
            <a:extLst>
              <a:ext uri="{FF2B5EF4-FFF2-40B4-BE49-F238E27FC236}">
                <a16:creationId xmlns:a16="http://schemas.microsoft.com/office/drawing/2014/main" id="{5A156931-C171-4EFF-B7DF-CB322622164A}"/>
              </a:ext>
            </a:extLst>
          </p:cNvPr>
          <p:cNvSpPr/>
          <p:nvPr/>
        </p:nvSpPr>
        <p:spPr>
          <a:xfrm>
            <a:off x="1749292" y="2103113"/>
            <a:ext cx="627095" cy="261610"/>
          </a:xfrm>
          <a:prstGeom prst="rect">
            <a:avLst/>
          </a:prstGeom>
          <a:noFill/>
        </p:spPr>
        <p:txBody>
          <a:bodyPr wrap="none" rtlCol="0">
            <a:spAutoFit/>
          </a:bodyPr>
          <a:lstStyle/>
          <a:p>
            <a:pPr algn="ctr" defTabSz="228611"/>
            <a:r>
              <a:rPr lang="en-US" sz="550" dirty="0">
                <a:solidFill>
                  <a:srgbClr val="4472C4"/>
                </a:solidFill>
                <a:latin typeface="Calibri" panose="020F0502020204030204"/>
              </a:rPr>
              <a:t>Frontend IP or  </a:t>
            </a:r>
          </a:p>
          <a:p>
            <a:pPr algn="ctr" defTabSz="228611"/>
            <a:r>
              <a:rPr lang="en-US" sz="550" dirty="0">
                <a:solidFill>
                  <a:srgbClr val="4472C4"/>
                </a:solidFill>
                <a:latin typeface="Calibri" panose="020F0502020204030204"/>
              </a:rPr>
              <a:t>FQDN</a:t>
            </a:r>
          </a:p>
        </p:txBody>
      </p:sp>
      <p:sp>
        <p:nvSpPr>
          <p:cNvPr id="238" name="Rectangle 237">
            <a:extLst>
              <a:ext uri="{FF2B5EF4-FFF2-40B4-BE49-F238E27FC236}">
                <a16:creationId xmlns:a16="http://schemas.microsoft.com/office/drawing/2014/main" id="{0F7F09DB-DF59-44DD-BD68-C7A5AD69EFB3}"/>
              </a:ext>
            </a:extLst>
          </p:cNvPr>
          <p:cNvSpPr/>
          <p:nvPr/>
        </p:nvSpPr>
        <p:spPr>
          <a:xfrm>
            <a:off x="5119148" y="2975949"/>
            <a:ext cx="583249" cy="995212"/>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a:solidFill>
                <a:prstClr val="white"/>
              </a:solidFill>
              <a:latin typeface="Calibri" panose="020F0502020204030204"/>
            </a:endParaRPr>
          </a:p>
        </p:txBody>
      </p:sp>
      <p:sp>
        <p:nvSpPr>
          <p:cNvPr id="245" name="TextBox 244">
            <a:extLst>
              <a:ext uri="{FF2B5EF4-FFF2-40B4-BE49-F238E27FC236}">
                <a16:creationId xmlns:a16="http://schemas.microsoft.com/office/drawing/2014/main" id="{72D982EC-6AFA-41D7-8770-A3D5DA5D7255}"/>
              </a:ext>
            </a:extLst>
          </p:cNvPr>
          <p:cNvSpPr txBox="1"/>
          <p:nvPr/>
        </p:nvSpPr>
        <p:spPr>
          <a:xfrm>
            <a:off x="5098219" y="3954247"/>
            <a:ext cx="611060" cy="143432"/>
          </a:xfrm>
          <a:prstGeom prst="rect">
            <a:avLst/>
          </a:prstGeom>
          <a:noFill/>
        </p:spPr>
        <p:txBody>
          <a:bodyPr wrap="none" rtlCol="0">
            <a:spAutoFit/>
          </a:bodyPr>
          <a:lstStyle/>
          <a:p>
            <a:pPr algn="ctr" defTabSz="228611"/>
            <a:r>
              <a:rPr lang="en-US" sz="550" b="1" dirty="0">
                <a:solidFill>
                  <a:prstClr val="black"/>
                </a:solidFill>
                <a:latin typeface="Calibri" panose="020F0502020204030204"/>
              </a:rPr>
              <a:t>Virtual Machine</a:t>
            </a:r>
          </a:p>
        </p:txBody>
      </p:sp>
      <p:sp>
        <p:nvSpPr>
          <p:cNvPr id="246" name="Rectangle 245">
            <a:extLst>
              <a:ext uri="{FF2B5EF4-FFF2-40B4-BE49-F238E27FC236}">
                <a16:creationId xmlns:a16="http://schemas.microsoft.com/office/drawing/2014/main" id="{C09EA2C1-6D3B-45B2-B27F-FD270868B36A}"/>
              </a:ext>
            </a:extLst>
          </p:cNvPr>
          <p:cNvSpPr/>
          <p:nvPr/>
        </p:nvSpPr>
        <p:spPr>
          <a:xfrm>
            <a:off x="5073892" y="2944341"/>
            <a:ext cx="682769" cy="212029"/>
          </a:xfrm>
          <a:prstGeom prst="rect">
            <a:avLst/>
          </a:prstGeom>
          <a:noFill/>
        </p:spPr>
        <p:txBody>
          <a:bodyPr wrap="square" rtlCol="0">
            <a:spAutoFit/>
          </a:bodyPr>
          <a:lstStyle/>
          <a:p>
            <a:pPr algn="ctr" defTabSz="228611"/>
            <a:r>
              <a:rPr lang="pt-BR" sz="550" b="1" i="1" dirty="0">
                <a:solidFill>
                  <a:prstClr val="black"/>
                </a:solidFill>
                <a:latin typeface="Calibri" panose="020F0502020204030204"/>
              </a:rPr>
              <a:t>A4 v2 (4 vCPU(s) </a:t>
            </a:r>
          </a:p>
          <a:p>
            <a:pPr algn="ctr" defTabSz="228611"/>
            <a:r>
              <a:rPr lang="pt-BR" sz="550" b="1" i="1" dirty="0">
                <a:solidFill>
                  <a:prstClr val="black"/>
                </a:solidFill>
                <a:latin typeface="Calibri" panose="020F0502020204030204"/>
              </a:rPr>
              <a:t>8 GB RAM)</a:t>
            </a:r>
            <a:endParaRPr lang="en-US" sz="550" b="1" i="1" dirty="0">
              <a:solidFill>
                <a:prstClr val="black"/>
              </a:solidFill>
              <a:latin typeface="Calibri" panose="020F0502020204030204"/>
            </a:endParaRPr>
          </a:p>
        </p:txBody>
      </p:sp>
      <p:sp>
        <p:nvSpPr>
          <p:cNvPr id="248" name="TextBox 247">
            <a:extLst>
              <a:ext uri="{FF2B5EF4-FFF2-40B4-BE49-F238E27FC236}">
                <a16:creationId xmlns:a16="http://schemas.microsoft.com/office/drawing/2014/main" id="{314F5C65-2BF2-4A30-A16C-ACEB56B1A1CB}"/>
              </a:ext>
            </a:extLst>
          </p:cNvPr>
          <p:cNvSpPr txBox="1"/>
          <p:nvPr/>
        </p:nvSpPr>
        <p:spPr>
          <a:xfrm>
            <a:off x="4286274" y="3412374"/>
            <a:ext cx="403491" cy="143432"/>
          </a:xfrm>
          <a:prstGeom prst="rect">
            <a:avLst/>
          </a:prstGeom>
          <a:noFill/>
        </p:spPr>
        <p:txBody>
          <a:bodyPr wrap="none" rtlCol="0">
            <a:spAutoFit/>
          </a:bodyPr>
          <a:lstStyle/>
          <a:p>
            <a:pPr algn="ctr" defTabSz="228611"/>
            <a:r>
              <a:rPr lang="en-US" sz="550" dirty="0">
                <a:solidFill>
                  <a:srgbClr val="4472C4"/>
                </a:solidFill>
                <a:latin typeface="Calibri" panose="020F0502020204030204"/>
              </a:rPr>
              <a:t>Logstash</a:t>
            </a:r>
          </a:p>
        </p:txBody>
      </p:sp>
      <p:pic>
        <p:nvPicPr>
          <p:cNvPr id="249" name="Picture 248" descr="A picture containing drawing&#10;&#10;Description automatically generated">
            <a:extLst>
              <a:ext uri="{FF2B5EF4-FFF2-40B4-BE49-F238E27FC236}">
                <a16:creationId xmlns:a16="http://schemas.microsoft.com/office/drawing/2014/main" id="{B69A7D52-F978-40C7-938B-50FF29BE8EEF}"/>
              </a:ext>
            </a:extLst>
          </p:cNvPr>
          <p:cNvPicPr>
            <a:picLocks noChangeAspect="1"/>
          </p:cNvPicPr>
          <p:nvPr/>
        </p:nvPicPr>
        <p:blipFill>
          <a:blip r:embed="rId1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391407" y="3720635"/>
            <a:ext cx="262994" cy="228809"/>
          </a:xfrm>
          <a:prstGeom prst="rect">
            <a:avLst/>
          </a:prstGeom>
        </p:spPr>
      </p:pic>
      <p:sp>
        <p:nvSpPr>
          <p:cNvPr id="250" name="Rectangle 249">
            <a:extLst>
              <a:ext uri="{FF2B5EF4-FFF2-40B4-BE49-F238E27FC236}">
                <a16:creationId xmlns:a16="http://schemas.microsoft.com/office/drawing/2014/main" id="{A07EDC9B-1461-48E2-ACF3-29B961B72FD0}"/>
              </a:ext>
            </a:extLst>
          </p:cNvPr>
          <p:cNvSpPr/>
          <p:nvPr/>
        </p:nvSpPr>
        <p:spPr>
          <a:xfrm>
            <a:off x="4193848" y="2979936"/>
            <a:ext cx="583249" cy="991225"/>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a:solidFill>
                <a:prstClr val="white"/>
              </a:solidFill>
              <a:latin typeface="Calibri" panose="020F0502020204030204"/>
            </a:endParaRPr>
          </a:p>
        </p:txBody>
      </p:sp>
      <p:sp>
        <p:nvSpPr>
          <p:cNvPr id="251" name="TextBox 250">
            <a:extLst>
              <a:ext uri="{FF2B5EF4-FFF2-40B4-BE49-F238E27FC236}">
                <a16:creationId xmlns:a16="http://schemas.microsoft.com/office/drawing/2014/main" id="{E0FCA46C-E392-4D1C-A3F1-FEE324651D12}"/>
              </a:ext>
            </a:extLst>
          </p:cNvPr>
          <p:cNvSpPr txBox="1"/>
          <p:nvPr/>
        </p:nvSpPr>
        <p:spPr>
          <a:xfrm>
            <a:off x="4169405" y="3946604"/>
            <a:ext cx="611060" cy="143432"/>
          </a:xfrm>
          <a:prstGeom prst="rect">
            <a:avLst/>
          </a:prstGeom>
          <a:noFill/>
        </p:spPr>
        <p:txBody>
          <a:bodyPr wrap="none" rtlCol="0">
            <a:spAutoFit/>
          </a:bodyPr>
          <a:lstStyle/>
          <a:p>
            <a:pPr algn="ctr" defTabSz="228611"/>
            <a:r>
              <a:rPr lang="en-US" sz="550" b="1" dirty="0">
                <a:solidFill>
                  <a:prstClr val="black"/>
                </a:solidFill>
                <a:latin typeface="Calibri" panose="020F0502020204030204"/>
              </a:rPr>
              <a:t>Virtual Machine</a:t>
            </a:r>
          </a:p>
        </p:txBody>
      </p:sp>
      <p:sp>
        <p:nvSpPr>
          <p:cNvPr id="252" name="Rectangle 251">
            <a:extLst>
              <a:ext uri="{FF2B5EF4-FFF2-40B4-BE49-F238E27FC236}">
                <a16:creationId xmlns:a16="http://schemas.microsoft.com/office/drawing/2014/main" id="{C2572B05-D5CD-4EC1-97A1-790FAAF20770}"/>
              </a:ext>
            </a:extLst>
          </p:cNvPr>
          <p:cNvSpPr/>
          <p:nvPr/>
        </p:nvSpPr>
        <p:spPr>
          <a:xfrm>
            <a:off x="4148592" y="2948328"/>
            <a:ext cx="682769" cy="212029"/>
          </a:xfrm>
          <a:prstGeom prst="rect">
            <a:avLst/>
          </a:prstGeom>
          <a:noFill/>
        </p:spPr>
        <p:txBody>
          <a:bodyPr wrap="square" rtlCol="0">
            <a:spAutoFit/>
          </a:bodyPr>
          <a:lstStyle/>
          <a:p>
            <a:pPr algn="ctr" defTabSz="228611"/>
            <a:r>
              <a:rPr lang="pt-BR" sz="550" b="1" i="1" dirty="0">
                <a:solidFill>
                  <a:prstClr val="black"/>
                </a:solidFill>
                <a:latin typeface="Calibri" panose="020F0502020204030204"/>
              </a:rPr>
              <a:t>A4 v2 (4 vCPU(s) </a:t>
            </a:r>
          </a:p>
          <a:p>
            <a:pPr algn="ctr" defTabSz="228611"/>
            <a:r>
              <a:rPr lang="pt-BR" sz="550" b="1" i="1" dirty="0">
                <a:solidFill>
                  <a:prstClr val="black"/>
                </a:solidFill>
                <a:latin typeface="Calibri" panose="020F0502020204030204"/>
              </a:rPr>
              <a:t>8 GB RAM)</a:t>
            </a:r>
            <a:endParaRPr lang="en-US" sz="550" b="1" i="1" dirty="0">
              <a:solidFill>
                <a:prstClr val="black"/>
              </a:solidFill>
              <a:latin typeface="Calibri" panose="020F0502020204030204"/>
            </a:endParaRPr>
          </a:p>
        </p:txBody>
      </p:sp>
      <p:sp>
        <p:nvSpPr>
          <p:cNvPr id="255" name="TextBox 254">
            <a:extLst>
              <a:ext uri="{FF2B5EF4-FFF2-40B4-BE49-F238E27FC236}">
                <a16:creationId xmlns:a16="http://schemas.microsoft.com/office/drawing/2014/main" id="{9A47FB78-DE72-4F62-8C8B-76656261CE02}"/>
              </a:ext>
            </a:extLst>
          </p:cNvPr>
          <p:cNvSpPr txBox="1"/>
          <p:nvPr/>
        </p:nvSpPr>
        <p:spPr>
          <a:xfrm>
            <a:off x="4776478" y="3167129"/>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pic>
        <p:nvPicPr>
          <p:cNvPr id="256" name="Graphic 255">
            <a:extLst>
              <a:ext uri="{FF2B5EF4-FFF2-40B4-BE49-F238E27FC236}">
                <a16:creationId xmlns:a16="http://schemas.microsoft.com/office/drawing/2014/main" id="{5D08AFC9-E7F3-42C0-A157-B0102CBF85CC}"/>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432579" y="2699334"/>
            <a:ext cx="287624" cy="250237"/>
          </a:xfrm>
          <a:prstGeom prst="rect">
            <a:avLst/>
          </a:prstGeom>
        </p:spPr>
      </p:pic>
      <p:sp>
        <p:nvSpPr>
          <p:cNvPr id="258" name="Rectangle 257">
            <a:extLst>
              <a:ext uri="{FF2B5EF4-FFF2-40B4-BE49-F238E27FC236}">
                <a16:creationId xmlns:a16="http://schemas.microsoft.com/office/drawing/2014/main" id="{1C8CAF22-F9BD-47EB-867F-DE54A60020CA}"/>
              </a:ext>
            </a:extLst>
          </p:cNvPr>
          <p:cNvSpPr/>
          <p:nvPr/>
        </p:nvSpPr>
        <p:spPr>
          <a:xfrm>
            <a:off x="2568821" y="2974283"/>
            <a:ext cx="1358941" cy="995212"/>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a:solidFill>
                <a:prstClr val="white"/>
              </a:solidFill>
              <a:latin typeface="Calibri" panose="020F0502020204030204"/>
            </a:endParaRPr>
          </a:p>
        </p:txBody>
      </p:sp>
      <p:sp>
        <p:nvSpPr>
          <p:cNvPr id="259" name="TextBox 258">
            <a:extLst>
              <a:ext uri="{FF2B5EF4-FFF2-40B4-BE49-F238E27FC236}">
                <a16:creationId xmlns:a16="http://schemas.microsoft.com/office/drawing/2014/main" id="{08D8A653-DF8A-401F-9D48-6D71C5722EC7}"/>
              </a:ext>
            </a:extLst>
          </p:cNvPr>
          <p:cNvSpPr txBox="1"/>
          <p:nvPr/>
        </p:nvSpPr>
        <p:spPr>
          <a:xfrm>
            <a:off x="2877390" y="3948753"/>
            <a:ext cx="637941" cy="143432"/>
          </a:xfrm>
          <a:prstGeom prst="rect">
            <a:avLst/>
          </a:prstGeom>
          <a:noFill/>
        </p:spPr>
        <p:txBody>
          <a:bodyPr wrap="none" rtlCol="0">
            <a:spAutoFit/>
          </a:bodyPr>
          <a:lstStyle/>
          <a:p>
            <a:pPr algn="ctr" defTabSz="228611"/>
            <a:r>
              <a:rPr lang="en-US" sz="550" b="1" dirty="0">
                <a:solidFill>
                  <a:prstClr val="black"/>
                </a:solidFill>
                <a:latin typeface="Calibri" panose="020F0502020204030204"/>
              </a:rPr>
              <a:t>Virtual Machines</a:t>
            </a:r>
          </a:p>
        </p:txBody>
      </p:sp>
      <p:sp>
        <p:nvSpPr>
          <p:cNvPr id="260" name="Rectangle 259">
            <a:extLst>
              <a:ext uri="{FF2B5EF4-FFF2-40B4-BE49-F238E27FC236}">
                <a16:creationId xmlns:a16="http://schemas.microsoft.com/office/drawing/2014/main" id="{9759E637-2768-437A-8C21-FD14A300C1F3}"/>
              </a:ext>
            </a:extLst>
          </p:cNvPr>
          <p:cNvSpPr/>
          <p:nvPr/>
        </p:nvSpPr>
        <p:spPr>
          <a:xfrm>
            <a:off x="2649875" y="2953697"/>
            <a:ext cx="1155198" cy="176972"/>
          </a:xfrm>
          <a:prstGeom prst="rect">
            <a:avLst/>
          </a:prstGeom>
          <a:noFill/>
        </p:spPr>
        <p:txBody>
          <a:bodyPr wrap="square" rtlCol="0">
            <a:spAutoFit/>
          </a:bodyPr>
          <a:lstStyle/>
          <a:p>
            <a:pPr algn="ctr" defTabSz="228611"/>
            <a:r>
              <a:rPr lang="pt-BR" sz="550" b="1" i="1" dirty="0">
                <a:solidFill>
                  <a:prstClr val="black"/>
                </a:solidFill>
              </a:rPr>
              <a:t>4 D8s v3 (8 vCPU(s), 32 GB RAM)</a:t>
            </a:r>
            <a:endParaRPr lang="en-US" sz="550" b="1" i="1" dirty="0">
              <a:solidFill>
                <a:prstClr val="black"/>
              </a:solidFill>
              <a:latin typeface="Calibri" panose="020F0502020204030204"/>
            </a:endParaRPr>
          </a:p>
        </p:txBody>
      </p:sp>
      <p:sp>
        <p:nvSpPr>
          <p:cNvPr id="261" name="TextBox 260">
            <a:extLst>
              <a:ext uri="{FF2B5EF4-FFF2-40B4-BE49-F238E27FC236}">
                <a16:creationId xmlns:a16="http://schemas.microsoft.com/office/drawing/2014/main" id="{E7BE8F99-BC9A-44A4-9455-34371E52F1E8}"/>
              </a:ext>
            </a:extLst>
          </p:cNvPr>
          <p:cNvSpPr txBox="1"/>
          <p:nvPr/>
        </p:nvSpPr>
        <p:spPr>
          <a:xfrm>
            <a:off x="3225555" y="3161655"/>
            <a:ext cx="534902" cy="143432"/>
          </a:xfrm>
          <a:prstGeom prst="rect">
            <a:avLst/>
          </a:prstGeom>
          <a:noFill/>
          <a:ln>
            <a:solidFill>
              <a:srgbClr val="FF0000"/>
            </a:solidFill>
          </a:ln>
        </p:spPr>
        <p:txBody>
          <a:bodyPr wrap="none" rtlCol="0">
            <a:spAutoFit/>
          </a:bodyPr>
          <a:lstStyle/>
          <a:p>
            <a:pPr algn="ctr" defTabSz="228611"/>
            <a:r>
              <a:rPr lang="en-US" sz="550" dirty="0">
                <a:solidFill>
                  <a:srgbClr val="4472C4"/>
                </a:solidFill>
                <a:latin typeface="Calibri" panose="020F0502020204030204"/>
              </a:rPr>
              <a:t>Elastic Search</a:t>
            </a:r>
          </a:p>
        </p:txBody>
      </p:sp>
      <p:sp>
        <p:nvSpPr>
          <p:cNvPr id="264" name="TextBox 263">
            <a:extLst>
              <a:ext uri="{FF2B5EF4-FFF2-40B4-BE49-F238E27FC236}">
                <a16:creationId xmlns:a16="http://schemas.microsoft.com/office/drawing/2014/main" id="{2D096EE5-DC91-4944-9B8B-5EA5C5D258FD}"/>
              </a:ext>
            </a:extLst>
          </p:cNvPr>
          <p:cNvSpPr txBox="1"/>
          <p:nvPr/>
        </p:nvSpPr>
        <p:spPr>
          <a:xfrm>
            <a:off x="4290590" y="3510127"/>
            <a:ext cx="387065" cy="143432"/>
          </a:xfrm>
          <a:prstGeom prst="rect">
            <a:avLst/>
          </a:prstGeom>
          <a:noFill/>
        </p:spPr>
        <p:txBody>
          <a:bodyPr wrap="none" rtlCol="0">
            <a:spAutoFit/>
          </a:bodyPr>
          <a:lstStyle/>
          <a:p>
            <a:pPr algn="ctr" defTabSz="228611"/>
            <a:r>
              <a:rPr lang="en-US" sz="550" dirty="0">
                <a:solidFill>
                  <a:srgbClr val="4472C4"/>
                </a:solidFill>
                <a:latin typeface="Calibri" panose="020F0502020204030204"/>
              </a:rPr>
              <a:t>Node(1)</a:t>
            </a:r>
          </a:p>
        </p:txBody>
      </p:sp>
      <p:pic>
        <p:nvPicPr>
          <p:cNvPr id="175" name="Picture 174">
            <a:extLst>
              <a:ext uri="{FF2B5EF4-FFF2-40B4-BE49-F238E27FC236}">
                <a16:creationId xmlns:a16="http://schemas.microsoft.com/office/drawing/2014/main" id="{45ED5A26-DC59-4C31-AC35-3B275002AC66}"/>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686384" y="3426875"/>
            <a:ext cx="409710" cy="356454"/>
          </a:xfrm>
          <a:prstGeom prst="rect">
            <a:avLst/>
          </a:prstGeom>
        </p:spPr>
      </p:pic>
      <p:sp>
        <p:nvSpPr>
          <p:cNvPr id="267" name="TextBox 266">
            <a:extLst>
              <a:ext uri="{FF2B5EF4-FFF2-40B4-BE49-F238E27FC236}">
                <a16:creationId xmlns:a16="http://schemas.microsoft.com/office/drawing/2014/main" id="{7390CFF6-37F8-416F-B47B-DD132A77EB8A}"/>
              </a:ext>
            </a:extLst>
          </p:cNvPr>
          <p:cNvSpPr txBox="1"/>
          <p:nvPr/>
        </p:nvSpPr>
        <p:spPr>
          <a:xfrm>
            <a:off x="2573644" y="3723312"/>
            <a:ext cx="608075" cy="143432"/>
          </a:xfrm>
          <a:prstGeom prst="rect">
            <a:avLst/>
          </a:prstGeom>
          <a:noFill/>
        </p:spPr>
        <p:txBody>
          <a:bodyPr wrap="none" rtlCol="0">
            <a:spAutoFit/>
          </a:bodyPr>
          <a:lstStyle/>
          <a:p>
            <a:pPr algn="ctr" defTabSz="228611"/>
            <a:r>
              <a:rPr lang="en-US" sz="550" dirty="0">
                <a:solidFill>
                  <a:srgbClr val="4472C4"/>
                </a:solidFill>
                <a:latin typeface="Calibri" panose="020F0502020204030204"/>
              </a:rPr>
              <a:t>Master Node (1)</a:t>
            </a:r>
          </a:p>
        </p:txBody>
      </p:sp>
      <p:pic>
        <p:nvPicPr>
          <p:cNvPr id="268" name="Picture 267">
            <a:extLst>
              <a:ext uri="{FF2B5EF4-FFF2-40B4-BE49-F238E27FC236}">
                <a16:creationId xmlns:a16="http://schemas.microsoft.com/office/drawing/2014/main" id="{40ECA7A8-A4D1-49E6-A81B-412283DB9E24}"/>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3366440" y="3422841"/>
            <a:ext cx="409710" cy="356454"/>
          </a:xfrm>
          <a:prstGeom prst="rect">
            <a:avLst/>
          </a:prstGeom>
        </p:spPr>
      </p:pic>
      <p:sp>
        <p:nvSpPr>
          <p:cNvPr id="269" name="TextBox 268">
            <a:extLst>
              <a:ext uri="{FF2B5EF4-FFF2-40B4-BE49-F238E27FC236}">
                <a16:creationId xmlns:a16="http://schemas.microsoft.com/office/drawing/2014/main" id="{EDC13E72-DFED-40AB-BA83-0C0CB0B13EBD}"/>
              </a:ext>
            </a:extLst>
          </p:cNvPr>
          <p:cNvSpPr txBox="1"/>
          <p:nvPr/>
        </p:nvSpPr>
        <p:spPr>
          <a:xfrm>
            <a:off x="3286551" y="3713433"/>
            <a:ext cx="542369" cy="143432"/>
          </a:xfrm>
          <a:prstGeom prst="rect">
            <a:avLst/>
          </a:prstGeom>
          <a:noFill/>
        </p:spPr>
        <p:txBody>
          <a:bodyPr wrap="none" rtlCol="0">
            <a:spAutoFit/>
          </a:bodyPr>
          <a:lstStyle/>
          <a:p>
            <a:pPr algn="ctr" defTabSz="228611"/>
            <a:r>
              <a:rPr lang="en-US" sz="550" dirty="0">
                <a:solidFill>
                  <a:srgbClr val="4472C4"/>
                </a:solidFill>
                <a:latin typeface="Calibri" panose="020F0502020204030204"/>
              </a:rPr>
              <a:t>Data Node (3)</a:t>
            </a:r>
          </a:p>
        </p:txBody>
      </p:sp>
      <p:cxnSp>
        <p:nvCxnSpPr>
          <p:cNvPr id="271" name="Straight Arrow Connector 270">
            <a:extLst>
              <a:ext uri="{FF2B5EF4-FFF2-40B4-BE49-F238E27FC236}">
                <a16:creationId xmlns:a16="http://schemas.microsoft.com/office/drawing/2014/main" id="{034F70DC-7033-4644-9653-968FC9B207F8}"/>
              </a:ext>
            </a:extLst>
          </p:cNvPr>
          <p:cNvCxnSpPr>
            <a:cxnSpLocks/>
            <a:stCxn id="250" idx="1"/>
            <a:endCxn id="258" idx="3"/>
          </p:cNvCxnSpPr>
          <p:nvPr/>
        </p:nvCxnSpPr>
        <p:spPr>
          <a:xfrm flipH="1" flipV="1">
            <a:off x="3927762" y="3471890"/>
            <a:ext cx="266085" cy="3658"/>
          </a:xfrm>
          <a:prstGeom prst="straightConnector1">
            <a:avLst/>
          </a:prstGeom>
          <a:ln w="127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275" name="Picture 274" descr="A picture containing drawing&#10;&#10;Description automatically generated">
            <a:extLst>
              <a:ext uri="{FF2B5EF4-FFF2-40B4-BE49-F238E27FC236}">
                <a16:creationId xmlns:a16="http://schemas.microsoft.com/office/drawing/2014/main" id="{DCEED2B1-106A-4450-8247-6CE8329D543D}"/>
              </a:ext>
            </a:extLst>
          </p:cNvPr>
          <p:cNvPicPr>
            <a:picLocks noChangeAspect="1"/>
          </p:cNvPicPr>
          <p:nvPr/>
        </p:nvPicPr>
        <p:blipFill>
          <a:blip r:embed="rId1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948326" y="3667159"/>
            <a:ext cx="262994" cy="228809"/>
          </a:xfrm>
          <a:prstGeom prst="rect">
            <a:avLst/>
          </a:prstGeom>
        </p:spPr>
      </p:pic>
      <p:sp>
        <p:nvSpPr>
          <p:cNvPr id="276" name="Rectangle 275">
            <a:extLst>
              <a:ext uri="{FF2B5EF4-FFF2-40B4-BE49-F238E27FC236}">
                <a16:creationId xmlns:a16="http://schemas.microsoft.com/office/drawing/2014/main" id="{DEF35590-EF1B-4F00-AEB3-2DF4020662AC}"/>
              </a:ext>
            </a:extLst>
          </p:cNvPr>
          <p:cNvSpPr/>
          <p:nvPr/>
        </p:nvSpPr>
        <p:spPr>
          <a:xfrm>
            <a:off x="1750767" y="2979936"/>
            <a:ext cx="583249" cy="991225"/>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a:solidFill>
                <a:prstClr val="white"/>
              </a:solidFill>
              <a:latin typeface="Calibri" panose="020F0502020204030204"/>
            </a:endParaRPr>
          </a:p>
        </p:txBody>
      </p:sp>
      <p:sp>
        <p:nvSpPr>
          <p:cNvPr id="277" name="Rectangle 276">
            <a:extLst>
              <a:ext uri="{FF2B5EF4-FFF2-40B4-BE49-F238E27FC236}">
                <a16:creationId xmlns:a16="http://schemas.microsoft.com/office/drawing/2014/main" id="{4582C6DF-8752-4692-8BF9-3FB06BC258AB}"/>
              </a:ext>
            </a:extLst>
          </p:cNvPr>
          <p:cNvSpPr/>
          <p:nvPr/>
        </p:nvSpPr>
        <p:spPr>
          <a:xfrm>
            <a:off x="1705511" y="2948328"/>
            <a:ext cx="682769" cy="212029"/>
          </a:xfrm>
          <a:prstGeom prst="rect">
            <a:avLst/>
          </a:prstGeom>
          <a:noFill/>
        </p:spPr>
        <p:txBody>
          <a:bodyPr wrap="square" rtlCol="0">
            <a:spAutoFit/>
          </a:bodyPr>
          <a:lstStyle/>
          <a:p>
            <a:pPr algn="ctr" defTabSz="228611"/>
            <a:r>
              <a:rPr lang="pt-BR" sz="550" b="1" i="1" dirty="0">
                <a:solidFill>
                  <a:prstClr val="black"/>
                </a:solidFill>
                <a:latin typeface="Calibri" panose="020F0502020204030204"/>
              </a:rPr>
              <a:t>A4 v2 (4 vCPU(s) </a:t>
            </a:r>
          </a:p>
          <a:p>
            <a:pPr algn="ctr" defTabSz="228611"/>
            <a:r>
              <a:rPr lang="pt-BR" sz="550" b="1" i="1" dirty="0">
                <a:solidFill>
                  <a:prstClr val="black"/>
                </a:solidFill>
                <a:latin typeface="Calibri" panose="020F0502020204030204"/>
              </a:rPr>
              <a:t>8 GB RAM)</a:t>
            </a:r>
            <a:endParaRPr lang="en-US" sz="550" b="1" i="1" dirty="0">
              <a:solidFill>
                <a:prstClr val="black"/>
              </a:solidFill>
              <a:latin typeface="Calibri" panose="020F0502020204030204"/>
            </a:endParaRPr>
          </a:p>
        </p:txBody>
      </p:sp>
      <p:sp>
        <p:nvSpPr>
          <p:cNvPr id="278" name="TextBox 277">
            <a:extLst>
              <a:ext uri="{FF2B5EF4-FFF2-40B4-BE49-F238E27FC236}">
                <a16:creationId xmlns:a16="http://schemas.microsoft.com/office/drawing/2014/main" id="{4B3004EF-3D5E-4FC2-A7BA-396B1244E03E}"/>
              </a:ext>
            </a:extLst>
          </p:cNvPr>
          <p:cNvSpPr txBox="1"/>
          <p:nvPr/>
        </p:nvSpPr>
        <p:spPr>
          <a:xfrm>
            <a:off x="1881252" y="3497563"/>
            <a:ext cx="352719" cy="143432"/>
          </a:xfrm>
          <a:prstGeom prst="rect">
            <a:avLst/>
          </a:prstGeom>
          <a:noFill/>
        </p:spPr>
        <p:txBody>
          <a:bodyPr wrap="none" rtlCol="0">
            <a:spAutoFit/>
          </a:bodyPr>
          <a:lstStyle/>
          <a:p>
            <a:pPr algn="ctr" defTabSz="228611"/>
            <a:r>
              <a:rPr lang="en-US" sz="550" dirty="0">
                <a:solidFill>
                  <a:srgbClr val="4472C4"/>
                </a:solidFill>
                <a:latin typeface="Calibri" panose="020F0502020204030204"/>
              </a:rPr>
              <a:t>Kibana</a:t>
            </a:r>
          </a:p>
        </p:txBody>
      </p:sp>
      <p:cxnSp>
        <p:nvCxnSpPr>
          <p:cNvPr id="279" name="Straight Arrow Connector 278">
            <a:extLst>
              <a:ext uri="{FF2B5EF4-FFF2-40B4-BE49-F238E27FC236}">
                <a16:creationId xmlns:a16="http://schemas.microsoft.com/office/drawing/2014/main" id="{6811804A-A03B-4838-BAAC-E619B83C53D2}"/>
              </a:ext>
            </a:extLst>
          </p:cNvPr>
          <p:cNvCxnSpPr>
            <a:cxnSpLocks/>
            <a:stCxn id="258" idx="1"/>
            <a:endCxn id="276" idx="3"/>
          </p:cNvCxnSpPr>
          <p:nvPr/>
        </p:nvCxnSpPr>
        <p:spPr>
          <a:xfrm flipH="1">
            <a:off x="2334016" y="3471890"/>
            <a:ext cx="234805" cy="3658"/>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83" name="TextBox 282">
            <a:extLst>
              <a:ext uri="{FF2B5EF4-FFF2-40B4-BE49-F238E27FC236}">
                <a16:creationId xmlns:a16="http://schemas.microsoft.com/office/drawing/2014/main" id="{365594EF-491E-4033-8E8F-EF89CDDC41B4}"/>
              </a:ext>
            </a:extLst>
          </p:cNvPr>
          <p:cNvSpPr txBox="1"/>
          <p:nvPr/>
        </p:nvSpPr>
        <p:spPr>
          <a:xfrm>
            <a:off x="1767040" y="3951421"/>
            <a:ext cx="611060" cy="143432"/>
          </a:xfrm>
          <a:prstGeom prst="rect">
            <a:avLst/>
          </a:prstGeom>
          <a:noFill/>
        </p:spPr>
        <p:txBody>
          <a:bodyPr wrap="none" rtlCol="0">
            <a:spAutoFit/>
          </a:bodyPr>
          <a:lstStyle/>
          <a:p>
            <a:pPr algn="ctr" defTabSz="228611"/>
            <a:r>
              <a:rPr lang="en-US" sz="550" b="1" dirty="0">
                <a:solidFill>
                  <a:prstClr val="black"/>
                </a:solidFill>
                <a:latin typeface="Calibri" panose="020F0502020204030204"/>
              </a:rPr>
              <a:t>Virtual Machine</a:t>
            </a:r>
          </a:p>
        </p:txBody>
      </p:sp>
      <p:cxnSp>
        <p:nvCxnSpPr>
          <p:cNvPr id="194" name="Connector: Elbow 193">
            <a:extLst>
              <a:ext uri="{FF2B5EF4-FFF2-40B4-BE49-F238E27FC236}">
                <a16:creationId xmlns:a16="http://schemas.microsoft.com/office/drawing/2014/main" id="{4DA944F8-0BEC-4124-ACBB-CA34FA1F7657}"/>
              </a:ext>
            </a:extLst>
          </p:cNvPr>
          <p:cNvCxnSpPr>
            <a:cxnSpLocks/>
            <a:stCxn id="24" idx="3"/>
            <a:endCxn id="276" idx="0"/>
          </p:cNvCxnSpPr>
          <p:nvPr/>
        </p:nvCxnSpPr>
        <p:spPr>
          <a:xfrm flipH="1">
            <a:off x="2042392" y="1985092"/>
            <a:ext cx="1646388" cy="994844"/>
          </a:xfrm>
          <a:prstGeom prst="bentConnector4">
            <a:avLst>
              <a:gd name="adj1" fmla="val -13885"/>
              <a:gd name="adj2" fmla="val 57364"/>
            </a:avLst>
          </a:prstGeom>
          <a:noFill/>
          <a:ln w="9525"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203" name="Connector: Elbow 202">
            <a:extLst>
              <a:ext uri="{FF2B5EF4-FFF2-40B4-BE49-F238E27FC236}">
                <a16:creationId xmlns:a16="http://schemas.microsoft.com/office/drawing/2014/main" id="{5371B584-7D2C-45C7-A122-D296EEF94DD2}"/>
              </a:ext>
            </a:extLst>
          </p:cNvPr>
          <p:cNvCxnSpPr>
            <a:stCxn id="24" idx="3"/>
            <a:endCxn id="54" idx="1"/>
          </p:cNvCxnSpPr>
          <p:nvPr/>
        </p:nvCxnSpPr>
        <p:spPr>
          <a:xfrm flipV="1">
            <a:off x="3688780" y="1364254"/>
            <a:ext cx="1458898" cy="620838"/>
          </a:xfrm>
          <a:prstGeom prst="bentConnector3">
            <a:avLst>
              <a:gd name="adj1" fmla="val 50000"/>
            </a:avLst>
          </a:prstGeom>
          <a:noFill/>
          <a:ln w="9525" cap="flat">
            <a:solidFill>
              <a:schemeClr val="accent1"/>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grpSp>
        <p:nvGrpSpPr>
          <p:cNvPr id="68" name="Group 67">
            <a:extLst>
              <a:ext uri="{FF2B5EF4-FFF2-40B4-BE49-F238E27FC236}">
                <a16:creationId xmlns:a16="http://schemas.microsoft.com/office/drawing/2014/main" id="{A88E5AE1-5315-4207-A3BA-11577A859E16}"/>
              </a:ext>
            </a:extLst>
          </p:cNvPr>
          <p:cNvGrpSpPr/>
          <p:nvPr/>
        </p:nvGrpSpPr>
        <p:grpSpPr>
          <a:xfrm>
            <a:off x="7886891" y="3472031"/>
            <a:ext cx="417178" cy="208604"/>
            <a:chOff x="6031876" y="6832790"/>
            <a:chExt cx="895647" cy="514768"/>
          </a:xfrm>
        </p:grpSpPr>
        <p:sp>
          <p:nvSpPr>
            <p:cNvPr id="70" name="TextBox 69">
              <a:extLst>
                <a:ext uri="{FF2B5EF4-FFF2-40B4-BE49-F238E27FC236}">
                  <a16:creationId xmlns:a16="http://schemas.microsoft.com/office/drawing/2014/main" id="{92983AF5-69CB-4B12-891C-5EB647358E70}"/>
                </a:ext>
              </a:extLst>
            </p:cNvPr>
            <p:cNvSpPr txBox="1"/>
            <p:nvPr/>
          </p:nvSpPr>
          <p:spPr>
            <a:xfrm>
              <a:off x="6031876" y="6832790"/>
              <a:ext cx="879092" cy="369330"/>
            </a:xfrm>
            <a:prstGeom prst="rect">
              <a:avLst/>
            </a:prstGeom>
            <a:noFill/>
          </p:spPr>
          <p:txBody>
            <a:bodyPr wrap="none" rtlCol="0">
              <a:spAutoFit/>
            </a:bodyPr>
            <a:lstStyle/>
            <a:p>
              <a:pPr defTabSz="228611"/>
              <a:r>
                <a:rPr lang="en-US" sz="600" b="1" dirty="0">
                  <a:solidFill>
                    <a:srgbClr val="4472C4"/>
                  </a:solidFill>
                  <a:latin typeface="Calibri" panose="020F0502020204030204"/>
                </a:rPr>
                <a:t>User DB</a:t>
              </a:r>
            </a:p>
          </p:txBody>
        </p:sp>
        <p:sp>
          <p:nvSpPr>
            <p:cNvPr id="71" name="TextBox 70">
              <a:extLst>
                <a:ext uri="{FF2B5EF4-FFF2-40B4-BE49-F238E27FC236}">
                  <a16:creationId xmlns:a16="http://schemas.microsoft.com/office/drawing/2014/main" id="{05F51EB8-955D-4C8D-915F-9B5725EAE0FC}"/>
                </a:ext>
              </a:extLst>
            </p:cNvPr>
            <p:cNvSpPr txBox="1"/>
            <p:nvPr/>
          </p:nvSpPr>
          <p:spPr>
            <a:xfrm>
              <a:off x="6067671" y="6993616"/>
              <a:ext cx="859852" cy="353942"/>
            </a:xfrm>
            <a:prstGeom prst="rect">
              <a:avLst/>
            </a:prstGeom>
            <a:noFill/>
          </p:spPr>
          <p:txBody>
            <a:bodyPr wrap="none" rtlCol="0">
              <a:spAutoFit/>
            </a:bodyPr>
            <a:lstStyle/>
            <a:p>
              <a:pPr algn="ctr" defTabSz="228611"/>
              <a:r>
                <a:rPr lang="en-US" sz="550" dirty="0">
                  <a:solidFill>
                    <a:srgbClr val="4472C4"/>
                  </a:solidFill>
                  <a:latin typeface="Calibri" panose="020F0502020204030204"/>
                </a:rPr>
                <a:t>Postgres</a:t>
              </a:r>
            </a:p>
          </p:txBody>
        </p:sp>
      </p:grpSp>
      <p:sp>
        <p:nvSpPr>
          <p:cNvPr id="284" name="Rectangle 283">
            <a:extLst>
              <a:ext uri="{FF2B5EF4-FFF2-40B4-BE49-F238E27FC236}">
                <a16:creationId xmlns:a16="http://schemas.microsoft.com/office/drawing/2014/main" id="{779CB888-0930-4056-B0FB-F4A057100335}"/>
              </a:ext>
            </a:extLst>
          </p:cNvPr>
          <p:cNvSpPr/>
          <p:nvPr/>
        </p:nvSpPr>
        <p:spPr>
          <a:xfrm>
            <a:off x="6241512" y="2843008"/>
            <a:ext cx="2238851" cy="1245888"/>
          </a:xfrm>
          <a:prstGeom prst="rect">
            <a:avLst/>
          </a:prstGeom>
          <a:noFill/>
          <a:ln w="952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a:solidFill>
                <a:prstClr val="white"/>
              </a:solidFill>
              <a:latin typeface="Calibri" panose="020F0502020204030204"/>
            </a:endParaRPr>
          </a:p>
        </p:txBody>
      </p:sp>
      <p:grpSp>
        <p:nvGrpSpPr>
          <p:cNvPr id="285" name="Group 284">
            <a:extLst>
              <a:ext uri="{FF2B5EF4-FFF2-40B4-BE49-F238E27FC236}">
                <a16:creationId xmlns:a16="http://schemas.microsoft.com/office/drawing/2014/main" id="{18B4B0B9-80F1-4B81-970C-FEFDF3B3842B}"/>
              </a:ext>
            </a:extLst>
          </p:cNvPr>
          <p:cNvGrpSpPr/>
          <p:nvPr/>
        </p:nvGrpSpPr>
        <p:grpSpPr>
          <a:xfrm>
            <a:off x="7132387" y="3181232"/>
            <a:ext cx="455761" cy="475211"/>
            <a:chOff x="14804826" y="5305023"/>
            <a:chExt cx="978472" cy="1172669"/>
          </a:xfrm>
        </p:grpSpPr>
        <p:pic>
          <p:nvPicPr>
            <p:cNvPr id="286" name="Picture 10" descr="Oracle Instant Client 12.2 now has SQL*Loader and Data Pump ...">
              <a:extLst>
                <a:ext uri="{FF2B5EF4-FFF2-40B4-BE49-F238E27FC236}">
                  <a16:creationId xmlns:a16="http://schemas.microsoft.com/office/drawing/2014/main" id="{2F074E62-9C2A-4B47-9474-09059A4E130B}"/>
                </a:ext>
              </a:extLst>
            </p:cNvPr>
            <p:cNvPicPr>
              <a:picLocks noChangeAspect="1" noChangeArrowheads="1"/>
            </p:cNvPicPr>
            <p:nvPr/>
          </p:nvPicPr>
          <p:blipFill>
            <a:blip r:embed="rId31" cstate="print">
              <a:extLst>
                <a:ext uri="{28A0092B-C50C-407E-A947-70E740481C1C}">
                  <a14:useLocalDpi xmlns:a14="http://schemas.microsoft.com/office/drawing/2010/main" val="0"/>
                </a:ext>
              </a:extLst>
            </a:blip>
            <a:srcRect/>
            <a:stretch>
              <a:fillRect/>
            </a:stretch>
          </p:blipFill>
          <p:spPr bwMode="auto">
            <a:xfrm>
              <a:off x="14888558" y="5305023"/>
              <a:ext cx="818163" cy="818155"/>
            </a:xfrm>
            <a:prstGeom prst="rect">
              <a:avLst/>
            </a:prstGeom>
            <a:noFill/>
            <a:extLst>
              <a:ext uri="{909E8E84-426E-40DD-AFC4-6F175D3DCCD1}">
                <a14:hiddenFill xmlns:a14="http://schemas.microsoft.com/office/drawing/2010/main">
                  <a:solidFill>
                    <a:srgbClr val="FFFFFF"/>
                  </a:solidFill>
                </a14:hiddenFill>
              </a:ext>
            </a:extLst>
          </p:spPr>
        </p:pic>
        <p:sp>
          <p:nvSpPr>
            <p:cNvPr id="287" name="TextBox 286">
              <a:extLst>
                <a:ext uri="{FF2B5EF4-FFF2-40B4-BE49-F238E27FC236}">
                  <a16:creationId xmlns:a16="http://schemas.microsoft.com/office/drawing/2014/main" id="{6E74253B-509D-425B-B6E0-952550A14750}"/>
                </a:ext>
              </a:extLst>
            </p:cNvPr>
            <p:cNvSpPr txBox="1"/>
            <p:nvPr/>
          </p:nvSpPr>
          <p:spPr>
            <a:xfrm>
              <a:off x="14928221" y="6123748"/>
              <a:ext cx="741228" cy="353944"/>
            </a:xfrm>
            <a:prstGeom prst="rect">
              <a:avLst/>
            </a:prstGeom>
            <a:noFill/>
          </p:spPr>
          <p:txBody>
            <a:bodyPr wrap="none" rtlCol="0">
              <a:spAutoFit/>
            </a:bodyPr>
            <a:lstStyle/>
            <a:p>
              <a:pPr algn="ctr" defTabSz="228611"/>
              <a:r>
                <a:rPr lang="en-US" sz="550" dirty="0">
                  <a:solidFill>
                    <a:srgbClr val="4472C4"/>
                  </a:solidFill>
                  <a:latin typeface="Calibri" panose="020F0502020204030204"/>
                </a:rPr>
                <a:t>Oracle</a:t>
              </a:r>
            </a:p>
          </p:txBody>
        </p:sp>
        <p:sp>
          <p:nvSpPr>
            <p:cNvPr id="288" name="TextBox 287">
              <a:extLst>
                <a:ext uri="{FF2B5EF4-FFF2-40B4-BE49-F238E27FC236}">
                  <a16:creationId xmlns:a16="http://schemas.microsoft.com/office/drawing/2014/main" id="{4284EEFE-F6D4-4066-989E-69540DA04FAE}"/>
                </a:ext>
              </a:extLst>
            </p:cNvPr>
            <p:cNvSpPr txBox="1"/>
            <p:nvPr/>
          </p:nvSpPr>
          <p:spPr>
            <a:xfrm>
              <a:off x="14804826" y="5962117"/>
              <a:ext cx="978472" cy="369333"/>
            </a:xfrm>
            <a:prstGeom prst="rect">
              <a:avLst/>
            </a:prstGeom>
            <a:noFill/>
          </p:spPr>
          <p:txBody>
            <a:bodyPr wrap="none" rtlCol="0">
              <a:spAutoFit/>
            </a:bodyPr>
            <a:lstStyle/>
            <a:p>
              <a:pPr defTabSz="228611"/>
              <a:r>
                <a:rPr lang="en-US" sz="600" b="1" dirty="0">
                  <a:solidFill>
                    <a:srgbClr val="4472C4"/>
                  </a:solidFill>
                  <a:latin typeface="Calibri" panose="020F0502020204030204"/>
                </a:rPr>
                <a:t>Enova DB</a:t>
              </a:r>
            </a:p>
          </p:txBody>
        </p:sp>
      </p:grpSp>
      <p:grpSp>
        <p:nvGrpSpPr>
          <p:cNvPr id="289" name="Group 288">
            <a:extLst>
              <a:ext uri="{FF2B5EF4-FFF2-40B4-BE49-F238E27FC236}">
                <a16:creationId xmlns:a16="http://schemas.microsoft.com/office/drawing/2014/main" id="{96712558-5B87-4A94-9E2C-B636B5273AED}"/>
              </a:ext>
            </a:extLst>
          </p:cNvPr>
          <p:cNvGrpSpPr/>
          <p:nvPr/>
        </p:nvGrpSpPr>
        <p:grpSpPr>
          <a:xfrm>
            <a:off x="7246667" y="4427725"/>
            <a:ext cx="651618" cy="252591"/>
            <a:chOff x="11213157" y="2756208"/>
            <a:chExt cx="1398965" cy="623311"/>
          </a:xfrm>
        </p:grpSpPr>
        <p:sp>
          <p:nvSpPr>
            <p:cNvPr id="290" name="Flowchart: Magnetic Disk 289">
              <a:extLst>
                <a:ext uri="{FF2B5EF4-FFF2-40B4-BE49-F238E27FC236}">
                  <a16:creationId xmlns:a16="http://schemas.microsoft.com/office/drawing/2014/main" id="{AE019122-3919-4E47-9240-CD08757DF8C7}"/>
                </a:ext>
              </a:extLst>
            </p:cNvPr>
            <p:cNvSpPr/>
            <p:nvPr/>
          </p:nvSpPr>
          <p:spPr>
            <a:xfrm>
              <a:off x="11213157" y="2756208"/>
              <a:ext cx="460951" cy="623311"/>
            </a:xfrm>
            <a:prstGeom prst="flowChartMagneticDisk">
              <a:avLst/>
            </a:prstGeom>
          </p:spPr>
          <p:style>
            <a:lnRef idx="1">
              <a:schemeClr val="accent1"/>
            </a:lnRef>
            <a:fillRef idx="2">
              <a:schemeClr val="accent1"/>
            </a:fillRef>
            <a:effectRef idx="1">
              <a:schemeClr val="accent1"/>
            </a:effectRef>
            <a:fontRef idx="minor">
              <a:schemeClr val="dk1"/>
            </a:fontRef>
          </p:style>
          <p:txBody>
            <a:bodyPr rtlCol="0" anchor="ctr"/>
            <a:lstStyle/>
            <a:p>
              <a:pPr algn="ctr" defTabSz="228611"/>
              <a:endParaRPr lang="en-US" sz="900">
                <a:solidFill>
                  <a:prstClr val="black"/>
                </a:solidFill>
                <a:latin typeface="Calibri" panose="020F0502020204030204"/>
              </a:endParaRPr>
            </a:p>
          </p:txBody>
        </p:sp>
        <p:sp>
          <p:nvSpPr>
            <p:cNvPr id="291" name="TextBox 290">
              <a:extLst>
                <a:ext uri="{FF2B5EF4-FFF2-40B4-BE49-F238E27FC236}">
                  <a16:creationId xmlns:a16="http://schemas.microsoft.com/office/drawing/2014/main" id="{22832525-9131-4D8B-9920-CC7DF7672916}"/>
                </a:ext>
              </a:extLst>
            </p:cNvPr>
            <p:cNvSpPr txBox="1"/>
            <p:nvPr/>
          </p:nvSpPr>
          <p:spPr>
            <a:xfrm>
              <a:off x="11630432" y="2867214"/>
              <a:ext cx="981690" cy="369331"/>
            </a:xfrm>
            <a:prstGeom prst="rect">
              <a:avLst/>
            </a:prstGeom>
            <a:noFill/>
          </p:spPr>
          <p:txBody>
            <a:bodyPr wrap="none" rtlCol="0">
              <a:spAutoFit/>
            </a:bodyPr>
            <a:lstStyle/>
            <a:p>
              <a:pPr algn="ctr" defTabSz="228611"/>
              <a:r>
                <a:rPr lang="en-US" sz="600" b="1" dirty="0">
                  <a:solidFill>
                    <a:srgbClr val="4472C4"/>
                  </a:solidFill>
                  <a:latin typeface="Calibri" panose="020F0502020204030204"/>
                </a:rPr>
                <a:t>HVR Data</a:t>
              </a:r>
            </a:p>
          </p:txBody>
        </p:sp>
      </p:grpSp>
      <p:cxnSp>
        <p:nvCxnSpPr>
          <p:cNvPr id="292" name="Straight Arrow Connector 291">
            <a:extLst>
              <a:ext uri="{FF2B5EF4-FFF2-40B4-BE49-F238E27FC236}">
                <a16:creationId xmlns:a16="http://schemas.microsoft.com/office/drawing/2014/main" id="{8D40E1D6-E435-49A4-A515-928CA32BC1AC}"/>
              </a:ext>
            </a:extLst>
          </p:cNvPr>
          <p:cNvCxnSpPr>
            <a:cxnSpLocks/>
            <a:stCxn id="290" idx="1"/>
            <a:endCxn id="321" idx="2"/>
          </p:cNvCxnSpPr>
          <p:nvPr/>
        </p:nvCxnSpPr>
        <p:spPr>
          <a:xfrm flipH="1" flipV="1">
            <a:off x="7344598" y="3969522"/>
            <a:ext cx="9421" cy="458203"/>
          </a:xfrm>
          <a:prstGeom prst="straightConnector1">
            <a:avLst/>
          </a:prstGeom>
          <a:ln w="12700">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93" name="TextBox 292">
            <a:extLst>
              <a:ext uri="{FF2B5EF4-FFF2-40B4-BE49-F238E27FC236}">
                <a16:creationId xmlns:a16="http://schemas.microsoft.com/office/drawing/2014/main" id="{FA4DC6B1-B109-4D37-BD01-A1FB4850F42D}"/>
              </a:ext>
            </a:extLst>
          </p:cNvPr>
          <p:cNvSpPr txBox="1"/>
          <p:nvPr/>
        </p:nvSpPr>
        <p:spPr>
          <a:xfrm>
            <a:off x="7290148" y="4088897"/>
            <a:ext cx="400466" cy="176972"/>
          </a:xfrm>
          <a:prstGeom prst="rect">
            <a:avLst/>
          </a:prstGeom>
          <a:noFill/>
        </p:spPr>
        <p:txBody>
          <a:bodyPr wrap="square" rtlCol="0">
            <a:spAutoFit/>
          </a:bodyPr>
          <a:lstStyle/>
          <a:p>
            <a:pPr algn="ctr" defTabSz="228611"/>
            <a:r>
              <a:rPr lang="en-US" sz="550" dirty="0">
                <a:solidFill>
                  <a:srgbClr val="4472C4"/>
                </a:solidFill>
                <a:latin typeface="Calibri" panose="020F0502020204030204"/>
              </a:rPr>
              <a:t>Replica</a:t>
            </a:r>
          </a:p>
        </p:txBody>
      </p:sp>
      <p:pic>
        <p:nvPicPr>
          <p:cNvPr id="320" name="Picture 319" descr="A picture containing drawing&#10;&#10;Description automatically generated">
            <a:extLst>
              <a:ext uri="{FF2B5EF4-FFF2-40B4-BE49-F238E27FC236}">
                <a16:creationId xmlns:a16="http://schemas.microsoft.com/office/drawing/2014/main" id="{D0E39154-675D-4D65-AA9A-99E295B13501}"/>
              </a:ext>
            </a:extLst>
          </p:cNvPr>
          <p:cNvPicPr>
            <a:picLocks noChangeAspect="1"/>
          </p:cNvPicPr>
          <p:nvPr/>
        </p:nvPicPr>
        <p:blipFill>
          <a:blip r:embed="rId1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7263360" y="3727213"/>
            <a:ext cx="262995" cy="228809"/>
          </a:xfrm>
          <a:prstGeom prst="rect">
            <a:avLst/>
          </a:prstGeom>
        </p:spPr>
      </p:pic>
      <p:sp>
        <p:nvSpPr>
          <p:cNvPr id="321" name="Rectangle 320">
            <a:extLst>
              <a:ext uri="{FF2B5EF4-FFF2-40B4-BE49-F238E27FC236}">
                <a16:creationId xmlns:a16="http://schemas.microsoft.com/office/drawing/2014/main" id="{60B83FA9-5338-43E1-830C-B21FDD1F8E6D}"/>
              </a:ext>
            </a:extLst>
          </p:cNvPr>
          <p:cNvSpPr/>
          <p:nvPr/>
        </p:nvSpPr>
        <p:spPr>
          <a:xfrm>
            <a:off x="7036969" y="2978298"/>
            <a:ext cx="615257" cy="991224"/>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a:solidFill>
                <a:prstClr val="white"/>
              </a:solidFill>
              <a:latin typeface="Calibri" panose="020F0502020204030204"/>
            </a:endParaRPr>
          </a:p>
        </p:txBody>
      </p:sp>
      <p:sp>
        <p:nvSpPr>
          <p:cNvPr id="322" name="Rectangle 321">
            <a:extLst>
              <a:ext uri="{FF2B5EF4-FFF2-40B4-BE49-F238E27FC236}">
                <a16:creationId xmlns:a16="http://schemas.microsoft.com/office/drawing/2014/main" id="{118FA008-9081-49C6-A7C2-354735D25308}"/>
              </a:ext>
            </a:extLst>
          </p:cNvPr>
          <p:cNvSpPr/>
          <p:nvPr/>
        </p:nvSpPr>
        <p:spPr>
          <a:xfrm>
            <a:off x="6998301" y="2963695"/>
            <a:ext cx="682769" cy="246221"/>
          </a:xfrm>
          <a:prstGeom prst="rect">
            <a:avLst/>
          </a:prstGeom>
          <a:noFill/>
        </p:spPr>
        <p:txBody>
          <a:bodyPr wrap="square" rtlCol="0">
            <a:spAutoFit/>
          </a:bodyPr>
          <a:lstStyle/>
          <a:p>
            <a:pPr algn="ctr" defTabSz="228611"/>
            <a:r>
              <a:rPr lang="pt-BR" sz="500" b="1" i="1" dirty="0">
                <a:solidFill>
                  <a:prstClr val="black"/>
                </a:solidFill>
              </a:rPr>
              <a:t>1 Gs5-8 (8 vCPU(s), 448 GB RAM) </a:t>
            </a:r>
            <a:endParaRPr lang="en-US" sz="500" b="1" i="1" dirty="0">
              <a:solidFill>
                <a:prstClr val="black"/>
              </a:solidFill>
              <a:latin typeface="Calibri" panose="020F0502020204030204"/>
            </a:endParaRPr>
          </a:p>
        </p:txBody>
      </p:sp>
      <p:pic>
        <p:nvPicPr>
          <p:cNvPr id="328" name="Picture 327" descr="A picture containing drawing&#10;&#10;Description automatically generated">
            <a:extLst>
              <a:ext uri="{FF2B5EF4-FFF2-40B4-BE49-F238E27FC236}">
                <a16:creationId xmlns:a16="http://schemas.microsoft.com/office/drawing/2014/main" id="{74CCAA38-43C2-4057-BE50-956CF24D59BC}"/>
              </a:ext>
            </a:extLst>
          </p:cNvPr>
          <p:cNvPicPr>
            <a:picLocks noChangeAspect="1"/>
          </p:cNvPicPr>
          <p:nvPr/>
        </p:nvPicPr>
        <p:blipFill>
          <a:blip r:embed="rId1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7988655" y="3722958"/>
            <a:ext cx="262995" cy="228809"/>
          </a:xfrm>
          <a:prstGeom prst="rect">
            <a:avLst/>
          </a:prstGeom>
        </p:spPr>
      </p:pic>
      <p:sp>
        <p:nvSpPr>
          <p:cNvPr id="329" name="Rectangle 328">
            <a:extLst>
              <a:ext uri="{FF2B5EF4-FFF2-40B4-BE49-F238E27FC236}">
                <a16:creationId xmlns:a16="http://schemas.microsoft.com/office/drawing/2014/main" id="{1FE2AC0B-CC4B-4E8A-8997-8B405CD9A8F5}"/>
              </a:ext>
            </a:extLst>
          </p:cNvPr>
          <p:cNvSpPr/>
          <p:nvPr/>
        </p:nvSpPr>
        <p:spPr>
          <a:xfrm>
            <a:off x="7794271" y="2979937"/>
            <a:ext cx="583250" cy="991224"/>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611"/>
            <a:endParaRPr lang="en-US" sz="900">
              <a:solidFill>
                <a:prstClr val="white"/>
              </a:solidFill>
              <a:latin typeface="Calibri" panose="020F0502020204030204"/>
            </a:endParaRPr>
          </a:p>
        </p:txBody>
      </p:sp>
      <p:sp>
        <p:nvSpPr>
          <p:cNvPr id="330" name="Rectangle 329">
            <a:extLst>
              <a:ext uri="{FF2B5EF4-FFF2-40B4-BE49-F238E27FC236}">
                <a16:creationId xmlns:a16="http://schemas.microsoft.com/office/drawing/2014/main" id="{D4BB8FB2-B912-4F56-9F41-593DCBB15F87}"/>
              </a:ext>
            </a:extLst>
          </p:cNvPr>
          <p:cNvSpPr/>
          <p:nvPr/>
        </p:nvSpPr>
        <p:spPr>
          <a:xfrm>
            <a:off x="7752191" y="2968915"/>
            <a:ext cx="682769" cy="212029"/>
          </a:xfrm>
          <a:prstGeom prst="rect">
            <a:avLst/>
          </a:prstGeom>
          <a:noFill/>
        </p:spPr>
        <p:txBody>
          <a:bodyPr wrap="square" rtlCol="0">
            <a:spAutoFit/>
          </a:bodyPr>
          <a:lstStyle/>
          <a:p>
            <a:pPr algn="ctr" defTabSz="228611"/>
            <a:r>
              <a:rPr lang="pt-BR" sz="550" b="1" i="1" dirty="0">
                <a:solidFill>
                  <a:prstClr val="black"/>
                </a:solidFill>
              </a:rPr>
              <a:t>A4 v2 (4 vCPU(s) </a:t>
            </a:r>
          </a:p>
          <a:p>
            <a:pPr algn="ctr" defTabSz="228611"/>
            <a:r>
              <a:rPr lang="pt-BR" sz="550" b="1" i="1" dirty="0">
                <a:solidFill>
                  <a:prstClr val="black"/>
                </a:solidFill>
              </a:rPr>
              <a:t>8 GB RAM)</a:t>
            </a:r>
            <a:endParaRPr lang="en-US" sz="550" b="1" i="1" dirty="0">
              <a:solidFill>
                <a:prstClr val="black"/>
              </a:solidFill>
            </a:endParaRPr>
          </a:p>
        </p:txBody>
      </p:sp>
      <p:sp>
        <p:nvSpPr>
          <p:cNvPr id="331" name="TextBox 330">
            <a:extLst>
              <a:ext uri="{FF2B5EF4-FFF2-40B4-BE49-F238E27FC236}">
                <a16:creationId xmlns:a16="http://schemas.microsoft.com/office/drawing/2014/main" id="{68680E7F-6D8D-4697-9151-B71FE875CA28}"/>
              </a:ext>
            </a:extLst>
          </p:cNvPr>
          <p:cNvSpPr txBox="1"/>
          <p:nvPr/>
        </p:nvSpPr>
        <p:spPr>
          <a:xfrm rot="16200000">
            <a:off x="7400586" y="3371944"/>
            <a:ext cx="611061" cy="143433"/>
          </a:xfrm>
          <a:prstGeom prst="rect">
            <a:avLst/>
          </a:prstGeom>
          <a:noFill/>
        </p:spPr>
        <p:txBody>
          <a:bodyPr wrap="none" rtlCol="0">
            <a:spAutoFit/>
          </a:bodyPr>
          <a:lstStyle/>
          <a:p>
            <a:pPr algn="ctr" defTabSz="228611"/>
            <a:r>
              <a:rPr lang="en-US" sz="550" b="1" dirty="0">
                <a:solidFill>
                  <a:prstClr val="black"/>
                </a:solidFill>
                <a:latin typeface="Calibri" panose="020F0502020204030204"/>
              </a:rPr>
              <a:t>Virtual Machine</a:t>
            </a:r>
          </a:p>
        </p:txBody>
      </p:sp>
      <p:pic>
        <p:nvPicPr>
          <p:cNvPr id="341" name="Graphic 340">
            <a:extLst>
              <a:ext uri="{FF2B5EF4-FFF2-40B4-BE49-F238E27FC236}">
                <a16:creationId xmlns:a16="http://schemas.microsoft.com/office/drawing/2014/main" id="{81758D22-5F9B-44B0-A498-50A9B98C4BFD}"/>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106548" y="2687601"/>
            <a:ext cx="287624" cy="250237"/>
          </a:xfrm>
          <a:prstGeom prst="rect">
            <a:avLst/>
          </a:prstGeom>
        </p:spPr>
      </p:pic>
      <p:sp>
        <p:nvSpPr>
          <p:cNvPr id="351" name="TextBox 350">
            <a:extLst>
              <a:ext uri="{FF2B5EF4-FFF2-40B4-BE49-F238E27FC236}">
                <a16:creationId xmlns:a16="http://schemas.microsoft.com/office/drawing/2014/main" id="{4C63C6F3-4D4E-45D8-B6AE-F391508A95B7}"/>
              </a:ext>
            </a:extLst>
          </p:cNvPr>
          <p:cNvSpPr txBox="1"/>
          <p:nvPr/>
        </p:nvSpPr>
        <p:spPr>
          <a:xfrm>
            <a:off x="7383322" y="2522605"/>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cxnSp>
        <p:nvCxnSpPr>
          <p:cNvPr id="243" name="Connector: Elbow 242">
            <a:extLst>
              <a:ext uri="{FF2B5EF4-FFF2-40B4-BE49-F238E27FC236}">
                <a16:creationId xmlns:a16="http://schemas.microsoft.com/office/drawing/2014/main" id="{5809C201-A6DE-499E-AF69-9E08CC94FCDB}"/>
              </a:ext>
            </a:extLst>
          </p:cNvPr>
          <p:cNvCxnSpPr>
            <a:cxnSpLocks/>
            <a:stCxn id="65" idx="3"/>
            <a:endCxn id="260" idx="0"/>
          </p:cNvCxnSpPr>
          <p:nvPr/>
        </p:nvCxnSpPr>
        <p:spPr>
          <a:xfrm flipH="1">
            <a:off x="3227474" y="1983505"/>
            <a:ext cx="2274569" cy="970192"/>
          </a:xfrm>
          <a:prstGeom prst="bentConnector4">
            <a:avLst>
              <a:gd name="adj1" fmla="val -27706"/>
              <a:gd name="adj2" fmla="val 81506"/>
            </a:avLst>
          </a:prstGeom>
          <a:noFill/>
          <a:ln w="9525" cap="flat">
            <a:solidFill>
              <a:srgbClr val="0099FF"/>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377" name="Graphic 376">
            <a:extLst>
              <a:ext uri="{FF2B5EF4-FFF2-40B4-BE49-F238E27FC236}">
                <a16:creationId xmlns:a16="http://schemas.microsoft.com/office/drawing/2014/main" id="{61485D9D-D00F-4D00-AD23-8248C68B00FB}"/>
              </a:ext>
            </a:extLst>
          </p:cNvPr>
          <p:cNvPicPr>
            <a:picLocks noChangeAspect="1"/>
          </p:cNvPicPr>
          <p:nvPr/>
        </p:nvPicPr>
        <p:blipFill>
          <a:blip r:embed="rId32" cstate="print">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503202" y="3121183"/>
            <a:ext cx="276175" cy="240278"/>
          </a:xfrm>
          <a:prstGeom prst="rect">
            <a:avLst/>
          </a:prstGeom>
        </p:spPr>
      </p:pic>
      <p:sp>
        <p:nvSpPr>
          <p:cNvPr id="378" name="TextBox 377">
            <a:extLst>
              <a:ext uri="{FF2B5EF4-FFF2-40B4-BE49-F238E27FC236}">
                <a16:creationId xmlns:a16="http://schemas.microsoft.com/office/drawing/2014/main" id="{A0C2B845-DABD-4431-9EC8-27DC98EC9DE7}"/>
              </a:ext>
            </a:extLst>
          </p:cNvPr>
          <p:cNvSpPr txBox="1"/>
          <p:nvPr/>
        </p:nvSpPr>
        <p:spPr>
          <a:xfrm>
            <a:off x="6246149" y="2855759"/>
            <a:ext cx="744114" cy="176972"/>
          </a:xfrm>
          <a:prstGeom prst="rect">
            <a:avLst/>
          </a:prstGeom>
          <a:noFill/>
        </p:spPr>
        <p:txBody>
          <a:bodyPr wrap="none" rtlCol="0">
            <a:spAutoFit/>
          </a:bodyPr>
          <a:lstStyle/>
          <a:p>
            <a:pPr algn="ctr" defTabSz="228611"/>
            <a:r>
              <a:rPr lang="en-US" sz="550" dirty="0">
                <a:solidFill>
                  <a:srgbClr val="4472C4"/>
                </a:solidFill>
                <a:latin typeface="Calibri" panose="020F0502020204030204"/>
              </a:rPr>
              <a:t>Azure  Blob Storage</a:t>
            </a:r>
          </a:p>
        </p:txBody>
      </p:sp>
      <p:sp>
        <p:nvSpPr>
          <p:cNvPr id="379" name="TextBox 378">
            <a:extLst>
              <a:ext uri="{FF2B5EF4-FFF2-40B4-BE49-F238E27FC236}">
                <a16:creationId xmlns:a16="http://schemas.microsoft.com/office/drawing/2014/main" id="{D6CD7F2B-1601-46D2-86F5-4C373D040032}"/>
              </a:ext>
            </a:extLst>
          </p:cNvPr>
          <p:cNvSpPr txBox="1"/>
          <p:nvPr/>
        </p:nvSpPr>
        <p:spPr>
          <a:xfrm>
            <a:off x="6278531" y="2946577"/>
            <a:ext cx="639919" cy="184666"/>
          </a:xfrm>
          <a:prstGeom prst="rect">
            <a:avLst/>
          </a:prstGeom>
          <a:noFill/>
        </p:spPr>
        <p:txBody>
          <a:bodyPr wrap="none" rtlCol="0">
            <a:spAutoFit/>
          </a:bodyPr>
          <a:lstStyle/>
          <a:p>
            <a:pPr defTabSz="228611"/>
            <a:r>
              <a:rPr lang="en-US" sz="600" b="1" dirty="0">
                <a:solidFill>
                  <a:srgbClr val="4472C4"/>
                </a:solidFill>
                <a:latin typeface="Calibri" panose="020F0502020204030204"/>
              </a:rPr>
              <a:t>ES Documents</a:t>
            </a:r>
          </a:p>
        </p:txBody>
      </p:sp>
      <p:pic>
        <p:nvPicPr>
          <p:cNvPr id="381" name="Picture 8" descr="file server Icons PNG - Free PNG and Icons Downloads">
            <a:extLst>
              <a:ext uri="{FF2B5EF4-FFF2-40B4-BE49-F238E27FC236}">
                <a16:creationId xmlns:a16="http://schemas.microsoft.com/office/drawing/2014/main" id="{CF02F462-0C77-4F28-9D22-6DBF602AEA55}"/>
              </a:ext>
            </a:extLst>
          </p:cNvPr>
          <p:cNvPicPr>
            <a:picLocks noChangeAspect="1" noChangeArrowheads="1"/>
          </p:cNvPicPr>
          <p:nvPr/>
        </p:nvPicPr>
        <p:blipFill>
          <a:blip r:embed="rId34" cstate="print">
            <a:extLst>
              <a:ext uri="{28A0092B-C50C-407E-A947-70E740481C1C}">
                <a14:useLocalDpi xmlns:a14="http://schemas.microsoft.com/office/drawing/2010/main" val="0"/>
              </a:ext>
            </a:extLst>
          </a:blip>
          <a:srcRect/>
          <a:stretch>
            <a:fillRect/>
          </a:stretch>
        </p:blipFill>
        <p:spPr bwMode="auto">
          <a:xfrm>
            <a:off x="6505134" y="4478010"/>
            <a:ext cx="262733" cy="207025"/>
          </a:xfrm>
          <a:prstGeom prst="rect">
            <a:avLst/>
          </a:prstGeom>
          <a:noFill/>
          <a:extLst>
            <a:ext uri="{909E8E84-426E-40DD-AFC4-6F175D3DCCD1}">
              <a14:hiddenFill xmlns:a14="http://schemas.microsoft.com/office/drawing/2010/main">
                <a:solidFill>
                  <a:srgbClr val="FFFFFF"/>
                </a:solidFill>
              </a14:hiddenFill>
            </a:ext>
          </a:extLst>
        </p:spPr>
      </p:pic>
      <p:sp>
        <p:nvSpPr>
          <p:cNvPr id="382" name="TextBox 381">
            <a:extLst>
              <a:ext uri="{FF2B5EF4-FFF2-40B4-BE49-F238E27FC236}">
                <a16:creationId xmlns:a16="http://schemas.microsoft.com/office/drawing/2014/main" id="{4424F465-501B-4D7C-BCDF-A05064E7A5B6}"/>
              </a:ext>
            </a:extLst>
          </p:cNvPr>
          <p:cNvSpPr txBox="1"/>
          <p:nvPr/>
        </p:nvSpPr>
        <p:spPr>
          <a:xfrm>
            <a:off x="5776342" y="4424935"/>
            <a:ext cx="727538" cy="149668"/>
          </a:xfrm>
          <a:prstGeom prst="rect">
            <a:avLst/>
          </a:prstGeom>
          <a:noFill/>
        </p:spPr>
        <p:txBody>
          <a:bodyPr wrap="none" rtlCol="0">
            <a:spAutoFit/>
          </a:bodyPr>
          <a:lstStyle/>
          <a:p>
            <a:pPr defTabSz="228611"/>
            <a:r>
              <a:rPr lang="en-US" sz="600" b="1" dirty="0">
                <a:solidFill>
                  <a:srgbClr val="4472C4"/>
                </a:solidFill>
                <a:latin typeface="Calibri" panose="020F0502020204030204"/>
              </a:rPr>
              <a:t>Enovia Documents</a:t>
            </a:r>
          </a:p>
        </p:txBody>
      </p:sp>
      <p:sp>
        <p:nvSpPr>
          <p:cNvPr id="383" name="TextBox 382">
            <a:extLst>
              <a:ext uri="{FF2B5EF4-FFF2-40B4-BE49-F238E27FC236}">
                <a16:creationId xmlns:a16="http://schemas.microsoft.com/office/drawing/2014/main" id="{A7AB54B3-AC47-4AB5-8845-5301C723CEC0}"/>
              </a:ext>
            </a:extLst>
          </p:cNvPr>
          <p:cNvSpPr txBox="1"/>
          <p:nvPr/>
        </p:nvSpPr>
        <p:spPr>
          <a:xfrm>
            <a:off x="5980861" y="4526474"/>
            <a:ext cx="449784" cy="143432"/>
          </a:xfrm>
          <a:prstGeom prst="rect">
            <a:avLst/>
          </a:prstGeom>
          <a:noFill/>
        </p:spPr>
        <p:txBody>
          <a:bodyPr wrap="none" rtlCol="0">
            <a:spAutoFit/>
          </a:bodyPr>
          <a:lstStyle/>
          <a:p>
            <a:pPr algn="ctr" defTabSz="228611"/>
            <a:r>
              <a:rPr lang="en-US" sz="550" dirty="0">
                <a:solidFill>
                  <a:srgbClr val="4472C4"/>
                </a:solidFill>
                <a:latin typeface="Calibri" panose="020F0502020204030204"/>
              </a:rPr>
              <a:t>File Server</a:t>
            </a:r>
          </a:p>
        </p:txBody>
      </p:sp>
      <p:sp>
        <p:nvSpPr>
          <p:cNvPr id="384" name="TextBox 383">
            <a:extLst>
              <a:ext uri="{FF2B5EF4-FFF2-40B4-BE49-F238E27FC236}">
                <a16:creationId xmlns:a16="http://schemas.microsoft.com/office/drawing/2014/main" id="{A59B5B2D-C388-406A-946B-07AB6CDC1EAE}"/>
              </a:ext>
            </a:extLst>
          </p:cNvPr>
          <p:cNvSpPr txBox="1"/>
          <p:nvPr/>
        </p:nvSpPr>
        <p:spPr>
          <a:xfrm>
            <a:off x="6052449" y="4247669"/>
            <a:ext cx="654346" cy="176972"/>
          </a:xfrm>
          <a:prstGeom prst="rect">
            <a:avLst/>
          </a:prstGeom>
          <a:noFill/>
        </p:spPr>
        <p:txBody>
          <a:bodyPr wrap="none" rtlCol="0">
            <a:spAutoFit/>
          </a:bodyPr>
          <a:lstStyle/>
          <a:p>
            <a:pPr algn="ctr" defTabSz="228611"/>
            <a:r>
              <a:rPr lang="en-US" sz="550" dirty="0">
                <a:solidFill>
                  <a:srgbClr val="4472C4"/>
                </a:solidFill>
                <a:latin typeface="Calibri" panose="020F0502020204030204"/>
              </a:rPr>
              <a:t>Replica - </a:t>
            </a:r>
            <a:r>
              <a:rPr lang="en-US" sz="550" dirty="0" err="1">
                <a:solidFill>
                  <a:srgbClr val="4472C4"/>
                </a:solidFill>
                <a:latin typeface="Calibri" panose="020F0502020204030204"/>
              </a:rPr>
              <a:t>AzCopy</a:t>
            </a:r>
            <a:endParaRPr lang="en-US" sz="550" dirty="0">
              <a:solidFill>
                <a:srgbClr val="4472C4"/>
              </a:solidFill>
              <a:latin typeface="Calibri" panose="020F0502020204030204"/>
            </a:endParaRPr>
          </a:p>
        </p:txBody>
      </p:sp>
      <p:pic>
        <p:nvPicPr>
          <p:cNvPr id="401" name="Graphic 400">
            <a:extLst>
              <a:ext uri="{FF2B5EF4-FFF2-40B4-BE49-F238E27FC236}">
                <a16:creationId xmlns:a16="http://schemas.microsoft.com/office/drawing/2014/main" id="{F90A35A8-CA7E-43A0-8024-8826347B026D}"/>
              </a:ext>
            </a:extLst>
          </p:cNvPr>
          <p:cNvPicPr>
            <a:picLocks noChangeAspect="1"/>
          </p:cNvPicPr>
          <p:nvPr/>
        </p:nvPicPr>
        <p:blipFill>
          <a:blip r:embed="rId32" cstate="print">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6494629" y="3741187"/>
            <a:ext cx="276175" cy="240278"/>
          </a:xfrm>
          <a:prstGeom prst="rect">
            <a:avLst/>
          </a:prstGeom>
        </p:spPr>
      </p:pic>
      <p:cxnSp>
        <p:nvCxnSpPr>
          <p:cNvPr id="313" name="Connector: Elbow 312">
            <a:extLst>
              <a:ext uri="{FF2B5EF4-FFF2-40B4-BE49-F238E27FC236}">
                <a16:creationId xmlns:a16="http://schemas.microsoft.com/office/drawing/2014/main" id="{4177F10E-D7DB-489C-90DD-F45742938750}"/>
              </a:ext>
            </a:extLst>
          </p:cNvPr>
          <p:cNvCxnSpPr>
            <a:cxnSpLocks/>
            <a:stCxn id="321" idx="1"/>
            <a:endCxn id="238" idx="3"/>
          </p:cNvCxnSpPr>
          <p:nvPr/>
        </p:nvCxnSpPr>
        <p:spPr>
          <a:xfrm rot="10800000">
            <a:off x="5702397" y="3473556"/>
            <a:ext cx="1334572" cy="355"/>
          </a:xfrm>
          <a:prstGeom prst="bentConnector3">
            <a:avLst>
              <a:gd name="adj1" fmla="val 50000"/>
            </a:avLst>
          </a:prstGeom>
          <a:noFill/>
          <a:ln w="9525" cap="flat">
            <a:solidFill>
              <a:srgbClr val="FF0000"/>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417" name="TextBox 416">
            <a:extLst>
              <a:ext uri="{FF2B5EF4-FFF2-40B4-BE49-F238E27FC236}">
                <a16:creationId xmlns:a16="http://schemas.microsoft.com/office/drawing/2014/main" id="{09D8F82A-C510-44D4-A1F3-BE8F4C9C560F}"/>
              </a:ext>
            </a:extLst>
          </p:cNvPr>
          <p:cNvSpPr txBox="1"/>
          <p:nvPr/>
        </p:nvSpPr>
        <p:spPr>
          <a:xfrm>
            <a:off x="6278005" y="3592149"/>
            <a:ext cx="744114" cy="176972"/>
          </a:xfrm>
          <a:prstGeom prst="rect">
            <a:avLst/>
          </a:prstGeom>
          <a:noFill/>
        </p:spPr>
        <p:txBody>
          <a:bodyPr wrap="none" rtlCol="0">
            <a:spAutoFit/>
          </a:bodyPr>
          <a:lstStyle/>
          <a:p>
            <a:pPr algn="ctr" defTabSz="228611"/>
            <a:r>
              <a:rPr lang="en-US" sz="550" dirty="0">
                <a:solidFill>
                  <a:srgbClr val="4472C4"/>
                </a:solidFill>
                <a:latin typeface="Calibri" panose="020F0502020204030204"/>
              </a:rPr>
              <a:t>Azure  Blob Storage</a:t>
            </a:r>
          </a:p>
        </p:txBody>
      </p:sp>
      <p:sp>
        <p:nvSpPr>
          <p:cNvPr id="418" name="TextBox 417">
            <a:extLst>
              <a:ext uri="{FF2B5EF4-FFF2-40B4-BE49-F238E27FC236}">
                <a16:creationId xmlns:a16="http://schemas.microsoft.com/office/drawing/2014/main" id="{2134C217-A277-41B4-8855-68037ACC5541}"/>
              </a:ext>
            </a:extLst>
          </p:cNvPr>
          <p:cNvSpPr txBox="1"/>
          <p:nvPr/>
        </p:nvSpPr>
        <p:spPr>
          <a:xfrm>
            <a:off x="6260100" y="3513473"/>
            <a:ext cx="727538" cy="149668"/>
          </a:xfrm>
          <a:prstGeom prst="rect">
            <a:avLst/>
          </a:prstGeom>
          <a:noFill/>
        </p:spPr>
        <p:txBody>
          <a:bodyPr wrap="none" rtlCol="0">
            <a:spAutoFit/>
          </a:bodyPr>
          <a:lstStyle/>
          <a:p>
            <a:pPr defTabSz="228611"/>
            <a:r>
              <a:rPr lang="en-US" sz="600" b="1" dirty="0">
                <a:solidFill>
                  <a:srgbClr val="4472C4"/>
                </a:solidFill>
                <a:latin typeface="Calibri" panose="020F0502020204030204"/>
              </a:rPr>
              <a:t>Enovia Documents</a:t>
            </a:r>
          </a:p>
        </p:txBody>
      </p:sp>
      <p:cxnSp>
        <p:nvCxnSpPr>
          <p:cNvPr id="419" name="Straight Arrow Connector 418">
            <a:extLst>
              <a:ext uri="{FF2B5EF4-FFF2-40B4-BE49-F238E27FC236}">
                <a16:creationId xmlns:a16="http://schemas.microsoft.com/office/drawing/2014/main" id="{8AD3F3F4-2293-497B-91E5-27B297FF41DC}"/>
              </a:ext>
            </a:extLst>
          </p:cNvPr>
          <p:cNvCxnSpPr>
            <a:cxnSpLocks/>
            <a:stCxn id="381" idx="0"/>
            <a:endCxn id="401" idx="2"/>
          </p:cNvCxnSpPr>
          <p:nvPr/>
        </p:nvCxnSpPr>
        <p:spPr>
          <a:xfrm flipH="1" flipV="1">
            <a:off x="6632717" y="3981465"/>
            <a:ext cx="3784" cy="496545"/>
          </a:xfrm>
          <a:prstGeom prst="straightConnector1">
            <a:avLst/>
          </a:prstGeom>
          <a:ln w="12700">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4" name="Connector: Curved 343">
            <a:extLst>
              <a:ext uri="{FF2B5EF4-FFF2-40B4-BE49-F238E27FC236}">
                <a16:creationId xmlns:a16="http://schemas.microsoft.com/office/drawing/2014/main" id="{B4D2905D-C025-4134-A08E-5E0989BEE351}"/>
              </a:ext>
            </a:extLst>
          </p:cNvPr>
          <p:cNvCxnSpPr>
            <a:cxnSpLocks/>
            <a:endCxn id="377" idx="1"/>
          </p:cNvCxnSpPr>
          <p:nvPr/>
        </p:nvCxnSpPr>
        <p:spPr>
          <a:xfrm flipV="1">
            <a:off x="5679309" y="3241322"/>
            <a:ext cx="823893" cy="232234"/>
          </a:xfrm>
          <a:prstGeom prst="curvedConnector3">
            <a:avLst/>
          </a:prstGeom>
          <a:noFill/>
          <a:ln w="9525" cap="flat">
            <a:solidFill>
              <a:srgbClr val="FF0000"/>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434" name="TextBox 433">
            <a:extLst>
              <a:ext uri="{FF2B5EF4-FFF2-40B4-BE49-F238E27FC236}">
                <a16:creationId xmlns:a16="http://schemas.microsoft.com/office/drawing/2014/main" id="{80B442C6-4774-4A89-AC6E-07466A01B6BA}"/>
              </a:ext>
            </a:extLst>
          </p:cNvPr>
          <p:cNvSpPr txBox="1"/>
          <p:nvPr/>
        </p:nvSpPr>
        <p:spPr>
          <a:xfrm>
            <a:off x="5944043" y="3103910"/>
            <a:ext cx="436338" cy="176972"/>
          </a:xfrm>
          <a:prstGeom prst="rect">
            <a:avLst/>
          </a:prstGeom>
          <a:noFill/>
          <a:ln>
            <a:solidFill>
              <a:srgbClr val="FF0000"/>
            </a:solidFill>
          </a:ln>
        </p:spPr>
        <p:txBody>
          <a:bodyPr wrap="none" rtlCol="0">
            <a:spAutoFit/>
          </a:bodyPr>
          <a:lstStyle/>
          <a:p>
            <a:pPr algn="ctr" defTabSz="228611"/>
            <a:r>
              <a:rPr lang="en-US" sz="550" dirty="0">
                <a:solidFill>
                  <a:srgbClr val="FF0000"/>
                </a:solidFill>
                <a:latin typeface="Calibri" panose="020F0502020204030204"/>
              </a:rPr>
              <a:t>CSV Files</a:t>
            </a:r>
          </a:p>
        </p:txBody>
      </p:sp>
      <p:cxnSp>
        <p:nvCxnSpPr>
          <p:cNvPr id="354" name="Connector: Curved 353">
            <a:extLst>
              <a:ext uri="{FF2B5EF4-FFF2-40B4-BE49-F238E27FC236}">
                <a16:creationId xmlns:a16="http://schemas.microsoft.com/office/drawing/2014/main" id="{AEBD2FF6-81D8-476C-8E3A-9D62CFC6B1D0}"/>
              </a:ext>
            </a:extLst>
          </p:cNvPr>
          <p:cNvCxnSpPr>
            <a:stCxn id="65" idx="3"/>
            <a:endCxn id="377" idx="1"/>
          </p:cNvCxnSpPr>
          <p:nvPr/>
        </p:nvCxnSpPr>
        <p:spPr>
          <a:xfrm>
            <a:off x="5502043" y="1983510"/>
            <a:ext cx="1001159" cy="1257812"/>
          </a:xfrm>
          <a:prstGeom prst="curvedConnector3">
            <a:avLst>
              <a:gd name="adj1" fmla="val 54937"/>
            </a:avLst>
          </a:prstGeom>
          <a:noFill/>
          <a:ln w="9525" cap="flat">
            <a:solidFill>
              <a:srgbClr val="0099FF"/>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357" name="Connector: Curved 356">
            <a:extLst>
              <a:ext uri="{FF2B5EF4-FFF2-40B4-BE49-F238E27FC236}">
                <a16:creationId xmlns:a16="http://schemas.microsoft.com/office/drawing/2014/main" id="{A0A0E7AB-4278-46AF-9E57-C98BF9BC86E0}"/>
              </a:ext>
            </a:extLst>
          </p:cNvPr>
          <p:cNvCxnSpPr>
            <a:stCxn id="65" idx="3"/>
            <a:endCxn id="401" idx="1"/>
          </p:cNvCxnSpPr>
          <p:nvPr/>
        </p:nvCxnSpPr>
        <p:spPr>
          <a:xfrm>
            <a:off x="5502043" y="1983510"/>
            <a:ext cx="992586" cy="1877816"/>
          </a:xfrm>
          <a:prstGeom prst="curvedConnector3">
            <a:avLst>
              <a:gd name="adj1" fmla="val 43153"/>
            </a:avLst>
          </a:prstGeom>
          <a:noFill/>
          <a:ln w="9525" cap="flat">
            <a:solidFill>
              <a:srgbClr val="0099FF"/>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386" name="Connector: Curved 385">
            <a:extLst>
              <a:ext uri="{FF2B5EF4-FFF2-40B4-BE49-F238E27FC236}">
                <a16:creationId xmlns:a16="http://schemas.microsoft.com/office/drawing/2014/main" id="{30B383F8-CE75-49BD-99AF-63A74FBAA082}"/>
              </a:ext>
            </a:extLst>
          </p:cNvPr>
          <p:cNvCxnSpPr>
            <a:cxnSpLocks/>
          </p:cNvCxnSpPr>
          <p:nvPr/>
        </p:nvCxnSpPr>
        <p:spPr>
          <a:xfrm>
            <a:off x="5462982" y="1983505"/>
            <a:ext cx="2591508" cy="985412"/>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394" name="Connector: Curved 393">
            <a:extLst>
              <a:ext uri="{FF2B5EF4-FFF2-40B4-BE49-F238E27FC236}">
                <a16:creationId xmlns:a16="http://schemas.microsoft.com/office/drawing/2014/main" id="{394DDE54-4854-4C42-992E-618E4AF0E8FE}"/>
              </a:ext>
            </a:extLst>
          </p:cNvPr>
          <p:cNvCxnSpPr>
            <a:cxnSpLocks/>
            <a:stCxn id="91" idx="2"/>
            <a:endCxn id="322" idx="0"/>
          </p:cNvCxnSpPr>
          <p:nvPr/>
        </p:nvCxnSpPr>
        <p:spPr>
          <a:xfrm rot="5400000">
            <a:off x="7332231" y="2493466"/>
            <a:ext cx="477685" cy="462773"/>
          </a:xfrm>
          <a:prstGeom prst="curvedConnector3">
            <a:avLst>
              <a:gd name="adj1" fmla="val 50000"/>
            </a:avLst>
          </a:prstGeom>
          <a:noFill/>
          <a:ln w="9525" cap="flat">
            <a:solidFill>
              <a:schemeClr val="accent1"/>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397" name="Connector: Curved 396">
            <a:extLst>
              <a:ext uri="{FF2B5EF4-FFF2-40B4-BE49-F238E27FC236}">
                <a16:creationId xmlns:a16="http://schemas.microsoft.com/office/drawing/2014/main" id="{39130191-E1A9-46A5-B025-E40A5EC95173}"/>
              </a:ext>
            </a:extLst>
          </p:cNvPr>
          <p:cNvCxnSpPr>
            <a:stCxn id="65" idx="3"/>
            <a:endCxn id="98" idx="1"/>
          </p:cNvCxnSpPr>
          <p:nvPr/>
        </p:nvCxnSpPr>
        <p:spPr>
          <a:xfrm flipV="1">
            <a:off x="5502056" y="1294524"/>
            <a:ext cx="2173720" cy="688981"/>
          </a:xfrm>
          <a:prstGeom prst="curvedConnector3">
            <a:avLst/>
          </a:prstGeom>
          <a:noFill/>
          <a:ln w="9525" cap="flat">
            <a:solidFill>
              <a:srgbClr val="00B0F0"/>
            </a:solidFill>
            <a:prstDash val="solid"/>
            <a:round/>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469" name="Graphic 468">
            <a:extLst>
              <a:ext uri="{FF2B5EF4-FFF2-40B4-BE49-F238E27FC236}">
                <a16:creationId xmlns:a16="http://schemas.microsoft.com/office/drawing/2014/main" id="{FAB026A6-A579-402E-A9EF-0A40A3789717}"/>
              </a:ext>
            </a:extLst>
          </p:cNvPr>
          <p:cNvPicPr>
            <a:picLocks noChangeAspect="1"/>
          </p:cNvPicPr>
          <p:nvPr/>
        </p:nvPicPr>
        <p:blipFill>
          <a:blip r:embed="rId35" cstate="print">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8378007" y="4165207"/>
            <a:ext cx="237634" cy="230108"/>
          </a:xfrm>
          <a:prstGeom prst="rect">
            <a:avLst/>
          </a:prstGeom>
        </p:spPr>
      </p:pic>
      <p:sp>
        <p:nvSpPr>
          <p:cNvPr id="470" name="TextBox 469">
            <a:extLst>
              <a:ext uri="{FF2B5EF4-FFF2-40B4-BE49-F238E27FC236}">
                <a16:creationId xmlns:a16="http://schemas.microsoft.com/office/drawing/2014/main" id="{9E1CE357-0627-4807-8841-ECA74F187A84}"/>
              </a:ext>
            </a:extLst>
          </p:cNvPr>
          <p:cNvSpPr txBox="1"/>
          <p:nvPr/>
        </p:nvSpPr>
        <p:spPr>
          <a:xfrm>
            <a:off x="8121701" y="4333074"/>
            <a:ext cx="657552" cy="176972"/>
          </a:xfrm>
          <a:prstGeom prst="rect">
            <a:avLst/>
          </a:prstGeom>
          <a:noFill/>
        </p:spPr>
        <p:txBody>
          <a:bodyPr wrap="none" rtlCol="0">
            <a:spAutoFit/>
          </a:bodyPr>
          <a:lstStyle/>
          <a:p>
            <a:pPr defTabSz="228611"/>
            <a:r>
              <a:rPr lang="en-US" sz="550" b="1" dirty="0">
                <a:solidFill>
                  <a:srgbClr val="4472C4"/>
                </a:solidFill>
                <a:latin typeface="Calibri" panose="020F0502020204030204"/>
              </a:rPr>
              <a:t>Virtual Network</a:t>
            </a:r>
          </a:p>
        </p:txBody>
      </p:sp>
      <p:sp>
        <p:nvSpPr>
          <p:cNvPr id="471" name="Title 1">
            <a:extLst>
              <a:ext uri="{FF2B5EF4-FFF2-40B4-BE49-F238E27FC236}">
                <a16:creationId xmlns:a16="http://schemas.microsoft.com/office/drawing/2014/main" id="{A6AB1552-79F4-4C68-9671-1F9576646923}"/>
              </a:ext>
            </a:extLst>
          </p:cNvPr>
          <p:cNvSpPr>
            <a:spLocks noGrp="1"/>
          </p:cNvSpPr>
          <p:nvPr>
            <p:ph type="title"/>
          </p:nvPr>
        </p:nvSpPr>
        <p:spPr>
          <a:xfrm>
            <a:off x="4" y="-178"/>
            <a:ext cx="8723050" cy="452986"/>
          </a:xfrm>
        </p:spPr>
        <p:txBody>
          <a:bodyPr anchor="t">
            <a:noAutofit/>
          </a:bodyPr>
          <a:lstStyle/>
          <a:p>
            <a:r>
              <a:rPr lang="en-US" dirty="0">
                <a:solidFill>
                  <a:srgbClr val="007DC3"/>
                </a:solidFill>
              </a:rPr>
              <a:t>PROD Azure Infra -  External Subscription – Southeast Asia (Proposed)</a:t>
            </a:r>
          </a:p>
        </p:txBody>
      </p:sp>
      <p:sp>
        <p:nvSpPr>
          <p:cNvPr id="475" name="TextBox 474">
            <a:extLst>
              <a:ext uri="{FF2B5EF4-FFF2-40B4-BE49-F238E27FC236}">
                <a16:creationId xmlns:a16="http://schemas.microsoft.com/office/drawing/2014/main" id="{67335C07-B1B4-408A-9165-60E70EDDB280}"/>
              </a:ext>
            </a:extLst>
          </p:cNvPr>
          <p:cNvSpPr txBox="1"/>
          <p:nvPr/>
        </p:nvSpPr>
        <p:spPr>
          <a:xfrm>
            <a:off x="7942585" y="2638633"/>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sp>
        <p:nvSpPr>
          <p:cNvPr id="476" name="TextBox 475">
            <a:extLst>
              <a:ext uri="{FF2B5EF4-FFF2-40B4-BE49-F238E27FC236}">
                <a16:creationId xmlns:a16="http://schemas.microsoft.com/office/drawing/2014/main" id="{68C21A02-FB9E-4F87-B598-F5DCA20D48E2}"/>
              </a:ext>
            </a:extLst>
          </p:cNvPr>
          <p:cNvSpPr txBox="1"/>
          <p:nvPr/>
        </p:nvSpPr>
        <p:spPr>
          <a:xfrm>
            <a:off x="4422233" y="2645483"/>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sp>
        <p:nvSpPr>
          <p:cNvPr id="478" name="TextBox 477">
            <a:extLst>
              <a:ext uri="{FF2B5EF4-FFF2-40B4-BE49-F238E27FC236}">
                <a16:creationId xmlns:a16="http://schemas.microsoft.com/office/drawing/2014/main" id="{2AFB30E3-D50F-4530-8D34-185DFF240135}"/>
              </a:ext>
            </a:extLst>
          </p:cNvPr>
          <p:cNvSpPr txBox="1"/>
          <p:nvPr/>
        </p:nvSpPr>
        <p:spPr>
          <a:xfrm>
            <a:off x="2014679" y="2568504"/>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sp>
        <p:nvSpPr>
          <p:cNvPr id="479" name="TextBox 478">
            <a:extLst>
              <a:ext uri="{FF2B5EF4-FFF2-40B4-BE49-F238E27FC236}">
                <a16:creationId xmlns:a16="http://schemas.microsoft.com/office/drawing/2014/main" id="{4F49E5B0-6E84-4645-9736-0822218722D4}"/>
              </a:ext>
            </a:extLst>
          </p:cNvPr>
          <p:cNvSpPr txBox="1"/>
          <p:nvPr/>
        </p:nvSpPr>
        <p:spPr>
          <a:xfrm>
            <a:off x="3890756" y="3289745"/>
            <a:ext cx="358232" cy="143432"/>
          </a:xfrm>
          <a:prstGeom prst="rect">
            <a:avLst/>
          </a:prstGeom>
          <a:noFill/>
          <a:ln>
            <a:solidFill>
              <a:srgbClr val="FF0000"/>
            </a:solidFill>
          </a:ln>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sp>
        <p:nvSpPr>
          <p:cNvPr id="480" name="TextBox 479">
            <a:extLst>
              <a:ext uri="{FF2B5EF4-FFF2-40B4-BE49-F238E27FC236}">
                <a16:creationId xmlns:a16="http://schemas.microsoft.com/office/drawing/2014/main" id="{DC8AD91C-014E-430A-A3D2-FF1FB52F9970}"/>
              </a:ext>
            </a:extLst>
          </p:cNvPr>
          <p:cNvSpPr txBox="1"/>
          <p:nvPr/>
        </p:nvSpPr>
        <p:spPr>
          <a:xfrm>
            <a:off x="2275457" y="3289745"/>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sp>
        <p:nvSpPr>
          <p:cNvPr id="481" name="TextBox 480">
            <a:extLst>
              <a:ext uri="{FF2B5EF4-FFF2-40B4-BE49-F238E27FC236}">
                <a16:creationId xmlns:a16="http://schemas.microsoft.com/office/drawing/2014/main" id="{AC7B2DEB-EE95-4E79-AE92-EECD8AC6EBEB}"/>
              </a:ext>
            </a:extLst>
          </p:cNvPr>
          <p:cNvSpPr txBox="1"/>
          <p:nvPr/>
        </p:nvSpPr>
        <p:spPr>
          <a:xfrm>
            <a:off x="6044343" y="3761435"/>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sp>
        <p:nvSpPr>
          <p:cNvPr id="482" name="TextBox 481">
            <a:extLst>
              <a:ext uri="{FF2B5EF4-FFF2-40B4-BE49-F238E27FC236}">
                <a16:creationId xmlns:a16="http://schemas.microsoft.com/office/drawing/2014/main" id="{1C1C0A51-83AD-43BA-9AC4-E5B4F9E0DA59}"/>
              </a:ext>
            </a:extLst>
          </p:cNvPr>
          <p:cNvSpPr txBox="1"/>
          <p:nvPr/>
        </p:nvSpPr>
        <p:spPr>
          <a:xfrm>
            <a:off x="5991664" y="3322440"/>
            <a:ext cx="358232" cy="143432"/>
          </a:xfrm>
          <a:prstGeom prst="rect">
            <a:avLst/>
          </a:prstGeom>
          <a:noFill/>
        </p:spPr>
        <p:txBody>
          <a:bodyPr wrap="square" rtlCol="0">
            <a:spAutoFit/>
          </a:bodyPr>
          <a:lstStyle>
            <a:defPPr marL="0" marR="0" indent="0" algn="l" defTabSz="914153"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ctr" defTabSz="228611">
              <a:defRPr sz="550" b="1" i="1">
                <a:solidFill>
                  <a:prstClr val="black"/>
                </a:solidFill>
                <a:latin typeface="Calibri" panose="020F0502020204030204"/>
              </a:defRPr>
            </a:lvl1pPr>
          </a:lstStyle>
          <a:p>
            <a:r>
              <a:rPr lang="en-US" dirty="0"/>
              <a:t>https:</a:t>
            </a:r>
          </a:p>
        </p:txBody>
      </p:sp>
      <p:sp>
        <p:nvSpPr>
          <p:cNvPr id="484" name="Rectangle 483">
            <a:extLst>
              <a:ext uri="{FF2B5EF4-FFF2-40B4-BE49-F238E27FC236}">
                <a16:creationId xmlns:a16="http://schemas.microsoft.com/office/drawing/2014/main" id="{3119D8FC-ADB8-4064-93ED-1F6966C282D2}"/>
              </a:ext>
            </a:extLst>
          </p:cNvPr>
          <p:cNvSpPr/>
          <p:nvPr/>
        </p:nvSpPr>
        <p:spPr>
          <a:xfrm rot="16200000">
            <a:off x="1248231" y="3447253"/>
            <a:ext cx="583814" cy="176972"/>
          </a:xfrm>
          <a:prstGeom prst="rect">
            <a:avLst/>
          </a:prstGeom>
          <a:noFill/>
        </p:spPr>
        <p:txBody>
          <a:bodyPr wrap="none" rtlCol="0">
            <a:spAutoFit/>
          </a:bodyPr>
          <a:lstStyle/>
          <a:p>
            <a:pPr algn="ctr" defTabSz="228611"/>
            <a:r>
              <a:rPr lang="en-US" sz="550" b="1" dirty="0">
                <a:solidFill>
                  <a:prstClr val="black"/>
                </a:solidFill>
                <a:latin typeface="Calibri" panose="020F0502020204030204"/>
              </a:rPr>
              <a:t>Elastic Search</a:t>
            </a:r>
          </a:p>
        </p:txBody>
      </p:sp>
      <p:sp>
        <p:nvSpPr>
          <p:cNvPr id="168" name="TextBox 167">
            <a:extLst>
              <a:ext uri="{FF2B5EF4-FFF2-40B4-BE49-F238E27FC236}">
                <a16:creationId xmlns:a16="http://schemas.microsoft.com/office/drawing/2014/main" id="{DB635AF1-E521-424F-A51D-E9250B0966CE}"/>
              </a:ext>
            </a:extLst>
          </p:cNvPr>
          <p:cNvSpPr txBox="1"/>
          <p:nvPr/>
        </p:nvSpPr>
        <p:spPr>
          <a:xfrm>
            <a:off x="1281177" y="4584661"/>
            <a:ext cx="2597186" cy="461665"/>
          </a:xfrm>
          <a:prstGeom prst="rect">
            <a:avLst/>
          </a:prstGeom>
          <a:noFill/>
        </p:spPr>
        <p:txBody>
          <a:bodyPr wrap="none" rtlCol="0">
            <a:spAutoFit/>
          </a:bodyPr>
          <a:lstStyle/>
          <a:p>
            <a:pPr defTabSz="228611"/>
            <a:r>
              <a:rPr lang="en-US" sz="1200" b="1" dirty="0">
                <a:solidFill>
                  <a:srgbClr val="FF0000"/>
                </a:solidFill>
                <a:latin typeface="Calibri" panose="020F0502020204030204"/>
              </a:rPr>
              <a:t>* Oracle DB storage – Premium drives</a:t>
            </a:r>
          </a:p>
          <a:p>
            <a:pPr defTabSz="228611"/>
            <a:r>
              <a:rPr lang="en-US" sz="1200" b="1" dirty="0">
                <a:solidFill>
                  <a:srgbClr val="FF0000"/>
                </a:solidFill>
                <a:latin typeface="Calibri" panose="020F0502020204030204"/>
              </a:rPr>
              <a:t>* All Storage - Standard SSD drives.</a:t>
            </a:r>
          </a:p>
        </p:txBody>
      </p:sp>
      <p:pic>
        <p:nvPicPr>
          <p:cNvPr id="169" name="Picture 168"/>
          <p:cNvPicPr>
            <a:picLocks noChangeAspect="1"/>
          </p:cNvPicPr>
          <p:nvPr/>
        </p:nvPicPr>
        <p:blipFill>
          <a:blip r:embed="rId37"/>
          <a:stretch>
            <a:fillRect/>
          </a:stretch>
        </p:blipFill>
        <p:spPr>
          <a:xfrm>
            <a:off x="7995613" y="3176480"/>
            <a:ext cx="256037" cy="360724"/>
          </a:xfrm>
          <a:prstGeom prst="rect">
            <a:avLst/>
          </a:prstGeom>
        </p:spPr>
      </p:pic>
    </p:spTree>
    <p:extLst>
      <p:ext uri="{BB962C8B-B14F-4D97-AF65-F5344CB8AC3E}">
        <p14:creationId xmlns:p14="http://schemas.microsoft.com/office/powerpoint/2010/main" val="284638290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n 40">
            <a:extLst>
              <a:ext uri="{FF2B5EF4-FFF2-40B4-BE49-F238E27FC236}">
                <a16:creationId xmlns:a16="http://schemas.microsoft.com/office/drawing/2014/main" id="{87B29FDE-7668-47B1-AFC3-4673F40B6379}"/>
              </a:ext>
            </a:extLst>
          </p:cNvPr>
          <p:cNvSpPr/>
          <p:nvPr/>
        </p:nvSpPr>
        <p:spPr>
          <a:xfrm>
            <a:off x="354354" y="2080597"/>
            <a:ext cx="804598" cy="448621"/>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ENOVIA DB</a:t>
            </a:r>
          </a:p>
          <a:p>
            <a:pPr algn="ctr"/>
            <a:endParaRPr lang="en-US" sz="1200" dirty="0">
              <a:solidFill>
                <a:schemeClr val="bg1"/>
              </a:solidFill>
            </a:endParaRPr>
          </a:p>
        </p:txBody>
      </p:sp>
      <p:sp>
        <p:nvSpPr>
          <p:cNvPr id="6" name="Can 40">
            <a:extLst>
              <a:ext uri="{FF2B5EF4-FFF2-40B4-BE49-F238E27FC236}">
                <a16:creationId xmlns:a16="http://schemas.microsoft.com/office/drawing/2014/main" id="{1DCDB926-B9F4-4291-9529-093AE37F10AE}"/>
              </a:ext>
            </a:extLst>
          </p:cNvPr>
          <p:cNvSpPr/>
          <p:nvPr/>
        </p:nvSpPr>
        <p:spPr>
          <a:xfrm>
            <a:off x="2644072" y="2115079"/>
            <a:ext cx="918012" cy="448459"/>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Spec Reader DB</a:t>
            </a:r>
          </a:p>
          <a:p>
            <a:pPr algn="ctr"/>
            <a:endParaRPr lang="en-US" sz="1200" dirty="0">
              <a:solidFill>
                <a:schemeClr val="bg1"/>
              </a:solidFill>
            </a:endParaRPr>
          </a:p>
        </p:txBody>
      </p:sp>
      <p:sp>
        <p:nvSpPr>
          <p:cNvPr id="7" name="Rectangle 6">
            <a:extLst>
              <a:ext uri="{FF2B5EF4-FFF2-40B4-BE49-F238E27FC236}">
                <a16:creationId xmlns:a16="http://schemas.microsoft.com/office/drawing/2014/main" id="{502FF908-1B92-4FB7-B2E2-AFCC59FB6AFA}"/>
              </a:ext>
            </a:extLst>
          </p:cNvPr>
          <p:cNvSpPr/>
          <p:nvPr/>
        </p:nvSpPr>
        <p:spPr>
          <a:xfrm>
            <a:off x="1462977" y="2151687"/>
            <a:ext cx="706775" cy="391503"/>
          </a:xfrm>
          <a:prstGeom prst="rect">
            <a:avLst/>
          </a:prstGeom>
          <a:solidFill>
            <a:srgbClr val="1199D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mn-lt"/>
                <a:ea typeface="+mn-ea"/>
                <a:cs typeface="+mn-cs"/>
                <a:sym typeface="Calibri"/>
              </a:rPr>
              <a:t>HVR Hub</a:t>
            </a:r>
          </a:p>
        </p:txBody>
      </p:sp>
      <p:cxnSp>
        <p:nvCxnSpPr>
          <p:cNvPr id="8" name="Straight Arrow Connector 7">
            <a:extLst>
              <a:ext uri="{FF2B5EF4-FFF2-40B4-BE49-F238E27FC236}">
                <a16:creationId xmlns:a16="http://schemas.microsoft.com/office/drawing/2014/main" id="{AA5972EF-453E-46DF-B6CB-39D7654E621A}"/>
              </a:ext>
            </a:extLst>
          </p:cNvPr>
          <p:cNvCxnSpPr>
            <a:cxnSpLocks/>
          </p:cNvCxnSpPr>
          <p:nvPr/>
        </p:nvCxnSpPr>
        <p:spPr>
          <a:xfrm>
            <a:off x="1180218" y="2314781"/>
            <a:ext cx="256817" cy="4539"/>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9" name="Straight Arrow Connector 8">
            <a:extLst>
              <a:ext uri="{FF2B5EF4-FFF2-40B4-BE49-F238E27FC236}">
                <a16:creationId xmlns:a16="http://schemas.microsoft.com/office/drawing/2014/main" id="{21C37B62-4D37-4F22-855D-A7D381E9306A}"/>
              </a:ext>
            </a:extLst>
          </p:cNvPr>
          <p:cNvCxnSpPr>
            <a:cxnSpLocks/>
          </p:cNvCxnSpPr>
          <p:nvPr/>
        </p:nvCxnSpPr>
        <p:spPr>
          <a:xfrm>
            <a:off x="2169754" y="2351976"/>
            <a:ext cx="472240" cy="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14" name="Picture 13">
            <a:extLst>
              <a:ext uri="{FF2B5EF4-FFF2-40B4-BE49-F238E27FC236}">
                <a16:creationId xmlns:a16="http://schemas.microsoft.com/office/drawing/2014/main" id="{E51CFA8A-3417-427F-BAC6-61FC1C08D815}"/>
              </a:ext>
            </a:extLst>
          </p:cNvPr>
          <p:cNvPicPr>
            <a:picLocks noChangeAspect="1"/>
          </p:cNvPicPr>
          <p:nvPr/>
        </p:nvPicPr>
        <p:blipFill>
          <a:blip r:embed="rId2"/>
          <a:stretch>
            <a:fillRect/>
          </a:stretch>
        </p:blipFill>
        <p:spPr>
          <a:xfrm>
            <a:off x="5052371" y="952592"/>
            <a:ext cx="596373" cy="534115"/>
          </a:xfrm>
          <a:prstGeom prst="rect">
            <a:avLst/>
          </a:prstGeom>
        </p:spPr>
      </p:pic>
      <p:pic>
        <p:nvPicPr>
          <p:cNvPr id="15" name="Picture 14">
            <a:extLst>
              <a:ext uri="{FF2B5EF4-FFF2-40B4-BE49-F238E27FC236}">
                <a16:creationId xmlns:a16="http://schemas.microsoft.com/office/drawing/2014/main" id="{A8468980-A53C-4550-AF92-C49967D1CAB1}"/>
              </a:ext>
            </a:extLst>
          </p:cNvPr>
          <p:cNvPicPr>
            <a:picLocks noChangeAspect="1"/>
          </p:cNvPicPr>
          <p:nvPr/>
        </p:nvPicPr>
        <p:blipFill>
          <a:blip r:embed="rId2"/>
          <a:stretch>
            <a:fillRect/>
          </a:stretch>
        </p:blipFill>
        <p:spPr>
          <a:xfrm>
            <a:off x="5124143" y="3295543"/>
            <a:ext cx="636630" cy="570169"/>
          </a:xfrm>
          <a:prstGeom prst="rect">
            <a:avLst/>
          </a:prstGeom>
        </p:spPr>
      </p:pic>
      <p:cxnSp>
        <p:nvCxnSpPr>
          <p:cNvPr id="18" name="Elbow Connector 54">
            <a:extLst>
              <a:ext uri="{FF2B5EF4-FFF2-40B4-BE49-F238E27FC236}">
                <a16:creationId xmlns:a16="http://schemas.microsoft.com/office/drawing/2014/main" id="{7156C53B-6B5B-4D27-AE5E-6F5BE16AE263}"/>
              </a:ext>
            </a:extLst>
          </p:cNvPr>
          <p:cNvCxnSpPr>
            <a:cxnSpLocks/>
            <a:stCxn id="6" idx="4"/>
          </p:cNvCxnSpPr>
          <p:nvPr/>
        </p:nvCxnSpPr>
        <p:spPr>
          <a:xfrm flipV="1">
            <a:off x="3562084" y="1201319"/>
            <a:ext cx="1465039" cy="1137990"/>
          </a:xfrm>
          <a:prstGeom prst="bentConnector3">
            <a:avLst>
              <a:gd name="adj1" fmla="val 50000"/>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55" name="TextBox 54">
            <a:extLst>
              <a:ext uri="{FF2B5EF4-FFF2-40B4-BE49-F238E27FC236}">
                <a16:creationId xmlns:a16="http://schemas.microsoft.com/office/drawing/2014/main" id="{D360F04B-F4E1-430E-B11A-73208263E83C}"/>
              </a:ext>
            </a:extLst>
          </p:cNvPr>
          <p:cNvSpPr txBox="1"/>
          <p:nvPr/>
        </p:nvSpPr>
        <p:spPr>
          <a:xfrm>
            <a:off x="4891552" y="701658"/>
            <a:ext cx="918012"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200" b="1" i="0" u="none" strike="noStrike" cap="none" spc="0" normalizeH="0" baseline="0" dirty="0">
                <a:ln>
                  <a:noFill/>
                </a:ln>
                <a:solidFill>
                  <a:srgbClr val="0652A6"/>
                </a:solidFill>
                <a:effectLst/>
                <a:uFillTx/>
                <a:sym typeface="Calibri"/>
              </a:rPr>
              <a:t>LxBO</a:t>
            </a:r>
            <a:endParaRPr kumimoji="0" lang="en-US" sz="1100" b="1" i="0" u="none" strike="noStrike" cap="none" spc="0" normalizeH="0" baseline="0" dirty="0">
              <a:ln>
                <a:noFill/>
              </a:ln>
              <a:solidFill>
                <a:srgbClr val="0652A6"/>
              </a:solidFill>
              <a:effectLst/>
              <a:uFillTx/>
              <a:sym typeface="Calibri"/>
            </a:endParaRPr>
          </a:p>
        </p:txBody>
      </p:sp>
      <p:sp>
        <p:nvSpPr>
          <p:cNvPr id="56" name="TextBox 55">
            <a:extLst>
              <a:ext uri="{FF2B5EF4-FFF2-40B4-BE49-F238E27FC236}">
                <a16:creationId xmlns:a16="http://schemas.microsoft.com/office/drawing/2014/main" id="{6BF06516-74C7-45AA-A4C7-7D698A88C35B}"/>
              </a:ext>
            </a:extLst>
          </p:cNvPr>
          <p:cNvSpPr txBox="1"/>
          <p:nvPr/>
        </p:nvSpPr>
        <p:spPr>
          <a:xfrm>
            <a:off x="5016490" y="3929300"/>
            <a:ext cx="986542"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SR_MONITOR</a:t>
            </a:r>
            <a:endParaRPr kumimoji="0" lang="en-US" sz="1050" b="1" i="0" u="none" strike="noStrike" cap="none" spc="0" normalizeH="0" baseline="0" dirty="0">
              <a:ln>
                <a:noFill/>
              </a:ln>
              <a:solidFill>
                <a:srgbClr val="0652A6"/>
              </a:solidFill>
              <a:effectLst/>
              <a:uFillTx/>
              <a:sym typeface="Calibri"/>
            </a:endParaRPr>
          </a:p>
        </p:txBody>
      </p:sp>
      <p:pic>
        <p:nvPicPr>
          <p:cNvPr id="58" name="Picture 57">
            <a:extLst>
              <a:ext uri="{FF2B5EF4-FFF2-40B4-BE49-F238E27FC236}">
                <a16:creationId xmlns:a16="http://schemas.microsoft.com/office/drawing/2014/main" id="{4D23EF5A-E213-4C85-AD4E-AD82EE73F8A2}"/>
              </a:ext>
            </a:extLst>
          </p:cNvPr>
          <p:cNvPicPr>
            <a:picLocks noChangeAspect="1"/>
          </p:cNvPicPr>
          <p:nvPr/>
        </p:nvPicPr>
        <p:blipFill>
          <a:blip r:embed="rId3"/>
          <a:stretch>
            <a:fillRect/>
          </a:stretch>
        </p:blipFill>
        <p:spPr>
          <a:xfrm>
            <a:off x="6451371" y="1418860"/>
            <a:ext cx="595535" cy="514350"/>
          </a:xfrm>
          <a:prstGeom prst="rect">
            <a:avLst/>
          </a:prstGeom>
        </p:spPr>
      </p:pic>
      <p:sp>
        <p:nvSpPr>
          <p:cNvPr id="63" name="TextBox 62">
            <a:extLst>
              <a:ext uri="{FF2B5EF4-FFF2-40B4-BE49-F238E27FC236}">
                <a16:creationId xmlns:a16="http://schemas.microsoft.com/office/drawing/2014/main" id="{763239FB-B2EC-4DB6-8EA6-7D9E74ED78BE}"/>
              </a:ext>
            </a:extLst>
          </p:cNvPr>
          <p:cNvSpPr txBox="1"/>
          <p:nvPr/>
        </p:nvSpPr>
        <p:spPr>
          <a:xfrm>
            <a:off x="6427556" y="835527"/>
            <a:ext cx="1282117"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200" dirty="0">
                <a:solidFill>
                  <a:srgbClr val="0652A6"/>
                </a:solidFill>
              </a:rPr>
              <a:t>Data</a:t>
            </a:r>
            <a:r>
              <a:rPr lang="en-US" sz="1100" dirty="0">
                <a:solidFill>
                  <a:srgbClr val="0652A6"/>
                </a:solidFill>
              </a:rPr>
              <a:t> </a:t>
            </a:r>
            <a:r>
              <a:rPr lang="en-US" sz="1200" dirty="0">
                <a:solidFill>
                  <a:srgbClr val="0652A6"/>
                </a:solidFill>
              </a:rPr>
              <a:t>modified event</a:t>
            </a:r>
          </a:p>
          <a:p>
            <a:pPr algn="ctr"/>
            <a:r>
              <a:rPr kumimoji="0" lang="en-US" sz="1200" i="0" u="none" strike="noStrike" cap="none" spc="0" normalizeH="0" baseline="0" dirty="0">
                <a:ln>
                  <a:noFill/>
                </a:ln>
                <a:solidFill>
                  <a:srgbClr val="0652A6"/>
                </a:solidFill>
                <a:effectLst/>
                <a:uFillTx/>
                <a:sym typeface="Calibri"/>
              </a:rPr>
              <a:t>Trigger</a:t>
            </a:r>
            <a:endParaRPr kumimoji="0" lang="en-US" sz="1100" i="0" u="none" strike="noStrike" cap="none" spc="0" normalizeH="0" baseline="0" dirty="0">
              <a:ln>
                <a:noFill/>
              </a:ln>
              <a:solidFill>
                <a:srgbClr val="0652A6"/>
              </a:solidFill>
              <a:effectLst/>
              <a:uFillTx/>
              <a:sym typeface="Calibri"/>
            </a:endParaRPr>
          </a:p>
        </p:txBody>
      </p:sp>
      <p:sp>
        <p:nvSpPr>
          <p:cNvPr id="78" name="TextBox 77">
            <a:extLst>
              <a:ext uri="{FF2B5EF4-FFF2-40B4-BE49-F238E27FC236}">
                <a16:creationId xmlns:a16="http://schemas.microsoft.com/office/drawing/2014/main" id="{27BA7FC6-3889-4D07-A613-F134143DE03A}"/>
              </a:ext>
            </a:extLst>
          </p:cNvPr>
          <p:cNvSpPr txBox="1"/>
          <p:nvPr/>
        </p:nvSpPr>
        <p:spPr>
          <a:xfrm>
            <a:off x="1332202" y="1802406"/>
            <a:ext cx="918012"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100" dirty="0">
                <a:solidFill>
                  <a:srgbClr val="0652A6"/>
                </a:solidFill>
              </a:rPr>
              <a:t>Replication</a:t>
            </a:r>
          </a:p>
        </p:txBody>
      </p:sp>
      <p:cxnSp>
        <p:nvCxnSpPr>
          <p:cNvPr id="91" name="Connector: Curved 90">
            <a:extLst>
              <a:ext uri="{FF2B5EF4-FFF2-40B4-BE49-F238E27FC236}">
                <a16:creationId xmlns:a16="http://schemas.microsoft.com/office/drawing/2014/main" id="{8DE5E18D-6EEF-4B56-8D79-B17CE09041E0}"/>
              </a:ext>
            </a:extLst>
          </p:cNvPr>
          <p:cNvCxnSpPr>
            <a:cxnSpLocks/>
          </p:cNvCxnSpPr>
          <p:nvPr/>
        </p:nvCxnSpPr>
        <p:spPr>
          <a:xfrm>
            <a:off x="5689909" y="1232995"/>
            <a:ext cx="112029" cy="2360978"/>
          </a:xfrm>
          <a:prstGeom prst="curvedConnector3">
            <a:avLst>
              <a:gd name="adj1" fmla="val 845036"/>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103" name="Graphic 102">
            <a:extLst>
              <a:ext uri="{FF2B5EF4-FFF2-40B4-BE49-F238E27FC236}">
                <a16:creationId xmlns:a16="http://schemas.microsoft.com/office/drawing/2014/main" id="{09758387-B15D-48D8-831F-46A7145C9E92}"/>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67523" y="3230184"/>
            <a:ext cx="383602" cy="333742"/>
          </a:xfrm>
          <a:prstGeom prst="rect">
            <a:avLst/>
          </a:prstGeom>
        </p:spPr>
      </p:pic>
      <p:cxnSp>
        <p:nvCxnSpPr>
          <p:cNvPr id="104" name="Connector: Curved 103">
            <a:extLst>
              <a:ext uri="{FF2B5EF4-FFF2-40B4-BE49-F238E27FC236}">
                <a16:creationId xmlns:a16="http://schemas.microsoft.com/office/drawing/2014/main" id="{B460DF8D-D70D-4E0F-8582-1F89BA8B738B}"/>
              </a:ext>
            </a:extLst>
          </p:cNvPr>
          <p:cNvCxnSpPr>
            <a:cxnSpLocks/>
            <a:endCxn id="120" idx="2"/>
          </p:cNvCxnSpPr>
          <p:nvPr/>
        </p:nvCxnSpPr>
        <p:spPr>
          <a:xfrm flipV="1">
            <a:off x="5760773" y="1335066"/>
            <a:ext cx="2667282" cy="2393938"/>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115" name="Picture 16">
            <a:extLst>
              <a:ext uri="{FF2B5EF4-FFF2-40B4-BE49-F238E27FC236}">
                <a16:creationId xmlns:a16="http://schemas.microsoft.com/office/drawing/2014/main" id="{1563B11B-9BED-4C93-A785-63042850AC58}"/>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1930" t="16565" r="21683" b="16391"/>
          <a:stretch/>
        </p:blipFill>
        <p:spPr bwMode="auto">
          <a:xfrm>
            <a:off x="8197115" y="2347074"/>
            <a:ext cx="301804" cy="296313"/>
          </a:xfrm>
          <a:prstGeom prst="rect">
            <a:avLst/>
          </a:prstGeom>
          <a:noFill/>
          <a:extLst>
            <a:ext uri="{909E8E84-426E-40DD-AFC4-6F175D3DCCD1}">
              <a14:hiddenFill xmlns:a14="http://schemas.microsoft.com/office/drawing/2010/main">
                <a:solidFill>
                  <a:srgbClr val="FFFFFF"/>
                </a:solidFill>
              </a14:hiddenFill>
            </a:ext>
          </a:extLst>
        </p:spPr>
      </p:pic>
      <p:sp>
        <p:nvSpPr>
          <p:cNvPr id="117" name="TextBox 116">
            <a:extLst>
              <a:ext uri="{FF2B5EF4-FFF2-40B4-BE49-F238E27FC236}">
                <a16:creationId xmlns:a16="http://schemas.microsoft.com/office/drawing/2014/main" id="{8F0393BB-EAA2-459D-98CE-2428383EED8A}"/>
              </a:ext>
            </a:extLst>
          </p:cNvPr>
          <p:cNvSpPr txBox="1"/>
          <p:nvPr/>
        </p:nvSpPr>
        <p:spPr>
          <a:xfrm>
            <a:off x="7983408" y="2657299"/>
            <a:ext cx="729218" cy="230832"/>
          </a:xfrm>
          <a:prstGeom prst="rect">
            <a:avLst/>
          </a:prstGeom>
          <a:noFill/>
        </p:spPr>
        <p:txBody>
          <a:bodyPr wrap="square" rtlCol="0">
            <a:spAutoFit/>
          </a:bodyPr>
          <a:lstStyle/>
          <a:p>
            <a:pPr algn="ctr" defTabSz="228611"/>
            <a:r>
              <a:rPr lang="en-US" sz="900" dirty="0">
                <a:solidFill>
                  <a:srgbClr val="0652A6"/>
                </a:solidFill>
              </a:rPr>
              <a:t>Logstash</a:t>
            </a:r>
            <a:endParaRPr lang="en-US" sz="1200" dirty="0">
              <a:solidFill>
                <a:srgbClr val="0652A6"/>
              </a:solidFill>
            </a:endParaRPr>
          </a:p>
        </p:txBody>
      </p:sp>
      <p:pic>
        <p:nvPicPr>
          <p:cNvPr id="118" name="Picture 12" descr="Elasticsearch Logo">
            <a:extLst>
              <a:ext uri="{FF2B5EF4-FFF2-40B4-BE49-F238E27FC236}">
                <a16:creationId xmlns:a16="http://schemas.microsoft.com/office/drawing/2014/main" id="{00D54BF0-6A6E-44C9-A072-45300DB8EB83}"/>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0138" t="9098" r="9765" b="8995"/>
          <a:stretch/>
        </p:blipFill>
        <p:spPr bwMode="auto">
          <a:xfrm>
            <a:off x="8221997" y="805575"/>
            <a:ext cx="301804" cy="294034"/>
          </a:xfrm>
          <a:prstGeom prst="rect">
            <a:avLst/>
          </a:prstGeom>
          <a:noFill/>
          <a:extLst>
            <a:ext uri="{909E8E84-426E-40DD-AFC4-6F175D3DCCD1}">
              <a14:hiddenFill xmlns:a14="http://schemas.microsoft.com/office/drawing/2010/main">
                <a:solidFill>
                  <a:srgbClr val="FFFFFF"/>
                </a:solidFill>
              </a14:hiddenFill>
            </a:ext>
          </a:extLst>
        </p:spPr>
      </p:pic>
      <p:sp>
        <p:nvSpPr>
          <p:cNvPr id="120" name="TextBox 119">
            <a:extLst>
              <a:ext uri="{FF2B5EF4-FFF2-40B4-BE49-F238E27FC236}">
                <a16:creationId xmlns:a16="http://schemas.microsoft.com/office/drawing/2014/main" id="{723F2CC5-5FFA-48CA-BCA7-EED37ADFC8C8}"/>
              </a:ext>
            </a:extLst>
          </p:cNvPr>
          <p:cNvSpPr txBox="1"/>
          <p:nvPr/>
        </p:nvSpPr>
        <p:spPr>
          <a:xfrm>
            <a:off x="8063446" y="1104234"/>
            <a:ext cx="729218" cy="230832"/>
          </a:xfrm>
          <a:prstGeom prst="rect">
            <a:avLst/>
          </a:prstGeom>
          <a:noFill/>
        </p:spPr>
        <p:txBody>
          <a:bodyPr wrap="square" rtlCol="0">
            <a:spAutoFit/>
          </a:bodyPr>
          <a:lstStyle/>
          <a:p>
            <a:pPr algn="ctr" defTabSz="228611"/>
            <a:r>
              <a:rPr lang="en-US" sz="900" dirty="0">
                <a:solidFill>
                  <a:srgbClr val="0652A6"/>
                </a:solidFill>
              </a:rPr>
              <a:t>Elastic</a:t>
            </a:r>
            <a:endParaRPr lang="en-US" sz="1200" dirty="0">
              <a:solidFill>
                <a:srgbClr val="0652A6"/>
              </a:solidFill>
            </a:endParaRPr>
          </a:p>
        </p:txBody>
      </p:sp>
      <p:sp>
        <p:nvSpPr>
          <p:cNvPr id="124" name="TextBox 123">
            <a:extLst>
              <a:ext uri="{FF2B5EF4-FFF2-40B4-BE49-F238E27FC236}">
                <a16:creationId xmlns:a16="http://schemas.microsoft.com/office/drawing/2014/main" id="{7B7489ED-75CD-4875-99DA-DF60589CF92C}"/>
              </a:ext>
            </a:extLst>
          </p:cNvPr>
          <p:cNvSpPr txBox="1"/>
          <p:nvPr/>
        </p:nvSpPr>
        <p:spPr>
          <a:xfrm>
            <a:off x="7229619" y="3549935"/>
            <a:ext cx="729219"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100" dirty="0">
                <a:solidFill>
                  <a:srgbClr val="0652A6"/>
                </a:solidFill>
              </a:rPr>
              <a:t>c</a:t>
            </a:r>
            <a:r>
              <a:rPr kumimoji="0" lang="en-US" sz="1100" i="0" u="none" strike="noStrike" cap="none" spc="0" normalizeH="0" baseline="0" dirty="0">
                <a:ln>
                  <a:noFill/>
                </a:ln>
                <a:solidFill>
                  <a:srgbClr val="0652A6"/>
                </a:solidFill>
                <a:effectLst/>
                <a:uFillTx/>
                <a:sym typeface="Calibri"/>
              </a:rPr>
              <a:t>sv files</a:t>
            </a:r>
            <a:endParaRPr kumimoji="0" lang="en-US" sz="1050" i="0" u="none" strike="noStrike" cap="none" spc="0" normalizeH="0" baseline="0" dirty="0">
              <a:ln>
                <a:noFill/>
              </a:ln>
              <a:solidFill>
                <a:srgbClr val="0652A6"/>
              </a:solidFill>
              <a:effectLst/>
              <a:uFillTx/>
              <a:sym typeface="Calibri"/>
            </a:endParaRPr>
          </a:p>
        </p:txBody>
      </p:sp>
      <p:pic>
        <p:nvPicPr>
          <p:cNvPr id="127" name="Picture 126">
            <a:extLst>
              <a:ext uri="{FF2B5EF4-FFF2-40B4-BE49-F238E27FC236}">
                <a16:creationId xmlns:a16="http://schemas.microsoft.com/office/drawing/2014/main" id="{A45E81BA-E9D8-4C20-99D7-5F996E0CE07B}"/>
              </a:ext>
            </a:extLst>
          </p:cNvPr>
          <p:cNvPicPr>
            <a:picLocks noChangeAspect="1"/>
          </p:cNvPicPr>
          <p:nvPr/>
        </p:nvPicPr>
        <p:blipFill>
          <a:blip r:embed="rId8"/>
          <a:stretch>
            <a:fillRect/>
          </a:stretch>
        </p:blipFill>
        <p:spPr>
          <a:xfrm>
            <a:off x="6441587" y="3666554"/>
            <a:ext cx="396149" cy="261608"/>
          </a:xfrm>
          <a:prstGeom prst="rect">
            <a:avLst/>
          </a:prstGeom>
        </p:spPr>
      </p:pic>
      <p:sp>
        <p:nvSpPr>
          <p:cNvPr id="128" name="TextBox 127">
            <a:extLst>
              <a:ext uri="{FF2B5EF4-FFF2-40B4-BE49-F238E27FC236}">
                <a16:creationId xmlns:a16="http://schemas.microsoft.com/office/drawing/2014/main" id="{CE374014-07C1-4163-9FF3-822E20C995A7}"/>
              </a:ext>
            </a:extLst>
          </p:cNvPr>
          <p:cNvSpPr txBox="1"/>
          <p:nvPr/>
        </p:nvSpPr>
        <p:spPr>
          <a:xfrm>
            <a:off x="6304674" y="3905378"/>
            <a:ext cx="729219"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100" dirty="0">
                <a:solidFill>
                  <a:srgbClr val="0652A6"/>
                </a:solidFill>
              </a:rPr>
              <a:t>Shell script</a:t>
            </a:r>
            <a:endParaRPr kumimoji="0" lang="en-US" sz="1050" i="0" u="none" strike="noStrike" cap="none" spc="0" normalizeH="0" baseline="0" dirty="0">
              <a:ln>
                <a:noFill/>
              </a:ln>
              <a:solidFill>
                <a:srgbClr val="0652A6"/>
              </a:solidFill>
              <a:effectLst/>
              <a:uFillTx/>
              <a:sym typeface="Calibri"/>
            </a:endParaRPr>
          </a:p>
        </p:txBody>
      </p:sp>
    </p:spTree>
    <p:extLst>
      <p:ext uri="{BB962C8B-B14F-4D97-AF65-F5344CB8AC3E}">
        <p14:creationId xmlns:p14="http://schemas.microsoft.com/office/powerpoint/2010/main" val="306650465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8468980-A53C-4550-AF92-C49967D1CAB1}"/>
              </a:ext>
            </a:extLst>
          </p:cNvPr>
          <p:cNvPicPr>
            <a:picLocks noChangeAspect="1"/>
          </p:cNvPicPr>
          <p:nvPr/>
        </p:nvPicPr>
        <p:blipFill>
          <a:blip r:embed="rId2"/>
          <a:stretch>
            <a:fillRect/>
          </a:stretch>
        </p:blipFill>
        <p:spPr>
          <a:xfrm>
            <a:off x="1576770" y="1817819"/>
            <a:ext cx="636630" cy="570169"/>
          </a:xfrm>
          <a:prstGeom prst="rect">
            <a:avLst/>
          </a:prstGeom>
        </p:spPr>
      </p:pic>
      <p:sp>
        <p:nvSpPr>
          <p:cNvPr id="56" name="TextBox 55">
            <a:extLst>
              <a:ext uri="{FF2B5EF4-FFF2-40B4-BE49-F238E27FC236}">
                <a16:creationId xmlns:a16="http://schemas.microsoft.com/office/drawing/2014/main" id="{6BF06516-74C7-45AA-A4C7-7D698A88C35B}"/>
              </a:ext>
            </a:extLst>
          </p:cNvPr>
          <p:cNvSpPr txBox="1"/>
          <p:nvPr/>
        </p:nvSpPr>
        <p:spPr>
          <a:xfrm>
            <a:off x="1480960" y="1571807"/>
            <a:ext cx="986542"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SR_MONITOR</a:t>
            </a:r>
            <a:endParaRPr kumimoji="0" lang="en-US" sz="1050" b="1" i="0" u="none" strike="noStrike" cap="none" spc="0" normalizeH="0" baseline="0" dirty="0">
              <a:ln>
                <a:noFill/>
              </a:ln>
              <a:solidFill>
                <a:srgbClr val="0652A6"/>
              </a:solidFill>
              <a:effectLst/>
              <a:uFillTx/>
              <a:sym typeface="Calibri"/>
            </a:endParaRPr>
          </a:p>
        </p:txBody>
      </p:sp>
      <p:pic>
        <p:nvPicPr>
          <p:cNvPr id="103" name="Graphic 102">
            <a:extLst>
              <a:ext uri="{FF2B5EF4-FFF2-40B4-BE49-F238E27FC236}">
                <a16:creationId xmlns:a16="http://schemas.microsoft.com/office/drawing/2014/main" id="{09758387-B15D-48D8-831F-46A7145C9E9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82048" y="4047785"/>
            <a:ext cx="383602" cy="333742"/>
          </a:xfrm>
          <a:prstGeom prst="rect">
            <a:avLst/>
          </a:prstGeom>
        </p:spPr>
      </p:pic>
      <p:cxnSp>
        <p:nvCxnSpPr>
          <p:cNvPr id="104" name="Connector: Curved 103">
            <a:extLst>
              <a:ext uri="{FF2B5EF4-FFF2-40B4-BE49-F238E27FC236}">
                <a16:creationId xmlns:a16="http://schemas.microsoft.com/office/drawing/2014/main" id="{B460DF8D-D70D-4E0F-8582-1F89BA8B738B}"/>
              </a:ext>
            </a:extLst>
          </p:cNvPr>
          <p:cNvCxnSpPr>
            <a:cxnSpLocks/>
          </p:cNvCxnSpPr>
          <p:nvPr/>
        </p:nvCxnSpPr>
        <p:spPr>
          <a:xfrm flipV="1">
            <a:off x="5503383" y="2042108"/>
            <a:ext cx="2667282" cy="2393938"/>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115" name="Picture 16">
            <a:extLst>
              <a:ext uri="{FF2B5EF4-FFF2-40B4-BE49-F238E27FC236}">
                <a16:creationId xmlns:a16="http://schemas.microsoft.com/office/drawing/2014/main" id="{1563B11B-9BED-4C93-A785-63042850AC5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1930" t="16565" r="21683" b="16391"/>
          <a:stretch/>
        </p:blipFill>
        <p:spPr bwMode="auto">
          <a:xfrm>
            <a:off x="7029285" y="3400342"/>
            <a:ext cx="301804" cy="296313"/>
          </a:xfrm>
          <a:prstGeom prst="rect">
            <a:avLst/>
          </a:prstGeom>
          <a:noFill/>
          <a:extLst>
            <a:ext uri="{909E8E84-426E-40DD-AFC4-6F175D3DCCD1}">
              <a14:hiddenFill xmlns:a14="http://schemas.microsoft.com/office/drawing/2010/main">
                <a:solidFill>
                  <a:srgbClr val="FFFFFF"/>
                </a:solidFill>
              </a14:hiddenFill>
            </a:ext>
          </a:extLst>
        </p:spPr>
      </p:pic>
      <p:sp>
        <p:nvSpPr>
          <p:cNvPr id="117" name="TextBox 116">
            <a:extLst>
              <a:ext uri="{FF2B5EF4-FFF2-40B4-BE49-F238E27FC236}">
                <a16:creationId xmlns:a16="http://schemas.microsoft.com/office/drawing/2014/main" id="{8F0393BB-EAA2-459D-98CE-2428383EED8A}"/>
              </a:ext>
            </a:extLst>
          </p:cNvPr>
          <p:cNvSpPr txBox="1"/>
          <p:nvPr/>
        </p:nvSpPr>
        <p:spPr>
          <a:xfrm>
            <a:off x="6429306" y="3465823"/>
            <a:ext cx="729218" cy="230832"/>
          </a:xfrm>
          <a:prstGeom prst="rect">
            <a:avLst/>
          </a:prstGeom>
          <a:noFill/>
        </p:spPr>
        <p:txBody>
          <a:bodyPr wrap="square" rtlCol="0">
            <a:spAutoFit/>
          </a:bodyPr>
          <a:lstStyle/>
          <a:p>
            <a:pPr algn="ctr" defTabSz="228611"/>
            <a:r>
              <a:rPr lang="en-US" sz="900" dirty="0">
                <a:solidFill>
                  <a:srgbClr val="0652A6"/>
                </a:solidFill>
              </a:rPr>
              <a:t>Logstash</a:t>
            </a:r>
            <a:endParaRPr lang="en-US" sz="1200" dirty="0">
              <a:solidFill>
                <a:srgbClr val="0652A6"/>
              </a:solidFill>
            </a:endParaRPr>
          </a:p>
        </p:txBody>
      </p:sp>
      <p:pic>
        <p:nvPicPr>
          <p:cNvPr id="118" name="Picture 12" descr="Elasticsearch Logo">
            <a:extLst>
              <a:ext uri="{FF2B5EF4-FFF2-40B4-BE49-F238E27FC236}">
                <a16:creationId xmlns:a16="http://schemas.microsoft.com/office/drawing/2014/main" id="{00D54BF0-6A6E-44C9-A072-45300DB8EB83}"/>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0138" t="9098" r="9765" b="8995"/>
          <a:stretch/>
        </p:blipFill>
        <p:spPr bwMode="auto">
          <a:xfrm>
            <a:off x="8015055" y="1681811"/>
            <a:ext cx="311219" cy="303207"/>
          </a:xfrm>
          <a:prstGeom prst="rect">
            <a:avLst/>
          </a:prstGeom>
          <a:noFill/>
          <a:extLst>
            <a:ext uri="{909E8E84-426E-40DD-AFC4-6F175D3DCCD1}">
              <a14:hiddenFill xmlns:a14="http://schemas.microsoft.com/office/drawing/2010/main">
                <a:solidFill>
                  <a:srgbClr val="FFFFFF"/>
                </a:solidFill>
              </a14:hiddenFill>
            </a:ext>
          </a:extLst>
        </p:spPr>
      </p:pic>
      <p:sp>
        <p:nvSpPr>
          <p:cNvPr id="120" name="TextBox 119">
            <a:extLst>
              <a:ext uri="{FF2B5EF4-FFF2-40B4-BE49-F238E27FC236}">
                <a16:creationId xmlns:a16="http://schemas.microsoft.com/office/drawing/2014/main" id="{723F2CC5-5FFA-48CA-BCA7-EED37ADFC8C8}"/>
              </a:ext>
            </a:extLst>
          </p:cNvPr>
          <p:cNvSpPr txBox="1"/>
          <p:nvPr/>
        </p:nvSpPr>
        <p:spPr>
          <a:xfrm>
            <a:off x="8170665" y="1754186"/>
            <a:ext cx="729218" cy="230832"/>
          </a:xfrm>
          <a:prstGeom prst="rect">
            <a:avLst/>
          </a:prstGeom>
          <a:noFill/>
        </p:spPr>
        <p:txBody>
          <a:bodyPr wrap="square" rtlCol="0">
            <a:spAutoFit/>
          </a:bodyPr>
          <a:lstStyle/>
          <a:p>
            <a:pPr algn="ctr" defTabSz="228611"/>
            <a:r>
              <a:rPr lang="en-US" sz="900" dirty="0">
                <a:solidFill>
                  <a:srgbClr val="0652A6"/>
                </a:solidFill>
              </a:rPr>
              <a:t>Elastic</a:t>
            </a:r>
            <a:endParaRPr lang="en-US" sz="1200" dirty="0">
              <a:solidFill>
                <a:srgbClr val="0652A6"/>
              </a:solidFill>
            </a:endParaRPr>
          </a:p>
        </p:txBody>
      </p:sp>
      <p:sp>
        <p:nvSpPr>
          <p:cNvPr id="124" name="TextBox 123">
            <a:extLst>
              <a:ext uri="{FF2B5EF4-FFF2-40B4-BE49-F238E27FC236}">
                <a16:creationId xmlns:a16="http://schemas.microsoft.com/office/drawing/2014/main" id="{7B7489ED-75CD-4875-99DA-DF60589CF92C}"/>
              </a:ext>
            </a:extLst>
          </p:cNvPr>
          <p:cNvSpPr txBox="1"/>
          <p:nvPr/>
        </p:nvSpPr>
        <p:spPr>
          <a:xfrm>
            <a:off x="3850658" y="3557815"/>
            <a:ext cx="570787"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100" dirty="0">
                <a:solidFill>
                  <a:srgbClr val="0652A6"/>
                </a:solidFill>
              </a:rPr>
              <a:t>c</a:t>
            </a:r>
            <a:r>
              <a:rPr kumimoji="0" lang="en-US" sz="1100" i="0" u="none" strike="noStrike" cap="none" spc="0" normalizeH="0" baseline="0" dirty="0">
                <a:ln>
                  <a:noFill/>
                </a:ln>
                <a:solidFill>
                  <a:srgbClr val="0652A6"/>
                </a:solidFill>
                <a:effectLst/>
                <a:uFillTx/>
                <a:sym typeface="Calibri"/>
              </a:rPr>
              <a:t>sv files</a:t>
            </a:r>
            <a:endParaRPr kumimoji="0" lang="en-US" sz="1050" i="0" u="none" strike="noStrike" cap="none" spc="0" normalizeH="0" baseline="0" dirty="0">
              <a:ln>
                <a:noFill/>
              </a:ln>
              <a:solidFill>
                <a:srgbClr val="0652A6"/>
              </a:solidFill>
              <a:effectLst/>
              <a:uFillTx/>
              <a:sym typeface="Calibri"/>
            </a:endParaRPr>
          </a:p>
        </p:txBody>
      </p:sp>
      <p:pic>
        <p:nvPicPr>
          <p:cNvPr id="127" name="Picture 126">
            <a:extLst>
              <a:ext uri="{FF2B5EF4-FFF2-40B4-BE49-F238E27FC236}">
                <a16:creationId xmlns:a16="http://schemas.microsoft.com/office/drawing/2014/main" id="{A45E81BA-E9D8-4C20-99D7-5F996E0CE07B}"/>
              </a:ext>
            </a:extLst>
          </p:cNvPr>
          <p:cNvPicPr>
            <a:picLocks noChangeAspect="1"/>
          </p:cNvPicPr>
          <p:nvPr/>
        </p:nvPicPr>
        <p:blipFill>
          <a:blip r:embed="rId7"/>
          <a:stretch>
            <a:fillRect/>
          </a:stretch>
        </p:blipFill>
        <p:spPr>
          <a:xfrm>
            <a:off x="477146" y="1972099"/>
            <a:ext cx="396149" cy="261608"/>
          </a:xfrm>
          <a:prstGeom prst="rect">
            <a:avLst/>
          </a:prstGeom>
        </p:spPr>
      </p:pic>
      <p:sp>
        <p:nvSpPr>
          <p:cNvPr id="27" name="TextBox 26">
            <a:extLst>
              <a:ext uri="{FF2B5EF4-FFF2-40B4-BE49-F238E27FC236}">
                <a16:creationId xmlns:a16="http://schemas.microsoft.com/office/drawing/2014/main" id="{19A0107B-78F9-49C1-97AC-4AE55A2DAE7D}"/>
              </a:ext>
            </a:extLst>
          </p:cNvPr>
          <p:cNvSpPr txBox="1"/>
          <p:nvPr/>
        </p:nvSpPr>
        <p:spPr>
          <a:xfrm rot="18830964">
            <a:off x="-213792" y="1656415"/>
            <a:ext cx="1536643"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SRMonitortableData.sh</a:t>
            </a:r>
            <a:endParaRPr kumimoji="0" lang="en-US" sz="1050" b="1" i="0" u="none" strike="noStrike" cap="none" spc="0" normalizeH="0" baseline="0" dirty="0">
              <a:ln>
                <a:noFill/>
              </a:ln>
              <a:solidFill>
                <a:srgbClr val="0652A6"/>
              </a:solidFill>
              <a:effectLst/>
              <a:uFillTx/>
              <a:sym typeface="Calibri"/>
            </a:endParaRPr>
          </a:p>
        </p:txBody>
      </p:sp>
      <p:cxnSp>
        <p:nvCxnSpPr>
          <p:cNvPr id="28" name="Straight Arrow Connector 27">
            <a:extLst>
              <a:ext uri="{FF2B5EF4-FFF2-40B4-BE49-F238E27FC236}">
                <a16:creationId xmlns:a16="http://schemas.microsoft.com/office/drawing/2014/main" id="{FA685B42-02A4-4B4C-B7E5-CECA420E7E62}"/>
              </a:ext>
            </a:extLst>
          </p:cNvPr>
          <p:cNvCxnSpPr>
            <a:cxnSpLocks/>
          </p:cNvCxnSpPr>
          <p:nvPr/>
        </p:nvCxnSpPr>
        <p:spPr>
          <a:xfrm flipV="1">
            <a:off x="984813" y="2102902"/>
            <a:ext cx="496147" cy="2"/>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31" name="Elbow Connector 54">
            <a:extLst>
              <a:ext uri="{FF2B5EF4-FFF2-40B4-BE49-F238E27FC236}">
                <a16:creationId xmlns:a16="http://schemas.microsoft.com/office/drawing/2014/main" id="{271685F9-8416-429C-80E7-4A3718F61AB7}"/>
              </a:ext>
            </a:extLst>
          </p:cNvPr>
          <p:cNvCxnSpPr>
            <a:cxnSpLocks/>
          </p:cNvCxnSpPr>
          <p:nvPr/>
        </p:nvCxnSpPr>
        <p:spPr>
          <a:xfrm flipV="1">
            <a:off x="2213400" y="1219650"/>
            <a:ext cx="1295269" cy="870932"/>
          </a:xfrm>
          <a:prstGeom prst="bentConnector3">
            <a:avLst>
              <a:gd name="adj1" fmla="val 50000"/>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13" name="Picture 12">
            <a:extLst>
              <a:ext uri="{FF2B5EF4-FFF2-40B4-BE49-F238E27FC236}">
                <a16:creationId xmlns:a16="http://schemas.microsoft.com/office/drawing/2014/main" id="{231A77B5-4EC1-4623-B26F-EF1EB2661120}"/>
              </a:ext>
            </a:extLst>
          </p:cNvPr>
          <p:cNvPicPr>
            <a:picLocks noChangeAspect="1"/>
          </p:cNvPicPr>
          <p:nvPr/>
        </p:nvPicPr>
        <p:blipFill>
          <a:blip r:embed="rId8"/>
          <a:stretch>
            <a:fillRect/>
          </a:stretch>
        </p:blipFill>
        <p:spPr>
          <a:xfrm>
            <a:off x="3509007" y="1030115"/>
            <a:ext cx="478079" cy="379069"/>
          </a:xfrm>
          <a:prstGeom prst="rect">
            <a:avLst/>
          </a:prstGeom>
        </p:spPr>
      </p:pic>
      <p:sp>
        <p:nvSpPr>
          <p:cNvPr id="36" name="TextBox 35">
            <a:extLst>
              <a:ext uri="{FF2B5EF4-FFF2-40B4-BE49-F238E27FC236}">
                <a16:creationId xmlns:a16="http://schemas.microsoft.com/office/drawing/2014/main" id="{ECBAFD96-2B95-4C9D-9E33-0BCF73380905}"/>
              </a:ext>
            </a:extLst>
          </p:cNvPr>
          <p:cNvSpPr txBox="1"/>
          <p:nvPr/>
        </p:nvSpPr>
        <p:spPr>
          <a:xfrm>
            <a:off x="3254775" y="768507"/>
            <a:ext cx="1104574"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SR_MonitorData</a:t>
            </a:r>
            <a:endParaRPr kumimoji="0" lang="en-US" sz="1050" b="1" i="0" u="none" strike="noStrike" cap="none" spc="0" normalizeH="0" baseline="0" dirty="0">
              <a:ln>
                <a:noFill/>
              </a:ln>
              <a:solidFill>
                <a:srgbClr val="0652A6"/>
              </a:solidFill>
              <a:effectLst/>
              <a:uFillTx/>
              <a:sym typeface="Calibri"/>
            </a:endParaRPr>
          </a:p>
        </p:txBody>
      </p:sp>
      <p:pic>
        <p:nvPicPr>
          <p:cNvPr id="37" name="Picture 36">
            <a:extLst>
              <a:ext uri="{FF2B5EF4-FFF2-40B4-BE49-F238E27FC236}">
                <a16:creationId xmlns:a16="http://schemas.microsoft.com/office/drawing/2014/main" id="{049A7F87-A0EC-4AD4-9457-FAD04EBE6ED0}"/>
              </a:ext>
            </a:extLst>
          </p:cNvPr>
          <p:cNvPicPr>
            <a:picLocks noChangeAspect="1"/>
          </p:cNvPicPr>
          <p:nvPr/>
        </p:nvPicPr>
        <p:blipFill>
          <a:blip r:embed="rId7"/>
          <a:stretch>
            <a:fillRect/>
          </a:stretch>
        </p:blipFill>
        <p:spPr>
          <a:xfrm>
            <a:off x="3549971" y="2757327"/>
            <a:ext cx="396149" cy="261608"/>
          </a:xfrm>
          <a:prstGeom prst="rect">
            <a:avLst/>
          </a:prstGeom>
        </p:spPr>
      </p:pic>
      <p:cxnSp>
        <p:nvCxnSpPr>
          <p:cNvPr id="38" name="Connector: Curved 37">
            <a:extLst>
              <a:ext uri="{FF2B5EF4-FFF2-40B4-BE49-F238E27FC236}">
                <a16:creationId xmlns:a16="http://schemas.microsoft.com/office/drawing/2014/main" id="{6CEFD394-9698-4A66-9F75-3F1D389FC831}"/>
              </a:ext>
            </a:extLst>
          </p:cNvPr>
          <p:cNvCxnSpPr>
            <a:cxnSpLocks/>
            <a:stCxn id="127" idx="2"/>
          </p:cNvCxnSpPr>
          <p:nvPr/>
        </p:nvCxnSpPr>
        <p:spPr>
          <a:xfrm rot="16200000" flipH="1">
            <a:off x="1764733" y="1144195"/>
            <a:ext cx="654424" cy="2833448"/>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51" name="TextBox 50">
            <a:extLst>
              <a:ext uri="{FF2B5EF4-FFF2-40B4-BE49-F238E27FC236}">
                <a16:creationId xmlns:a16="http://schemas.microsoft.com/office/drawing/2014/main" id="{866576E1-A600-404A-B464-7D14BCC2F72D}"/>
              </a:ext>
            </a:extLst>
          </p:cNvPr>
          <p:cNvSpPr txBox="1"/>
          <p:nvPr/>
        </p:nvSpPr>
        <p:spPr>
          <a:xfrm>
            <a:off x="3320835" y="2418683"/>
            <a:ext cx="854419"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200" b="1" i="0" u="none" strike="noStrike" cap="none" spc="0" normalizeH="0" baseline="0" dirty="0">
                <a:ln>
                  <a:noFill/>
                </a:ln>
                <a:solidFill>
                  <a:srgbClr val="0652A6"/>
                </a:solidFill>
                <a:effectLst/>
                <a:uFillTx/>
                <a:sym typeface="Calibri"/>
              </a:rPr>
              <a:t>&lt;TYPE&gt;.sh</a:t>
            </a:r>
            <a:endParaRPr kumimoji="0" lang="en-US" sz="1050" b="1" i="0" u="none" strike="noStrike" cap="none" spc="0" normalizeH="0" baseline="0" dirty="0">
              <a:ln>
                <a:noFill/>
              </a:ln>
              <a:solidFill>
                <a:srgbClr val="0652A6"/>
              </a:solidFill>
              <a:effectLst/>
              <a:uFillTx/>
              <a:sym typeface="Calibri"/>
            </a:endParaRPr>
          </a:p>
        </p:txBody>
      </p:sp>
      <p:pic>
        <p:nvPicPr>
          <p:cNvPr id="34" name="Picture 33">
            <a:extLst>
              <a:ext uri="{FF2B5EF4-FFF2-40B4-BE49-F238E27FC236}">
                <a16:creationId xmlns:a16="http://schemas.microsoft.com/office/drawing/2014/main" id="{074D3B70-9CFA-4EB9-B9AE-62E4676D234D}"/>
              </a:ext>
            </a:extLst>
          </p:cNvPr>
          <p:cNvPicPr>
            <a:picLocks noChangeAspect="1"/>
          </p:cNvPicPr>
          <p:nvPr/>
        </p:nvPicPr>
        <p:blipFill>
          <a:blip r:embed="rId9"/>
          <a:stretch>
            <a:fillRect/>
          </a:stretch>
        </p:blipFill>
        <p:spPr>
          <a:xfrm>
            <a:off x="4755737" y="2657296"/>
            <a:ext cx="307743" cy="404060"/>
          </a:xfrm>
          <a:prstGeom prst="rect">
            <a:avLst/>
          </a:prstGeom>
        </p:spPr>
      </p:pic>
      <p:cxnSp>
        <p:nvCxnSpPr>
          <p:cNvPr id="54" name="Straight Arrow Connector 53">
            <a:extLst>
              <a:ext uri="{FF2B5EF4-FFF2-40B4-BE49-F238E27FC236}">
                <a16:creationId xmlns:a16="http://schemas.microsoft.com/office/drawing/2014/main" id="{F245A881-214A-4279-B427-9BE1CE0560E6}"/>
              </a:ext>
            </a:extLst>
          </p:cNvPr>
          <p:cNvCxnSpPr>
            <a:cxnSpLocks/>
          </p:cNvCxnSpPr>
          <p:nvPr/>
        </p:nvCxnSpPr>
        <p:spPr>
          <a:xfrm>
            <a:off x="3987086" y="2880659"/>
            <a:ext cx="732854" cy="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57" name="Connector: Curved 56">
            <a:extLst>
              <a:ext uri="{FF2B5EF4-FFF2-40B4-BE49-F238E27FC236}">
                <a16:creationId xmlns:a16="http://schemas.microsoft.com/office/drawing/2014/main" id="{B749ABF5-DC24-49A5-B01D-C129422A6D10}"/>
              </a:ext>
            </a:extLst>
          </p:cNvPr>
          <p:cNvCxnSpPr>
            <a:cxnSpLocks/>
          </p:cNvCxnSpPr>
          <p:nvPr/>
        </p:nvCxnSpPr>
        <p:spPr>
          <a:xfrm>
            <a:off x="3987086" y="1158003"/>
            <a:ext cx="922523" cy="1437646"/>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64" name="TextBox 63">
            <a:extLst>
              <a:ext uri="{FF2B5EF4-FFF2-40B4-BE49-F238E27FC236}">
                <a16:creationId xmlns:a16="http://schemas.microsoft.com/office/drawing/2014/main" id="{E0DC2425-16F5-4087-B0C9-DB1F3AF128B3}"/>
              </a:ext>
            </a:extLst>
          </p:cNvPr>
          <p:cNvSpPr txBox="1"/>
          <p:nvPr/>
        </p:nvSpPr>
        <p:spPr>
          <a:xfrm>
            <a:off x="4447746" y="1446611"/>
            <a:ext cx="986542"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Input files</a:t>
            </a:r>
            <a:endParaRPr kumimoji="0" lang="en-US" sz="1050" b="1" i="0" u="none" strike="noStrike" cap="none" spc="0" normalizeH="0" baseline="0" dirty="0">
              <a:ln>
                <a:noFill/>
              </a:ln>
              <a:solidFill>
                <a:srgbClr val="0652A6"/>
              </a:solidFill>
              <a:effectLst/>
              <a:uFillTx/>
              <a:sym typeface="Calibri"/>
            </a:endParaRPr>
          </a:p>
        </p:txBody>
      </p:sp>
      <p:cxnSp>
        <p:nvCxnSpPr>
          <p:cNvPr id="75" name="Connector: Curved 74">
            <a:extLst>
              <a:ext uri="{FF2B5EF4-FFF2-40B4-BE49-F238E27FC236}">
                <a16:creationId xmlns:a16="http://schemas.microsoft.com/office/drawing/2014/main" id="{EF4235EC-60E7-42F1-82D1-6E1BD68A1B8B}"/>
              </a:ext>
            </a:extLst>
          </p:cNvPr>
          <p:cNvCxnSpPr>
            <a:cxnSpLocks/>
            <a:stCxn id="124" idx="3"/>
          </p:cNvCxnSpPr>
          <p:nvPr/>
        </p:nvCxnSpPr>
        <p:spPr>
          <a:xfrm flipH="1" flipV="1">
            <a:off x="3597062" y="3029387"/>
            <a:ext cx="824383" cy="659232"/>
          </a:xfrm>
          <a:prstGeom prst="curvedConnector3">
            <a:avLst>
              <a:gd name="adj1" fmla="val 2902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79" name="Picture 78">
            <a:extLst>
              <a:ext uri="{FF2B5EF4-FFF2-40B4-BE49-F238E27FC236}">
                <a16:creationId xmlns:a16="http://schemas.microsoft.com/office/drawing/2014/main" id="{CFBA9A85-63CF-434E-9ACC-156E3AB73121}"/>
              </a:ext>
            </a:extLst>
          </p:cNvPr>
          <p:cNvPicPr>
            <a:picLocks noChangeAspect="1"/>
          </p:cNvPicPr>
          <p:nvPr/>
        </p:nvPicPr>
        <p:blipFill>
          <a:blip r:embed="rId8"/>
          <a:stretch>
            <a:fillRect/>
          </a:stretch>
        </p:blipFill>
        <p:spPr>
          <a:xfrm>
            <a:off x="5316529" y="3488405"/>
            <a:ext cx="373708" cy="296313"/>
          </a:xfrm>
          <a:prstGeom prst="rect">
            <a:avLst/>
          </a:prstGeom>
        </p:spPr>
      </p:pic>
      <p:pic>
        <p:nvPicPr>
          <p:cNvPr id="80" name="Picture 79">
            <a:extLst>
              <a:ext uri="{FF2B5EF4-FFF2-40B4-BE49-F238E27FC236}">
                <a16:creationId xmlns:a16="http://schemas.microsoft.com/office/drawing/2014/main" id="{835DCCD3-AE45-4781-AEFF-125C8519E96E}"/>
              </a:ext>
            </a:extLst>
          </p:cNvPr>
          <p:cNvPicPr>
            <a:picLocks noChangeAspect="1"/>
          </p:cNvPicPr>
          <p:nvPr/>
        </p:nvPicPr>
        <p:blipFill>
          <a:blip r:embed="rId8"/>
          <a:stretch>
            <a:fillRect/>
          </a:stretch>
        </p:blipFill>
        <p:spPr>
          <a:xfrm>
            <a:off x="4385146" y="3523110"/>
            <a:ext cx="373708" cy="296313"/>
          </a:xfrm>
          <a:prstGeom prst="rect">
            <a:avLst/>
          </a:prstGeom>
        </p:spPr>
      </p:pic>
      <p:cxnSp>
        <p:nvCxnSpPr>
          <p:cNvPr id="81" name="Connector: Curved 80">
            <a:extLst>
              <a:ext uri="{FF2B5EF4-FFF2-40B4-BE49-F238E27FC236}">
                <a16:creationId xmlns:a16="http://schemas.microsoft.com/office/drawing/2014/main" id="{60A82B93-2C5C-4900-902E-79362EDB97F7}"/>
              </a:ext>
            </a:extLst>
          </p:cNvPr>
          <p:cNvCxnSpPr>
            <a:cxnSpLocks/>
          </p:cNvCxnSpPr>
          <p:nvPr/>
        </p:nvCxnSpPr>
        <p:spPr>
          <a:xfrm rot="5400000">
            <a:off x="4493381" y="3150655"/>
            <a:ext cx="429809" cy="272569"/>
          </a:xfrm>
          <a:prstGeom prst="curvedConnector3">
            <a:avLst>
              <a:gd name="adj1" fmla="val 5000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83" name="TextBox 82">
            <a:extLst>
              <a:ext uri="{FF2B5EF4-FFF2-40B4-BE49-F238E27FC236}">
                <a16:creationId xmlns:a16="http://schemas.microsoft.com/office/drawing/2014/main" id="{D9E35612-7C94-4C20-8FB8-166DFC661680}"/>
              </a:ext>
            </a:extLst>
          </p:cNvPr>
          <p:cNvSpPr txBox="1"/>
          <p:nvPr/>
        </p:nvSpPr>
        <p:spPr>
          <a:xfrm>
            <a:off x="4243012" y="3748825"/>
            <a:ext cx="641520"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Output</a:t>
            </a:r>
            <a:endParaRPr kumimoji="0" lang="en-US" sz="1050" b="1" i="0" u="none" strike="noStrike" cap="none" spc="0" normalizeH="0" baseline="0" dirty="0">
              <a:ln>
                <a:noFill/>
              </a:ln>
              <a:solidFill>
                <a:srgbClr val="0652A6"/>
              </a:solidFill>
              <a:effectLst/>
              <a:uFillTx/>
              <a:sym typeface="Calibri"/>
            </a:endParaRPr>
          </a:p>
        </p:txBody>
      </p:sp>
      <p:sp>
        <p:nvSpPr>
          <p:cNvPr id="85" name="TextBox 84">
            <a:extLst>
              <a:ext uri="{FF2B5EF4-FFF2-40B4-BE49-F238E27FC236}">
                <a16:creationId xmlns:a16="http://schemas.microsoft.com/office/drawing/2014/main" id="{4D9C703A-3651-4A49-B279-47F30837185D}"/>
              </a:ext>
            </a:extLst>
          </p:cNvPr>
          <p:cNvSpPr txBox="1"/>
          <p:nvPr/>
        </p:nvSpPr>
        <p:spPr>
          <a:xfrm>
            <a:off x="5192372" y="3746175"/>
            <a:ext cx="641520"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staging</a:t>
            </a:r>
            <a:endParaRPr kumimoji="0" lang="en-US" sz="1050" b="1" i="0" u="none" strike="noStrike" cap="none" spc="0" normalizeH="0" baseline="0" dirty="0">
              <a:ln>
                <a:noFill/>
              </a:ln>
              <a:solidFill>
                <a:srgbClr val="0652A6"/>
              </a:solidFill>
              <a:effectLst/>
              <a:uFillTx/>
              <a:sym typeface="Calibri"/>
            </a:endParaRPr>
          </a:p>
        </p:txBody>
      </p:sp>
      <p:sp>
        <p:nvSpPr>
          <p:cNvPr id="86" name="Can 64">
            <a:extLst>
              <a:ext uri="{FF2B5EF4-FFF2-40B4-BE49-F238E27FC236}">
                <a16:creationId xmlns:a16="http://schemas.microsoft.com/office/drawing/2014/main" id="{2E38D9C2-B808-4830-B736-B81D2151B490}"/>
              </a:ext>
            </a:extLst>
          </p:cNvPr>
          <p:cNvSpPr/>
          <p:nvPr/>
        </p:nvSpPr>
        <p:spPr>
          <a:xfrm>
            <a:off x="4802348" y="4141180"/>
            <a:ext cx="732854" cy="480694"/>
          </a:xfrm>
          <a:prstGeom prst="can">
            <a:avLst/>
          </a:prstGeom>
          <a:solidFill>
            <a:schemeClr val="accent5">
              <a:lumMod val="50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defTabSz="457189"/>
            <a:r>
              <a:rPr lang="en-US" sz="1200" dirty="0">
                <a:solidFill>
                  <a:srgbClr val="FFFFFF"/>
                </a:solidFill>
                <a:latin typeface="Calibri"/>
                <a:cs typeface="Calibri"/>
              </a:rPr>
              <a:t>Azure Storage</a:t>
            </a:r>
          </a:p>
        </p:txBody>
      </p:sp>
      <p:sp>
        <p:nvSpPr>
          <p:cNvPr id="87" name="TextBox 86">
            <a:extLst>
              <a:ext uri="{FF2B5EF4-FFF2-40B4-BE49-F238E27FC236}">
                <a16:creationId xmlns:a16="http://schemas.microsoft.com/office/drawing/2014/main" id="{992BE2D1-A8E5-4E0E-85F7-B50D7387190E}"/>
              </a:ext>
            </a:extLst>
          </p:cNvPr>
          <p:cNvSpPr txBox="1"/>
          <p:nvPr/>
        </p:nvSpPr>
        <p:spPr>
          <a:xfrm>
            <a:off x="5555365" y="3537794"/>
            <a:ext cx="729219"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100" dirty="0">
                <a:solidFill>
                  <a:srgbClr val="0652A6"/>
                </a:solidFill>
              </a:rPr>
              <a:t>c</a:t>
            </a:r>
            <a:r>
              <a:rPr kumimoji="0" lang="en-US" sz="1100" i="0" u="none" strike="noStrike" cap="none" spc="0" normalizeH="0" baseline="0" dirty="0">
                <a:ln>
                  <a:noFill/>
                </a:ln>
                <a:solidFill>
                  <a:srgbClr val="0652A6"/>
                </a:solidFill>
                <a:effectLst/>
                <a:uFillTx/>
                <a:sym typeface="Calibri"/>
              </a:rPr>
              <a:t>sv files</a:t>
            </a:r>
            <a:endParaRPr kumimoji="0" lang="en-US" sz="1050" i="0" u="none" strike="noStrike" cap="none" spc="0" normalizeH="0" baseline="0" dirty="0">
              <a:ln>
                <a:noFill/>
              </a:ln>
              <a:solidFill>
                <a:srgbClr val="0652A6"/>
              </a:solidFill>
              <a:effectLst/>
              <a:uFillTx/>
              <a:sym typeface="Calibri"/>
            </a:endParaRPr>
          </a:p>
        </p:txBody>
      </p:sp>
      <p:cxnSp>
        <p:nvCxnSpPr>
          <p:cNvPr id="89" name="Connector: Curved 88">
            <a:extLst>
              <a:ext uri="{FF2B5EF4-FFF2-40B4-BE49-F238E27FC236}">
                <a16:creationId xmlns:a16="http://schemas.microsoft.com/office/drawing/2014/main" id="{4945973D-4891-4638-A76A-93658B0C4256}"/>
              </a:ext>
            </a:extLst>
          </p:cNvPr>
          <p:cNvCxnSpPr>
            <a:cxnSpLocks/>
          </p:cNvCxnSpPr>
          <p:nvPr/>
        </p:nvCxnSpPr>
        <p:spPr>
          <a:xfrm rot="16200000" flipH="1">
            <a:off x="3507261" y="3128972"/>
            <a:ext cx="1362596" cy="1185045"/>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93" name="TextBox 92">
            <a:extLst>
              <a:ext uri="{FF2B5EF4-FFF2-40B4-BE49-F238E27FC236}">
                <a16:creationId xmlns:a16="http://schemas.microsoft.com/office/drawing/2014/main" id="{4AFD29EB-F2D3-4E14-A29A-94133F0C47E8}"/>
              </a:ext>
            </a:extLst>
          </p:cNvPr>
          <p:cNvSpPr txBox="1"/>
          <p:nvPr/>
        </p:nvSpPr>
        <p:spPr>
          <a:xfrm>
            <a:off x="3241062" y="3949831"/>
            <a:ext cx="865446"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Mount Point</a:t>
            </a:r>
            <a:endParaRPr kumimoji="0" lang="en-US" sz="1050" b="1" i="0" u="none" strike="noStrike" cap="none" spc="0" normalizeH="0" baseline="0" dirty="0">
              <a:ln>
                <a:noFill/>
              </a:ln>
              <a:solidFill>
                <a:srgbClr val="0652A6"/>
              </a:solidFill>
              <a:effectLst/>
              <a:uFillTx/>
              <a:sym typeface="Calibri"/>
            </a:endParaRPr>
          </a:p>
        </p:txBody>
      </p:sp>
      <p:sp>
        <p:nvSpPr>
          <p:cNvPr id="125" name="TextBox 124">
            <a:extLst>
              <a:ext uri="{FF2B5EF4-FFF2-40B4-BE49-F238E27FC236}">
                <a16:creationId xmlns:a16="http://schemas.microsoft.com/office/drawing/2014/main" id="{B529FDA0-ADA5-4C2C-A26D-96237E7A348D}"/>
              </a:ext>
            </a:extLst>
          </p:cNvPr>
          <p:cNvSpPr txBox="1"/>
          <p:nvPr/>
        </p:nvSpPr>
        <p:spPr>
          <a:xfrm>
            <a:off x="4080029" y="3091185"/>
            <a:ext cx="570787" cy="2154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800" b="1" i="0" u="none" strike="noStrike" cap="none" spc="0" normalizeH="0" baseline="0" dirty="0">
                <a:ln>
                  <a:noFill/>
                </a:ln>
                <a:solidFill>
                  <a:srgbClr val="0652A6"/>
                </a:solidFill>
                <a:effectLst/>
                <a:uFillTx/>
                <a:sym typeface="Calibri"/>
              </a:rPr>
              <a:t>Copy csv</a:t>
            </a:r>
            <a:endParaRPr kumimoji="0" lang="en-US" sz="700" b="1" i="0" u="none" strike="noStrike" cap="none" spc="0" normalizeH="0" baseline="0" dirty="0">
              <a:ln>
                <a:noFill/>
              </a:ln>
              <a:solidFill>
                <a:srgbClr val="0652A6"/>
              </a:solidFill>
              <a:effectLst/>
              <a:uFillTx/>
              <a:sym typeface="Calibri"/>
            </a:endParaRPr>
          </a:p>
        </p:txBody>
      </p:sp>
      <p:cxnSp>
        <p:nvCxnSpPr>
          <p:cNvPr id="147" name="Connector: Curved 146">
            <a:extLst>
              <a:ext uri="{FF2B5EF4-FFF2-40B4-BE49-F238E27FC236}">
                <a16:creationId xmlns:a16="http://schemas.microsoft.com/office/drawing/2014/main" id="{16E37800-7197-4B88-B310-3DA253A2847C}"/>
              </a:ext>
            </a:extLst>
          </p:cNvPr>
          <p:cNvCxnSpPr>
            <a:cxnSpLocks/>
            <a:stCxn id="34" idx="2"/>
            <a:endCxn id="79" idx="0"/>
          </p:cNvCxnSpPr>
          <p:nvPr/>
        </p:nvCxnSpPr>
        <p:spPr>
          <a:xfrm rot="16200000" flipH="1">
            <a:off x="4992972" y="2977993"/>
            <a:ext cx="427049" cy="593774"/>
          </a:xfrm>
          <a:prstGeom prst="curvedConnector3">
            <a:avLst>
              <a:gd name="adj1" fmla="val 5000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2" name="Connector: Curved 1">
            <a:extLst>
              <a:ext uri="{FF2B5EF4-FFF2-40B4-BE49-F238E27FC236}">
                <a16:creationId xmlns:a16="http://schemas.microsoft.com/office/drawing/2014/main" id="{D9B04033-D646-D156-3381-095898124354}"/>
              </a:ext>
            </a:extLst>
          </p:cNvPr>
          <p:cNvCxnSpPr>
            <a:cxnSpLocks/>
          </p:cNvCxnSpPr>
          <p:nvPr/>
        </p:nvCxnSpPr>
        <p:spPr>
          <a:xfrm rot="5400000">
            <a:off x="145969" y="2567116"/>
            <a:ext cx="1533659" cy="605231"/>
          </a:xfrm>
          <a:prstGeom prst="curvedConnector3">
            <a:avLst>
              <a:gd name="adj1" fmla="val 5000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6F5D6ADA-4700-2A7B-3CA3-A990106F8957}"/>
              </a:ext>
            </a:extLst>
          </p:cNvPr>
          <p:cNvSpPr txBox="1"/>
          <p:nvPr/>
        </p:nvSpPr>
        <p:spPr>
          <a:xfrm>
            <a:off x="0" y="3488405"/>
            <a:ext cx="2091061"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100" dirty="0">
                <a:solidFill>
                  <a:srgbClr val="0652A6"/>
                </a:solidFill>
              </a:rPr>
              <a:t>runpartialIndex</a:t>
            </a:r>
            <a:r>
              <a:rPr lang="en-US" dirty="0"/>
              <a:t>.</a:t>
            </a:r>
            <a:r>
              <a:rPr lang="en-US" sz="1100" dirty="0">
                <a:solidFill>
                  <a:srgbClr val="0652A6"/>
                </a:solidFill>
              </a:rPr>
              <a:t>sql</a:t>
            </a:r>
          </a:p>
        </p:txBody>
      </p:sp>
      <p:cxnSp>
        <p:nvCxnSpPr>
          <p:cNvPr id="7" name="Straight Arrow Connector 6">
            <a:extLst>
              <a:ext uri="{FF2B5EF4-FFF2-40B4-BE49-F238E27FC236}">
                <a16:creationId xmlns:a16="http://schemas.microsoft.com/office/drawing/2014/main" id="{7D717FF7-0707-01FC-164D-EE3EFC44455B}"/>
              </a:ext>
            </a:extLst>
          </p:cNvPr>
          <p:cNvCxnSpPr>
            <a:cxnSpLocks/>
          </p:cNvCxnSpPr>
          <p:nvPr/>
        </p:nvCxnSpPr>
        <p:spPr>
          <a:xfrm>
            <a:off x="1130327" y="3833204"/>
            <a:ext cx="0" cy="454316"/>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0" name="TextBox 9">
            <a:extLst>
              <a:ext uri="{FF2B5EF4-FFF2-40B4-BE49-F238E27FC236}">
                <a16:creationId xmlns:a16="http://schemas.microsoft.com/office/drawing/2014/main" id="{6F77D3D9-2E58-B746-796B-B387D5760DE8}"/>
              </a:ext>
            </a:extLst>
          </p:cNvPr>
          <p:cNvSpPr txBox="1"/>
          <p:nvPr/>
        </p:nvSpPr>
        <p:spPr>
          <a:xfrm>
            <a:off x="578372" y="4161500"/>
            <a:ext cx="2251400" cy="5386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100" dirty="0">
                <a:solidFill>
                  <a:srgbClr val="0652A6"/>
                </a:solidFill>
              </a:rPr>
              <a:t>inputtime</a:t>
            </a:r>
            <a:r>
              <a:rPr lang="en-US" dirty="0"/>
              <a:t>.</a:t>
            </a:r>
            <a:r>
              <a:rPr lang="en-US" sz="1100" dirty="0">
                <a:solidFill>
                  <a:srgbClr val="0652A6"/>
                </a:solidFill>
              </a:rPr>
              <a:t>txt (Updated Every 5 minuets with </a:t>
            </a:r>
            <a:r>
              <a:rPr lang="en-US" sz="1100" b="1" dirty="0" err="1">
                <a:solidFill>
                  <a:srgbClr val="0652A6"/>
                </a:solidFill>
              </a:rPr>
              <a:t>sysdate</a:t>
            </a:r>
            <a:r>
              <a:rPr lang="en-US" sz="1100" b="1" dirty="0">
                <a:solidFill>
                  <a:srgbClr val="0652A6"/>
                </a:solidFill>
              </a:rPr>
              <a:t> – 1/(24*60))</a:t>
            </a:r>
          </a:p>
        </p:txBody>
      </p:sp>
    </p:spTree>
    <p:extLst>
      <p:ext uri="{BB962C8B-B14F-4D97-AF65-F5344CB8AC3E}">
        <p14:creationId xmlns:p14="http://schemas.microsoft.com/office/powerpoint/2010/main" val="136339689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0B60FB6-0FA6-E6B8-FC62-E6258DBC7900}"/>
              </a:ext>
            </a:extLst>
          </p:cNvPr>
          <p:cNvSpPr>
            <a:spLocks noGrp="1"/>
          </p:cNvSpPr>
          <p:nvPr>
            <p:ph type="title"/>
          </p:nvPr>
        </p:nvSpPr>
        <p:spPr>
          <a:xfrm>
            <a:off x="10164" y="192951"/>
            <a:ext cx="8723050" cy="325298"/>
          </a:xfrm>
        </p:spPr>
        <p:txBody>
          <a:bodyPr anchor="t">
            <a:noAutofit/>
          </a:bodyPr>
          <a:lstStyle/>
          <a:p>
            <a:r>
              <a:rPr lang="en-US" sz="1600" b="1" u="sng" dirty="0">
                <a:solidFill>
                  <a:srgbClr val="007DC3"/>
                </a:solidFill>
              </a:rPr>
              <a:t>Preference Column Update:</a:t>
            </a:r>
          </a:p>
        </p:txBody>
      </p:sp>
      <p:sp>
        <p:nvSpPr>
          <p:cNvPr id="4" name="Title 1">
            <a:extLst>
              <a:ext uri="{FF2B5EF4-FFF2-40B4-BE49-F238E27FC236}">
                <a16:creationId xmlns:a16="http://schemas.microsoft.com/office/drawing/2014/main" id="{0AF86B49-CC1C-7F1B-9124-D50A8BC245F4}"/>
              </a:ext>
            </a:extLst>
          </p:cNvPr>
          <p:cNvSpPr txBox="1">
            <a:spLocks/>
          </p:cNvSpPr>
          <p:nvPr/>
        </p:nvSpPr>
        <p:spPr>
          <a:xfrm>
            <a:off x="10164" y="538040"/>
            <a:ext cx="8723050" cy="4605460"/>
          </a:xfrm>
          <a:prstGeom prst="rect">
            <a:avLst/>
          </a:prstGeom>
        </p:spPr>
        <p:txBody>
          <a:bodyPr anchor="t">
            <a:noAutofit/>
          </a:bodyPr>
          <a:lst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007C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a:lstStyle>
          <a:p>
            <a:pPr hangingPunct="1"/>
            <a:r>
              <a:rPr lang="en-US" sz="1200" dirty="0">
                <a:solidFill>
                  <a:schemeClr val="accent5">
                    <a:lumMod val="50000"/>
                  </a:schemeClr>
                </a:solidFill>
              </a:rPr>
              <a:t>1. From Initial Load CSV for all EBP users(CM/Suppliers) preference=true</a:t>
            </a:r>
          </a:p>
          <a:p>
            <a:pPr hangingPunct="1"/>
            <a:endParaRPr lang="en-US" sz="1200" dirty="0">
              <a:solidFill>
                <a:schemeClr val="accent5">
                  <a:lumMod val="50000"/>
                </a:schemeClr>
              </a:solidFill>
            </a:endParaRPr>
          </a:p>
          <a:p>
            <a:pPr hangingPunct="1"/>
            <a:r>
              <a:rPr lang="en-US" sz="1200" dirty="0">
                <a:solidFill>
                  <a:schemeClr val="accent5">
                    <a:lumMod val="50000"/>
                  </a:schemeClr>
                </a:solidFill>
              </a:rPr>
              <a:t>2. From partial indexing we are not update preference column?</a:t>
            </a:r>
          </a:p>
          <a:p>
            <a:pPr hangingPunct="1"/>
            <a:r>
              <a:rPr lang="en-US" sz="1200" b="1" dirty="0">
                <a:solidFill>
                  <a:schemeClr val="accent5">
                    <a:lumMod val="50000"/>
                  </a:schemeClr>
                </a:solidFill>
              </a:rPr>
              <a:t>	</a:t>
            </a:r>
            <a:r>
              <a:rPr lang="en-US" sz="1200" b="1" u="sng" dirty="0">
                <a:solidFill>
                  <a:schemeClr val="accent5">
                    <a:lumMod val="50000"/>
                  </a:schemeClr>
                </a:solidFill>
              </a:rPr>
              <a:t>Drawbacks :</a:t>
            </a:r>
            <a:r>
              <a:rPr lang="en-US" sz="1200" dirty="0">
                <a:solidFill>
                  <a:schemeClr val="accent5">
                    <a:lumMod val="50000"/>
                  </a:schemeClr>
                </a:solidFill>
              </a:rPr>
              <a:t> </a:t>
            </a:r>
          </a:p>
          <a:p>
            <a:pPr hangingPunct="1"/>
            <a:r>
              <a:rPr lang="en-US" sz="1200" dirty="0">
                <a:solidFill>
                  <a:schemeClr val="accent5">
                    <a:lumMod val="50000"/>
                  </a:schemeClr>
                </a:solidFill>
              </a:rPr>
              <a:t>		a. The user profile process is not unique</a:t>
            </a:r>
          </a:p>
          <a:p>
            <a:pPr hangingPunct="1"/>
            <a:r>
              <a:rPr lang="en-US" sz="1200" dirty="0">
                <a:solidFill>
                  <a:schemeClr val="accent5">
                    <a:lumMod val="50000"/>
                  </a:schemeClr>
                </a:solidFill>
              </a:rPr>
              <a:t>		b. TCLs are different(partial indexing and Partial indexing)</a:t>
            </a:r>
          </a:p>
          <a:p>
            <a:pPr hangingPunct="1"/>
            <a:r>
              <a:rPr lang="en-US" sz="1200" dirty="0">
                <a:solidFill>
                  <a:schemeClr val="accent5">
                    <a:lumMod val="50000"/>
                  </a:schemeClr>
                </a:solidFill>
              </a:rPr>
              <a:t>		c. When any user is associated with different Plant, we are not updating the correct </a:t>
            </a:r>
            <a:r>
              <a:rPr lang="en-US" sz="1200" b="1" dirty="0">
                <a:solidFill>
                  <a:schemeClr val="accent5">
                    <a:lumMod val="50000"/>
                  </a:schemeClr>
                </a:solidFill>
              </a:rPr>
              <a:t>preference</a:t>
            </a:r>
            <a:r>
              <a:rPr lang="en-US" sz="1200" dirty="0">
                <a:solidFill>
                  <a:schemeClr val="accent5">
                    <a:lumMod val="50000"/>
                  </a:schemeClr>
                </a:solidFill>
              </a:rPr>
              <a:t> value in user DB.</a:t>
            </a:r>
          </a:p>
          <a:p>
            <a:pPr hangingPunct="1"/>
            <a:r>
              <a:rPr lang="en-US" sz="1200" b="1" u="sng" dirty="0">
                <a:solidFill>
                  <a:schemeClr val="accent5">
                    <a:lumMod val="50000"/>
                  </a:schemeClr>
                </a:solidFill>
              </a:rPr>
              <a:t>Example:</a:t>
            </a:r>
          </a:p>
          <a:p>
            <a:pPr hangingPunct="1"/>
            <a:endParaRPr lang="en-US" sz="1200" dirty="0">
              <a:solidFill>
                <a:schemeClr val="accent5">
                  <a:lumMod val="50000"/>
                </a:schemeClr>
              </a:solidFill>
            </a:endParaRPr>
          </a:p>
          <a:p>
            <a:pPr hangingPunct="1"/>
            <a:r>
              <a:rPr lang="en-US" sz="1200" dirty="0">
                <a:solidFill>
                  <a:schemeClr val="accent5">
                    <a:lumMod val="50000"/>
                  </a:schemeClr>
                </a:solidFill>
              </a:rPr>
              <a:t>User is AW5   : </a:t>
            </a:r>
            <a:r>
              <a:rPr lang="en-US" sz="1200" b="1" dirty="0">
                <a:solidFill>
                  <a:schemeClr val="accent5">
                    <a:lumMod val="50000"/>
                  </a:schemeClr>
                </a:solidFill>
              </a:rPr>
              <a:t>VTO TEST SUPPLIER 1~20514297   </a:t>
            </a:r>
            <a:r>
              <a:rPr lang="en-US" sz="1200" dirty="0">
                <a:solidFill>
                  <a:schemeClr val="accent5">
                    <a:lumMod val="50000"/>
                  </a:schemeClr>
                </a:solidFill>
              </a:rPr>
              <a:t>in User DB </a:t>
            </a:r>
            <a:r>
              <a:rPr lang="en-US" sz="1200" b="1" dirty="0">
                <a:solidFill>
                  <a:schemeClr val="accent5">
                    <a:lumMod val="50000"/>
                  </a:schemeClr>
                </a:solidFill>
              </a:rPr>
              <a:t>preference </a:t>
            </a:r>
            <a:r>
              <a:rPr lang="en-US" sz="1200" dirty="0">
                <a:solidFill>
                  <a:schemeClr val="accent5">
                    <a:lumMod val="50000"/>
                  </a:schemeClr>
                </a:solidFill>
              </a:rPr>
              <a:t>value is </a:t>
            </a:r>
            <a:r>
              <a:rPr lang="en-US" sz="1200" b="1" dirty="0">
                <a:solidFill>
                  <a:schemeClr val="accent5">
                    <a:lumMod val="50000"/>
                  </a:schemeClr>
                </a:solidFill>
              </a:rPr>
              <a:t>false</a:t>
            </a:r>
          </a:p>
          <a:p>
            <a:pPr hangingPunct="1"/>
            <a:endParaRPr lang="en-US" sz="1200" b="1" dirty="0">
              <a:solidFill>
                <a:schemeClr val="accent5">
                  <a:lumMod val="50000"/>
                </a:schemeClr>
              </a:solidFill>
            </a:endParaRPr>
          </a:p>
          <a:p>
            <a:pPr hangingPunct="1"/>
            <a:r>
              <a:rPr lang="en-US" sz="1200" dirty="0">
                <a:solidFill>
                  <a:schemeClr val="accent5">
                    <a:lumMod val="50000"/>
                  </a:schemeClr>
                </a:solidFill>
              </a:rPr>
              <a:t>AW5 user changed plant </a:t>
            </a:r>
            <a:r>
              <a:rPr lang="en-US" sz="1200" b="1" dirty="0">
                <a:solidFill>
                  <a:schemeClr val="accent5">
                    <a:lumMod val="50000"/>
                  </a:schemeClr>
                </a:solidFill>
              </a:rPr>
              <a:t>VTO TEST SUPPLIER 4~19004191 </a:t>
            </a:r>
            <a:r>
              <a:rPr lang="en-US" sz="1200" dirty="0">
                <a:solidFill>
                  <a:schemeClr val="accent5">
                    <a:lumMod val="50000"/>
                  </a:schemeClr>
                </a:solidFill>
              </a:rPr>
              <a:t>in user DB </a:t>
            </a:r>
            <a:r>
              <a:rPr lang="en-US" sz="1200" b="1" dirty="0">
                <a:solidFill>
                  <a:schemeClr val="accent5">
                    <a:lumMod val="50000"/>
                  </a:schemeClr>
                </a:solidFill>
              </a:rPr>
              <a:t>preference</a:t>
            </a:r>
            <a:r>
              <a:rPr lang="en-US" sz="1200" dirty="0">
                <a:solidFill>
                  <a:schemeClr val="accent5">
                    <a:lumMod val="50000"/>
                  </a:schemeClr>
                </a:solidFill>
              </a:rPr>
              <a:t> value should be updated to </a:t>
            </a:r>
            <a:r>
              <a:rPr lang="en-US" sz="1200" b="1" dirty="0">
                <a:solidFill>
                  <a:schemeClr val="accent5">
                    <a:lumMod val="50000"/>
                  </a:schemeClr>
                </a:solidFill>
              </a:rPr>
              <a:t>true</a:t>
            </a:r>
          </a:p>
          <a:p>
            <a:pPr hangingPunct="1"/>
            <a:endParaRPr lang="en-US" sz="1200" b="1" dirty="0">
              <a:solidFill>
                <a:schemeClr val="accent5">
                  <a:lumMod val="50000"/>
                </a:schemeClr>
              </a:solidFill>
            </a:endParaRPr>
          </a:p>
          <a:p>
            <a:pPr hangingPunct="1"/>
            <a:r>
              <a:rPr lang="en-US" sz="1200" b="1" u="sng" dirty="0">
                <a:solidFill>
                  <a:schemeClr val="accent5">
                    <a:lumMod val="50000"/>
                  </a:schemeClr>
                </a:solidFill>
              </a:rPr>
              <a:t>Approach:</a:t>
            </a:r>
            <a:r>
              <a:rPr lang="en-US" sz="1200" dirty="0">
                <a:solidFill>
                  <a:schemeClr val="accent5">
                    <a:lumMod val="50000"/>
                  </a:schemeClr>
                </a:solidFill>
              </a:rPr>
              <a:t>  in CSV preference value always </a:t>
            </a:r>
            <a:r>
              <a:rPr lang="en-US" sz="1200" b="1" dirty="0">
                <a:solidFill>
                  <a:schemeClr val="accent5">
                    <a:lumMod val="50000"/>
                  </a:schemeClr>
                </a:solidFill>
              </a:rPr>
              <a:t>true</a:t>
            </a:r>
            <a:r>
              <a:rPr lang="en-US" sz="1200" dirty="0">
                <a:solidFill>
                  <a:schemeClr val="accent5">
                    <a:lumMod val="50000"/>
                  </a:schemeClr>
                </a:solidFill>
              </a:rPr>
              <a:t> for EBP users</a:t>
            </a:r>
          </a:p>
          <a:p>
            <a:pPr hangingPunct="1"/>
            <a:endParaRPr lang="en-US" sz="1200" dirty="0">
              <a:solidFill>
                <a:schemeClr val="accent5">
                  <a:lumMod val="50000"/>
                </a:schemeClr>
              </a:solidFill>
            </a:endParaRPr>
          </a:p>
          <a:p>
            <a:pPr hangingPunct="1"/>
            <a:r>
              <a:rPr lang="en-US" sz="1200" dirty="0">
                <a:solidFill>
                  <a:schemeClr val="accent5">
                    <a:lumMod val="50000"/>
                  </a:schemeClr>
                </a:solidFill>
              </a:rPr>
              <a:t>CSV_value    = </a:t>
            </a:r>
            <a:r>
              <a:rPr lang="en-US" sz="1200" b="1" dirty="0">
                <a:solidFill>
                  <a:schemeClr val="accent5">
                    <a:lumMod val="50000"/>
                  </a:schemeClr>
                </a:solidFill>
              </a:rPr>
              <a:t>VTO TEST SUPPLIER 4~19004191         </a:t>
            </a:r>
            <a:r>
              <a:rPr lang="en-US" sz="1200" dirty="0">
                <a:solidFill>
                  <a:schemeClr val="accent5">
                    <a:lumMod val="50000"/>
                  </a:schemeClr>
                </a:solidFill>
              </a:rPr>
              <a:t>Value_from_User_DB: </a:t>
            </a:r>
            <a:r>
              <a:rPr lang="en-US" sz="1200" b="1" dirty="0">
                <a:solidFill>
                  <a:schemeClr val="accent5">
                    <a:lumMod val="50000"/>
                  </a:schemeClr>
                </a:solidFill>
              </a:rPr>
              <a:t>VTO TEST SUPPLIER 1~20514297</a:t>
            </a:r>
          </a:p>
          <a:p>
            <a:pPr hangingPunct="1"/>
            <a:endParaRPr lang="en-US" sz="1200" b="1" dirty="0">
              <a:solidFill>
                <a:schemeClr val="accent5">
                  <a:lumMod val="50000"/>
                </a:schemeClr>
              </a:solidFill>
            </a:endParaRPr>
          </a:p>
          <a:p>
            <a:pPr marL="228600" indent="-228600" hangingPunct="1">
              <a:buAutoNum type="arabicPeriod"/>
            </a:pPr>
            <a:r>
              <a:rPr lang="en-US" sz="1200" b="1" dirty="0">
                <a:solidFill>
                  <a:schemeClr val="accent5">
                    <a:lumMod val="50000"/>
                  </a:schemeClr>
                </a:solidFill>
              </a:rPr>
              <a:t>If (!</a:t>
            </a:r>
            <a:r>
              <a:rPr lang="en-US" sz="1200" dirty="0">
                <a:solidFill>
                  <a:schemeClr val="accent5">
                    <a:lumMod val="50000"/>
                  </a:schemeClr>
                </a:solidFill>
              </a:rPr>
              <a:t> CSV_value.equalsToIgnoreCase(Value_from_User_DB)</a:t>
            </a:r>
            <a:r>
              <a:rPr lang="en-US" sz="1200" b="1" dirty="0">
                <a:solidFill>
                  <a:schemeClr val="accent5">
                    <a:lumMod val="50000"/>
                  </a:schemeClr>
                </a:solidFill>
              </a:rPr>
              <a:t>) { </a:t>
            </a:r>
            <a:r>
              <a:rPr lang="en-US" sz="1200" dirty="0">
                <a:solidFill>
                  <a:schemeClr val="accent5">
                    <a:lumMod val="50000"/>
                  </a:schemeClr>
                </a:solidFill>
              </a:rPr>
              <a:t>updated from CSV both the values : CSV as is </a:t>
            </a:r>
            <a:r>
              <a:rPr lang="en-US" sz="1200" b="1" dirty="0">
                <a:solidFill>
                  <a:schemeClr val="accent5">
                    <a:lumMod val="50000"/>
                  </a:schemeClr>
                </a:solidFill>
              </a:rPr>
              <a:t>}</a:t>
            </a:r>
          </a:p>
          <a:p>
            <a:pPr marL="228600" indent="-228600" hangingPunct="1">
              <a:buAutoNum type="arabicPeriod"/>
            </a:pPr>
            <a:endParaRPr lang="en-US" sz="1200" b="1" dirty="0">
              <a:solidFill>
                <a:schemeClr val="accent5">
                  <a:lumMod val="50000"/>
                </a:schemeClr>
              </a:solidFill>
            </a:endParaRPr>
          </a:p>
          <a:p>
            <a:pPr marL="228600" indent="-228600" hangingPunct="1">
              <a:buAutoNum type="arabicPeriod"/>
            </a:pPr>
            <a:r>
              <a:rPr lang="en-US" sz="1200" b="1" dirty="0">
                <a:solidFill>
                  <a:schemeClr val="accent5">
                    <a:lumMod val="50000"/>
                  </a:schemeClr>
                </a:solidFill>
              </a:rPr>
              <a:t>else if(</a:t>
            </a:r>
            <a:r>
              <a:rPr lang="en-US" sz="1200" dirty="0">
                <a:solidFill>
                  <a:schemeClr val="accent5">
                    <a:lumMod val="50000"/>
                  </a:schemeClr>
                </a:solidFill>
              </a:rPr>
              <a:t>CSV_value.equalsToIgnoreCase(Value_from_User_DB) &amp;&amp; ! (preference value from CSV).equalsTo(preference value from User DB)) </a:t>
            </a:r>
            <a:r>
              <a:rPr lang="en-US" sz="1200" b="1" dirty="0">
                <a:solidFill>
                  <a:schemeClr val="accent5">
                    <a:lumMod val="50000"/>
                  </a:schemeClr>
                </a:solidFill>
              </a:rPr>
              <a:t>) ) { DO NOT Update </a:t>
            </a:r>
            <a:r>
              <a:rPr lang="en-US" sz="1200" dirty="0">
                <a:solidFill>
                  <a:schemeClr val="accent5">
                    <a:lumMod val="50000"/>
                  </a:schemeClr>
                </a:solidFill>
              </a:rPr>
              <a:t>preference</a:t>
            </a:r>
            <a:r>
              <a:rPr lang="en-US" sz="1200" b="1" dirty="0">
                <a:solidFill>
                  <a:schemeClr val="accent5">
                    <a:lumMod val="50000"/>
                  </a:schemeClr>
                </a:solidFill>
              </a:rPr>
              <a:t> </a:t>
            </a:r>
            <a:r>
              <a:rPr lang="en-US" sz="1200" dirty="0">
                <a:solidFill>
                  <a:schemeClr val="accent5">
                    <a:lumMod val="50000"/>
                  </a:schemeClr>
                </a:solidFill>
              </a:rPr>
              <a:t>value</a:t>
            </a:r>
            <a:r>
              <a:rPr lang="en-US" sz="1200" b="1" dirty="0">
                <a:solidFill>
                  <a:schemeClr val="accent5">
                    <a:lumMod val="50000"/>
                  </a:schemeClr>
                </a:solidFill>
              </a:rPr>
              <a:t> </a:t>
            </a:r>
            <a:r>
              <a:rPr lang="en-US" sz="1200" dirty="0">
                <a:solidFill>
                  <a:schemeClr val="accent5">
                    <a:lumMod val="50000"/>
                  </a:schemeClr>
                </a:solidFill>
              </a:rPr>
              <a:t>and all other values should be update</a:t>
            </a:r>
            <a:r>
              <a:rPr lang="en-US" sz="1200" b="1" dirty="0">
                <a:solidFill>
                  <a:schemeClr val="accent5">
                    <a:lumMod val="50000"/>
                  </a:schemeClr>
                </a:solidFill>
              </a:rPr>
              <a:t>}</a:t>
            </a:r>
          </a:p>
          <a:p>
            <a:pPr hangingPunct="1"/>
            <a:endParaRPr lang="en-US" sz="1200" b="1" dirty="0">
              <a:solidFill>
                <a:schemeClr val="accent5">
                  <a:lumMod val="50000"/>
                </a:schemeClr>
              </a:solidFill>
            </a:endParaRPr>
          </a:p>
          <a:p>
            <a:pPr hangingPunct="1"/>
            <a:r>
              <a:rPr lang="en-US" sz="1200" b="1" dirty="0">
                <a:solidFill>
                  <a:schemeClr val="accent5">
                    <a:lumMod val="50000"/>
                  </a:schemeClr>
                </a:solidFill>
              </a:rPr>
              <a:t>When we update Initial Load user profile, we should not delete all users and just update from CSV only</a:t>
            </a:r>
          </a:p>
          <a:p>
            <a:pPr marL="228600" indent="-228600" hangingPunct="1">
              <a:buAutoNum type="arabicPeriod"/>
            </a:pPr>
            <a:endParaRPr lang="en-US" sz="1200" dirty="0">
              <a:solidFill>
                <a:schemeClr val="tx1"/>
              </a:solidFill>
            </a:endParaRPr>
          </a:p>
          <a:p>
            <a:pPr hangingPunct="1"/>
            <a:endParaRPr lang="en-US" sz="1200" b="1" dirty="0">
              <a:solidFill>
                <a:schemeClr val="tx1"/>
              </a:solidFill>
            </a:endParaRPr>
          </a:p>
        </p:txBody>
      </p:sp>
    </p:spTree>
    <p:extLst>
      <p:ext uri="{BB962C8B-B14F-4D97-AF65-F5344CB8AC3E}">
        <p14:creationId xmlns:p14="http://schemas.microsoft.com/office/powerpoint/2010/main" val="287508323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0B60FB6-0FA6-E6B8-FC62-E6258DBC7900}"/>
              </a:ext>
            </a:extLst>
          </p:cNvPr>
          <p:cNvSpPr>
            <a:spLocks noGrp="1"/>
          </p:cNvSpPr>
          <p:nvPr>
            <p:ph type="title"/>
          </p:nvPr>
        </p:nvSpPr>
        <p:spPr>
          <a:xfrm>
            <a:off x="10164" y="192951"/>
            <a:ext cx="8723050" cy="4767932"/>
          </a:xfrm>
        </p:spPr>
        <p:txBody>
          <a:bodyPr anchor="t">
            <a:noAutofit/>
          </a:bodyPr>
          <a:lstStyle/>
          <a:p>
            <a:r>
              <a:rPr lang="en-US" sz="1600" b="1" u="sng" dirty="0">
                <a:solidFill>
                  <a:srgbClr val="007DC3"/>
                </a:solidFill>
              </a:rPr>
              <a:t>PDF download from direct URL:</a:t>
            </a:r>
          </a:p>
        </p:txBody>
      </p:sp>
      <p:sp>
        <p:nvSpPr>
          <p:cNvPr id="4" name="Title 1">
            <a:extLst>
              <a:ext uri="{FF2B5EF4-FFF2-40B4-BE49-F238E27FC236}">
                <a16:creationId xmlns:a16="http://schemas.microsoft.com/office/drawing/2014/main" id="{0AF86B49-CC1C-7F1B-9124-D50A8BC245F4}"/>
              </a:ext>
            </a:extLst>
          </p:cNvPr>
          <p:cNvSpPr txBox="1">
            <a:spLocks/>
          </p:cNvSpPr>
          <p:nvPr/>
        </p:nvSpPr>
        <p:spPr>
          <a:xfrm>
            <a:off x="10164" y="538040"/>
            <a:ext cx="8723050" cy="4605460"/>
          </a:xfrm>
          <a:prstGeom prst="rect">
            <a:avLst/>
          </a:prstGeom>
        </p:spPr>
        <p:txBody>
          <a:bodyPr anchor="t">
            <a:noAutofit/>
          </a:bodyPr>
          <a:lst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007C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a:lstStyle>
          <a:p>
            <a:pPr hangingPunct="1"/>
            <a:r>
              <a:rPr lang="en-US" sz="1200" b="1" u="sng" dirty="0">
                <a:solidFill>
                  <a:schemeClr val="accent5">
                    <a:lumMod val="50000"/>
                  </a:schemeClr>
                </a:solidFill>
              </a:rPr>
              <a:t>Present PDF download.</a:t>
            </a:r>
          </a:p>
          <a:p>
            <a:pPr hangingPunct="1"/>
            <a:endParaRPr lang="en-US" sz="1200" dirty="0">
              <a:solidFill>
                <a:schemeClr val="accent5">
                  <a:lumMod val="50000"/>
                </a:schemeClr>
              </a:solidFill>
            </a:endParaRPr>
          </a:p>
          <a:p>
            <a:pPr hangingPunct="1"/>
            <a:r>
              <a:rPr lang="en-US" sz="1200" dirty="0">
                <a:solidFill>
                  <a:schemeClr val="accent5">
                    <a:lumMod val="50000"/>
                  </a:schemeClr>
                </a:solidFill>
              </a:rPr>
              <a:t>From Part context page we have download Button</a:t>
            </a:r>
          </a:p>
          <a:p>
            <a:pPr hangingPunct="1"/>
            <a:endParaRPr lang="en-US" sz="1200" dirty="0">
              <a:solidFill>
                <a:schemeClr val="accent5">
                  <a:lumMod val="50000"/>
                </a:schemeClr>
              </a:solidFill>
            </a:endParaRPr>
          </a:p>
          <a:p>
            <a:pPr marL="228600" indent="-228600" hangingPunct="1">
              <a:buAutoNum type="arabicPeriod"/>
            </a:pPr>
            <a:r>
              <a:rPr lang="en-US" sz="1200" dirty="0">
                <a:solidFill>
                  <a:schemeClr val="accent5">
                    <a:lumMod val="50000"/>
                  </a:schemeClr>
                </a:solidFill>
              </a:rPr>
              <a:t>when user click on PDF button, request come to MQL service with Object ID, Enovia send JSON response same as Properties page </a:t>
            </a:r>
          </a:p>
          <a:p>
            <a:pPr marL="228600" indent="-228600" hangingPunct="1">
              <a:buAutoNum type="arabicPeriod"/>
            </a:pPr>
            <a:endParaRPr lang="en-US" sz="1200" dirty="0">
              <a:solidFill>
                <a:schemeClr val="accent5">
                  <a:lumMod val="50000"/>
                </a:schemeClr>
              </a:solidFill>
            </a:endParaRPr>
          </a:p>
          <a:p>
            <a:pPr marL="228600" indent="-228600" hangingPunct="1">
              <a:buAutoNum type="arabicPeriod"/>
            </a:pPr>
            <a:r>
              <a:rPr lang="en-US" sz="1200" dirty="0">
                <a:solidFill>
                  <a:schemeClr val="accent5">
                    <a:lumMod val="50000"/>
                  </a:schemeClr>
                </a:solidFill>
              </a:rPr>
              <a:t>MS pdf download service will generate PDF with Json and watermark stamping adding footer(from JSON info from header section) generate PDF</a:t>
            </a:r>
          </a:p>
          <a:p>
            <a:pPr hangingPunct="1"/>
            <a:endParaRPr lang="en-US" sz="1200" b="1" dirty="0">
              <a:solidFill>
                <a:schemeClr val="accent5">
                  <a:lumMod val="50000"/>
                </a:schemeClr>
              </a:solidFill>
            </a:endParaRPr>
          </a:p>
          <a:p>
            <a:pPr hangingPunct="1"/>
            <a:r>
              <a:rPr lang="en-US" sz="1200" b="1" u="sng" dirty="0">
                <a:solidFill>
                  <a:schemeClr val="accent5">
                    <a:lumMod val="50000"/>
                  </a:schemeClr>
                </a:solidFill>
              </a:rPr>
              <a:t>Direct URL:</a:t>
            </a:r>
          </a:p>
          <a:p>
            <a:pPr hangingPunct="1"/>
            <a:r>
              <a:rPr lang="en-US" sz="1200" b="1" dirty="0">
                <a:solidFill>
                  <a:schemeClr val="accent5">
                    <a:lumMod val="50000"/>
                  </a:schemeClr>
                </a:solidFill>
                <a:hlinkClick r:id="rId2">
                  <a:extLst>
                    <a:ext uri="{A12FA001-AC4F-418D-AE19-62706E023703}">
                      <ahyp:hlinkClr xmlns:ahyp="http://schemas.microsoft.com/office/drawing/2018/hyperlinkcolor" val="tx"/>
                    </a:ext>
                  </a:extLst>
                </a:hlinkClick>
              </a:rPr>
              <a:t>https://specreader.pg.com/pdf/02772144</a:t>
            </a:r>
            <a:endParaRPr lang="en-US" sz="1200" b="1" dirty="0">
              <a:solidFill>
                <a:schemeClr val="accent5">
                  <a:lumMod val="50000"/>
                </a:schemeClr>
              </a:solidFill>
            </a:endParaRPr>
          </a:p>
          <a:p>
            <a:pPr hangingPunct="1"/>
            <a:endParaRPr lang="en-US" sz="1200" b="1" dirty="0">
              <a:solidFill>
                <a:schemeClr val="accent5">
                  <a:lumMod val="50000"/>
                </a:schemeClr>
              </a:solidFill>
            </a:endParaRPr>
          </a:p>
          <a:p>
            <a:pPr marL="228600" indent="-228600" hangingPunct="1">
              <a:lnSpc>
                <a:spcPct val="150000"/>
              </a:lnSpc>
              <a:buAutoNum type="arabicPeriod"/>
            </a:pPr>
            <a:r>
              <a:rPr lang="en-US" sz="1200" b="1" dirty="0">
                <a:solidFill>
                  <a:schemeClr val="accent5">
                    <a:lumMod val="50000"/>
                  </a:schemeClr>
                </a:solidFill>
              </a:rPr>
              <a:t>pdf </a:t>
            </a:r>
            <a:r>
              <a:rPr lang="en-US" sz="1200" dirty="0">
                <a:solidFill>
                  <a:schemeClr val="accent5">
                    <a:lumMod val="50000"/>
                  </a:schemeClr>
                </a:solidFill>
              </a:rPr>
              <a:t>is new service implementation</a:t>
            </a:r>
          </a:p>
          <a:p>
            <a:pPr marL="228600" indent="-228600" hangingPunct="1">
              <a:lnSpc>
                <a:spcPct val="150000"/>
              </a:lnSpc>
              <a:buAutoNum type="arabicPeriod"/>
            </a:pPr>
            <a:r>
              <a:rPr lang="en-US" sz="1200" dirty="0">
                <a:solidFill>
                  <a:schemeClr val="accent5">
                    <a:lumMod val="50000"/>
                  </a:schemeClr>
                </a:solidFill>
              </a:rPr>
              <a:t>Enovia service will receive GCAS name (</a:t>
            </a:r>
            <a:r>
              <a:rPr lang="en-US" sz="1200" b="1" dirty="0">
                <a:solidFill>
                  <a:schemeClr val="accent5">
                    <a:lumMod val="50000"/>
                  </a:schemeClr>
                </a:solidFill>
                <a:hlinkClick r:id="rId2">
                  <a:extLst>
                    <a:ext uri="{A12FA001-AC4F-418D-AE19-62706E023703}">
                      <ahyp:hlinkClr xmlns:ahyp="http://schemas.microsoft.com/office/drawing/2018/hyperlinkcolor" val="tx"/>
                    </a:ext>
                  </a:extLst>
                </a:hlinkClick>
              </a:rPr>
              <a:t>02772144</a:t>
            </a:r>
            <a:r>
              <a:rPr lang="en-US" sz="1200" dirty="0">
                <a:solidFill>
                  <a:schemeClr val="accent5">
                    <a:lumMod val="50000"/>
                  </a:schemeClr>
                </a:solidFill>
              </a:rPr>
              <a:t>)</a:t>
            </a:r>
          </a:p>
          <a:p>
            <a:pPr marL="228600" indent="-228600" hangingPunct="1">
              <a:lnSpc>
                <a:spcPct val="150000"/>
              </a:lnSpc>
              <a:buAutoNum type="arabicPeriod"/>
            </a:pPr>
            <a:r>
              <a:rPr lang="en-US" sz="1200" b="1" dirty="0">
                <a:solidFill>
                  <a:schemeClr val="accent5">
                    <a:lumMod val="50000"/>
                  </a:schemeClr>
                </a:solidFill>
              </a:rPr>
              <a:t>pdf</a:t>
            </a:r>
            <a:r>
              <a:rPr lang="en-US" sz="1200" dirty="0">
                <a:solidFill>
                  <a:schemeClr val="accent5">
                    <a:lumMod val="50000"/>
                  </a:schemeClr>
                </a:solidFill>
              </a:rPr>
              <a:t> service will get object ID, type name, revision from  GCAS of latest release revision</a:t>
            </a:r>
          </a:p>
          <a:p>
            <a:pPr marL="228600" indent="-228600" hangingPunct="1">
              <a:lnSpc>
                <a:spcPct val="150000"/>
              </a:lnSpc>
              <a:buAutoNum type="arabicPeriod"/>
            </a:pPr>
            <a:r>
              <a:rPr lang="en-US" sz="1200" dirty="0">
                <a:solidFill>
                  <a:schemeClr val="accent5">
                    <a:lumMod val="50000"/>
                  </a:schemeClr>
                </a:solidFill>
              </a:rPr>
              <a:t>with Object id and these info will call our existing imply page and generate service(Existing service already handling all security, Views etc...)</a:t>
            </a:r>
          </a:p>
          <a:p>
            <a:pPr marL="228600" indent="-228600" hangingPunct="1">
              <a:lnSpc>
                <a:spcPct val="150000"/>
              </a:lnSpc>
              <a:buAutoNum type="arabicPeriod"/>
            </a:pPr>
            <a:r>
              <a:rPr lang="en-US" sz="1200" dirty="0">
                <a:solidFill>
                  <a:schemeClr val="accent5">
                    <a:lumMod val="50000"/>
                  </a:schemeClr>
                </a:solidFill>
              </a:rPr>
              <a:t>JSON will return to pdf service and same will go to PDF download service. Since JSON is ready MS existing service will generate PDF</a:t>
            </a:r>
          </a:p>
        </p:txBody>
      </p:sp>
    </p:spTree>
    <p:extLst>
      <p:ext uri="{BB962C8B-B14F-4D97-AF65-F5344CB8AC3E}">
        <p14:creationId xmlns:p14="http://schemas.microsoft.com/office/powerpoint/2010/main" val="147694037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1B2A177-A230-FCD5-D82D-D805C45EC068}"/>
              </a:ext>
            </a:extLst>
          </p:cNvPr>
          <p:cNvSpPr txBox="1">
            <a:spLocks/>
          </p:cNvSpPr>
          <p:nvPr/>
        </p:nvSpPr>
        <p:spPr>
          <a:xfrm>
            <a:off x="0" y="201084"/>
            <a:ext cx="9038896" cy="313924"/>
          </a:xfrm>
          <a:prstGeom prst="rect">
            <a:avLst/>
          </a:prstGeom>
        </p:spPr>
        <p:txBody>
          <a:bodyPr anchor="t">
            <a:normAutofit fontScale="25000" lnSpcReduction="20000"/>
          </a:bodyPr>
          <a:lst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007C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a:lstStyle>
          <a:p>
            <a:pPr hangingPunct="1"/>
            <a:r>
              <a:rPr lang="en-US" sz="1400" b="1" dirty="0">
                <a:solidFill>
                  <a:schemeClr val="accent1"/>
                </a:solidFill>
                <a:latin typeface="Arial" panose="020B0604020202020204" pitchFamily="34" charset="0"/>
                <a:cs typeface="Arial" panose="020B0604020202020204" pitchFamily="34" charset="0"/>
              </a:rPr>
              <a:t> </a:t>
            </a:r>
            <a:r>
              <a:rPr lang="en-US" sz="64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a:t>
            </a:r>
            <a:br>
              <a:rPr lang="en-US" sz="3100" b="1" dirty="0">
                <a:solidFill>
                  <a:schemeClr val="accent1"/>
                </a:solidFill>
                <a:latin typeface="Arial" panose="020B0604020202020204" pitchFamily="34" charset="0"/>
                <a:cs typeface="Arial" panose="020B0604020202020204" pitchFamily="34" charset="0"/>
              </a:rPr>
            </a:br>
            <a:endParaRPr lang="en-IN" sz="3100" b="1" dirty="0">
              <a:solidFill>
                <a:schemeClr val="accent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D0F28AD-D843-22D3-C518-AFB5C2930EB9}"/>
              </a:ext>
            </a:extLst>
          </p:cNvPr>
          <p:cNvSpPr txBox="1"/>
          <p:nvPr/>
        </p:nvSpPr>
        <p:spPr>
          <a:xfrm>
            <a:off x="185518" y="600109"/>
            <a:ext cx="8853378" cy="1136145"/>
          </a:xfrm>
          <a:prstGeom prst="rect">
            <a:avLst/>
          </a:prstGeom>
          <a:noFill/>
          <a:ln>
            <a:noFill/>
          </a:ln>
        </p:spPr>
        <p:txBody>
          <a:bodyPr wrap="square" rtlCol="0">
            <a:spAutoFit/>
          </a:bodyPr>
          <a:lstStyle/>
          <a:p>
            <a:r>
              <a:rPr lang="en-US" sz="1400" b="1" dirty="0"/>
              <a:t>US </a:t>
            </a:r>
            <a:r>
              <a:rPr lang="en-US" sz="1400" b="1" i="0" dirty="0">
                <a:solidFill>
                  <a:srgbClr val="000000"/>
                </a:solidFill>
                <a:effectLst/>
                <a:latin typeface="Segoe UI VSS (Regular)"/>
              </a:rPr>
              <a:t>5148</a:t>
            </a:r>
            <a:r>
              <a:rPr lang="en-US" sz="1400" b="1" dirty="0"/>
              <a:t> </a:t>
            </a:r>
            <a:r>
              <a:rPr lang="en-US" sz="1400" dirty="0"/>
              <a:t>: When a plant(s) is removed from a part/specification, that part/specification shall be removed from the unauthorized plant/company's Views. Below are 2 use cases where the disconnection of plant happens on a part</a:t>
            </a:r>
          </a:p>
          <a:p>
            <a:pPr marL="742950" lvl="1" indent="-285750">
              <a:lnSpc>
                <a:spcPct val="150000"/>
              </a:lnSpc>
              <a:buFont typeface="Arial" panose="020B0604020202020204" pitchFamily="34" charset="0"/>
              <a:buChar char="•"/>
            </a:pPr>
            <a:r>
              <a:rPr lang="en-US" sz="1400" b="1" dirty="0"/>
              <a:t>UC1 : </a:t>
            </a:r>
            <a:r>
              <a:rPr lang="en-US" sz="1400" dirty="0"/>
              <a:t>When part is moved to </a:t>
            </a:r>
            <a:r>
              <a:rPr lang="en-US" sz="1400" b="1" dirty="0"/>
              <a:t>Obsolete</a:t>
            </a:r>
            <a:r>
              <a:rPr lang="en-US" sz="1400" dirty="0"/>
              <a:t> State</a:t>
            </a:r>
          </a:p>
          <a:p>
            <a:pPr marL="742950" lvl="1" indent="-285750">
              <a:lnSpc>
                <a:spcPct val="150000"/>
              </a:lnSpc>
              <a:buFont typeface="Arial" panose="020B0604020202020204" pitchFamily="34" charset="0"/>
              <a:buChar char="•"/>
            </a:pPr>
            <a:r>
              <a:rPr lang="en-US" sz="1400" b="1" dirty="0"/>
              <a:t>UC2</a:t>
            </a:r>
            <a:r>
              <a:rPr lang="en-US" sz="1400" dirty="0"/>
              <a:t> : When plant is </a:t>
            </a:r>
            <a:r>
              <a:rPr lang="en-US" sz="1400" b="1" dirty="0"/>
              <a:t>removed/disconnected </a:t>
            </a:r>
            <a:r>
              <a:rPr lang="en-US" sz="1400" dirty="0"/>
              <a:t>from the part</a:t>
            </a:r>
          </a:p>
        </p:txBody>
      </p:sp>
      <p:sp>
        <p:nvSpPr>
          <p:cNvPr id="13" name="TextBox 12" descr="Part(20328762">
            <a:extLst>
              <a:ext uri="{FF2B5EF4-FFF2-40B4-BE49-F238E27FC236}">
                <a16:creationId xmlns:a16="http://schemas.microsoft.com/office/drawing/2014/main" id="{1A7BDA37-E5B4-50FE-41AF-1D70989BCE43}"/>
              </a:ext>
            </a:extLst>
          </p:cNvPr>
          <p:cNvSpPr txBox="1"/>
          <p:nvPr/>
        </p:nvSpPr>
        <p:spPr>
          <a:xfrm>
            <a:off x="145311" y="1748270"/>
            <a:ext cx="8853378" cy="307777"/>
          </a:xfrm>
          <a:prstGeom prst="rect">
            <a:avLst/>
          </a:prstGeom>
          <a:noFill/>
          <a:ln>
            <a:noFill/>
          </a:ln>
        </p:spPr>
        <p:txBody>
          <a:bodyPr wrap="square" rtlCol="0">
            <a:spAutoFit/>
          </a:bodyPr>
          <a:lstStyle/>
          <a:p>
            <a:r>
              <a:rPr lang="en-US" sz="1400" b="1" dirty="0"/>
              <a:t>UC1: </a:t>
            </a:r>
            <a:r>
              <a:rPr lang="en-US" sz="1400" dirty="0"/>
              <a:t>When part is moved to </a:t>
            </a:r>
            <a:r>
              <a:rPr lang="en-US" sz="1400" b="1" dirty="0"/>
              <a:t>Obsolete</a:t>
            </a:r>
            <a:r>
              <a:rPr lang="en-US" sz="1400" dirty="0"/>
              <a:t> State</a:t>
            </a:r>
            <a:r>
              <a:rPr lang="en-US" sz="1400" b="1" dirty="0"/>
              <a:t> </a:t>
            </a:r>
            <a:endParaRPr lang="en-US" sz="1400" dirty="0"/>
          </a:p>
        </p:txBody>
      </p:sp>
      <p:grpSp>
        <p:nvGrpSpPr>
          <p:cNvPr id="127" name="Group 126">
            <a:extLst>
              <a:ext uri="{FF2B5EF4-FFF2-40B4-BE49-F238E27FC236}">
                <a16:creationId xmlns:a16="http://schemas.microsoft.com/office/drawing/2014/main" id="{E854FFDB-33BF-8676-B220-58467BEE9A11}"/>
              </a:ext>
            </a:extLst>
          </p:cNvPr>
          <p:cNvGrpSpPr/>
          <p:nvPr/>
        </p:nvGrpSpPr>
        <p:grpSpPr>
          <a:xfrm>
            <a:off x="237015" y="2180449"/>
            <a:ext cx="8692443" cy="2313337"/>
            <a:chOff x="334383" y="2046355"/>
            <a:chExt cx="8692443" cy="2313337"/>
          </a:xfrm>
        </p:grpSpPr>
        <p:grpSp>
          <p:nvGrpSpPr>
            <p:cNvPr id="78" name="Group 77">
              <a:extLst>
                <a:ext uri="{FF2B5EF4-FFF2-40B4-BE49-F238E27FC236}">
                  <a16:creationId xmlns:a16="http://schemas.microsoft.com/office/drawing/2014/main" id="{A4F67AB3-BED7-4BFC-14DC-9FC759F1703E}"/>
                </a:ext>
              </a:extLst>
            </p:cNvPr>
            <p:cNvGrpSpPr/>
            <p:nvPr/>
          </p:nvGrpSpPr>
          <p:grpSpPr>
            <a:xfrm>
              <a:off x="334383" y="2046355"/>
              <a:ext cx="8692443" cy="2313337"/>
              <a:chOff x="232607" y="2216867"/>
              <a:chExt cx="8692443" cy="2313337"/>
            </a:xfrm>
          </p:grpSpPr>
          <p:grpSp>
            <p:nvGrpSpPr>
              <p:cNvPr id="66" name="Group 65">
                <a:extLst>
                  <a:ext uri="{FF2B5EF4-FFF2-40B4-BE49-F238E27FC236}">
                    <a16:creationId xmlns:a16="http://schemas.microsoft.com/office/drawing/2014/main" id="{1A1088DF-05A6-DF5C-9876-225A05B9FE06}"/>
                  </a:ext>
                </a:extLst>
              </p:cNvPr>
              <p:cNvGrpSpPr/>
              <p:nvPr/>
            </p:nvGrpSpPr>
            <p:grpSpPr>
              <a:xfrm>
                <a:off x="232607" y="2216867"/>
                <a:ext cx="5753886" cy="2288238"/>
                <a:chOff x="185518" y="2056047"/>
                <a:chExt cx="5753886" cy="2288238"/>
              </a:xfrm>
            </p:grpSpPr>
            <p:grpSp>
              <p:nvGrpSpPr>
                <p:cNvPr id="55" name="Group 54">
                  <a:extLst>
                    <a:ext uri="{FF2B5EF4-FFF2-40B4-BE49-F238E27FC236}">
                      <a16:creationId xmlns:a16="http://schemas.microsoft.com/office/drawing/2014/main" id="{B02AEAAC-E58B-D10D-C58C-1346A50F5020}"/>
                    </a:ext>
                  </a:extLst>
                </p:cNvPr>
                <p:cNvGrpSpPr/>
                <p:nvPr/>
              </p:nvGrpSpPr>
              <p:grpSpPr>
                <a:xfrm>
                  <a:off x="185518" y="2056047"/>
                  <a:ext cx="3697025" cy="447770"/>
                  <a:chOff x="326065" y="2318231"/>
                  <a:chExt cx="3697025" cy="447770"/>
                </a:xfrm>
              </p:grpSpPr>
              <p:grpSp>
                <p:nvGrpSpPr>
                  <p:cNvPr id="40" name="Group 39">
                    <a:extLst>
                      <a:ext uri="{FF2B5EF4-FFF2-40B4-BE49-F238E27FC236}">
                        <a16:creationId xmlns:a16="http://schemas.microsoft.com/office/drawing/2014/main" id="{77859DD4-A914-C0B3-7542-AC1753E5A498}"/>
                      </a:ext>
                    </a:extLst>
                  </p:cNvPr>
                  <p:cNvGrpSpPr/>
                  <p:nvPr/>
                </p:nvGrpSpPr>
                <p:grpSpPr>
                  <a:xfrm>
                    <a:off x="326065" y="2318231"/>
                    <a:ext cx="2223208" cy="447770"/>
                    <a:chOff x="4857763" y="1813035"/>
                    <a:chExt cx="1845565" cy="355982"/>
                  </a:xfrm>
                </p:grpSpPr>
                <p:sp>
                  <p:nvSpPr>
                    <p:cNvPr id="36" name="Oval 35">
                      <a:extLst>
                        <a:ext uri="{FF2B5EF4-FFF2-40B4-BE49-F238E27FC236}">
                          <a16:creationId xmlns:a16="http://schemas.microsoft.com/office/drawing/2014/main" id="{6C3E693A-1AC3-4592-8B2D-F8E75FC15843}"/>
                        </a:ext>
                      </a:extLst>
                    </p:cNvPr>
                    <p:cNvSpPr/>
                    <p:nvPr/>
                  </p:nvSpPr>
                  <p:spPr>
                    <a:xfrm>
                      <a:off x="4857763" y="1836941"/>
                      <a:ext cx="634198" cy="332076"/>
                    </a:xfrm>
                    <a:prstGeom prst="ellipse">
                      <a:avLst/>
                    </a:prstGeom>
                    <a:noFill/>
                    <a:ln w="9525" cap="flat">
                      <a:solidFill>
                        <a:srgbClr val="0652A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800" b="0" i="0" u="none" strike="noStrike" cap="none" spc="0" normalizeH="0" baseline="0">
                        <a:ln>
                          <a:noFill/>
                        </a:ln>
                        <a:solidFill>
                          <a:srgbClr val="000000"/>
                        </a:solidFill>
                        <a:effectLst/>
                        <a:uFillTx/>
                        <a:latin typeface="+mn-lt"/>
                        <a:ea typeface="+mn-ea"/>
                        <a:cs typeface="+mn-cs"/>
                        <a:sym typeface="Calibri"/>
                      </a:endParaRPr>
                    </a:p>
                  </p:txBody>
                </p:sp>
                <p:sp>
                  <p:nvSpPr>
                    <p:cNvPr id="38" name="TextBox 37">
                      <a:extLst>
                        <a:ext uri="{FF2B5EF4-FFF2-40B4-BE49-F238E27FC236}">
                          <a16:creationId xmlns:a16="http://schemas.microsoft.com/office/drawing/2014/main" id="{FA15203D-CD3A-3290-967C-67BC4B5E28DC}"/>
                        </a:ext>
                      </a:extLst>
                    </p:cNvPr>
                    <p:cNvSpPr txBox="1"/>
                    <p:nvPr/>
                  </p:nvSpPr>
                  <p:spPr>
                    <a:xfrm>
                      <a:off x="5916081" y="1813035"/>
                      <a:ext cx="787247" cy="19574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000" b="1" i="0" u="none" strike="noStrike" cap="none" spc="0" normalizeH="0" baseline="0" dirty="0">
                          <a:ln>
                            <a:noFill/>
                          </a:ln>
                          <a:solidFill>
                            <a:srgbClr val="000000"/>
                          </a:solidFill>
                          <a:effectLst/>
                          <a:uFillTx/>
                          <a:latin typeface="+mn-lt"/>
                          <a:ea typeface="+mn-ea"/>
                          <a:cs typeface="+mn-cs"/>
                          <a:sym typeface="Calibri"/>
                        </a:rPr>
                        <a:t>PMP(</a:t>
                      </a:r>
                      <a:r>
                        <a:rPr lang="en-US" sz="1000" b="1" dirty="0"/>
                        <a:t>20328762</a:t>
                      </a:r>
                      <a:r>
                        <a:rPr kumimoji="0" lang="en-US" sz="1000" b="1" i="0" u="none" strike="noStrike" cap="none" spc="0" normalizeH="0" baseline="0" dirty="0">
                          <a:ln>
                            <a:noFill/>
                          </a:ln>
                          <a:solidFill>
                            <a:srgbClr val="000000"/>
                          </a:solidFill>
                          <a:effectLst/>
                          <a:uFillTx/>
                          <a:latin typeface="+mn-lt"/>
                          <a:ea typeface="+mn-ea"/>
                          <a:cs typeface="+mn-cs"/>
                          <a:sym typeface="Calibri"/>
                        </a:rPr>
                        <a:t>)</a:t>
                      </a:r>
                      <a:endParaRPr kumimoji="0" lang="en-US" b="1" i="0" u="none" strike="noStrike" cap="none" spc="0" normalizeH="0" baseline="0" dirty="0">
                        <a:ln>
                          <a:noFill/>
                        </a:ln>
                        <a:solidFill>
                          <a:srgbClr val="000000"/>
                        </a:solidFill>
                        <a:effectLst/>
                        <a:uFillTx/>
                        <a:latin typeface="+mn-lt"/>
                        <a:ea typeface="+mn-ea"/>
                        <a:cs typeface="+mn-cs"/>
                        <a:sym typeface="Calibri"/>
                      </a:endParaRPr>
                    </a:p>
                  </p:txBody>
                </p:sp>
              </p:grpSp>
              <p:cxnSp>
                <p:nvCxnSpPr>
                  <p:cNvPr id="42" name="Straight Arrow Connector 41">
                    <a:extLst>
                      <a:ext uri="{FF2B5EF4-FFF2-40B4-BE49-F238E27FC236}">
                        <a16:creationId xmlns:a16="http://schemas.microsoft.com/office/drawing/2014/main" id="{560616B4-0149-EBD7-BFDC-8E8CE66F2605}"/>
                      </a:ext>
                    </a:extLst>
                  </p:cNvPr>
                  <p:cNvCxnSpPr>
                    <a:cxnSpLocks/>
                    <a:stCxn id="36" idx="6"/>
                  </p:cNvCxnSpPr>
                  <p:nvPr/>
                </p:nvCxnSpPr>
                <p:spPr>
                  <a:xfrm flipV="1">
                    <a:off x="1090034" y="2530825"/>
                    <a:ext cx="2192451" cy="26326"/>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50" name="TextBox 49">
                    <a:extLst>
                      <a:ext uri="{FF2B5EF4-FFF2-40B4-BE49-F238E27FC236}">
                        <a16:creationId xmlns:a16="http://schemas.microsoft.com/office/drawing/2014/main" id="{C9ADEF62-8329-5FA5-6119-10B65E71B806}"/>
                      </a:ext>
                    </a:extLst>
                  </p:cNvPr>
                  <p:cNvSpPr txBox="1"/>
                  <p:nvPr/>
                </p:nvSpPr>
                <p:spPr>
                  <a:xfrm>
                    <a:off x="430283" y="2418855"/>
                    <a:ext cx="584453"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rgbClr val="000000"/>
                        </a:solidFill>
                        <a:effectLst/>
                        <a:uFillTx/>
                        <a:latin typeface="+mn-lt"/>
                        <a:ea typeface="+mn-ea"/>
                        <a:cs typeface="+mn-cs"/>
                        <a:sym typeface="Calibri"/>
                      </a:rPr>
                      <a:t>Release</a:t>
                    </a:r>
                    <a:endParaRPr kumimoji="0" lang="en-US" sz="1800" b="1" i="0" u="none" strike="noStrike" cap="none" spc="0" normalizeH="0" baseline="0" dirty="0">
                      <a:ln>
                        <a:noFill/>
                      </a:ln>
                      <a:solidFill>
                        <a:srgbClr val="000000"/>
                      </a:solidFill>
                      <a:effectLst/>
                      <a:uFillTx/>
                      <a:latin typeface="+mn-lt"/>
                      <a:ea typeface="+mn-ea"/>
                      <a:cs typeface="+mn-cs"/>
                      <a:sym typeface="Calibri"/>
                    </a:endParaRPr>
                  </a:p>
                </p:txBody>
              </p:sp>
              <p:sp>
                <p:nvSpPr>
                  <p:cNvPr id="53" name="Oval 52">
                    <a:extLst>
                      <a:ext uri="{FF2B5EF4-FFF2-40B4-BE49-F238E27FC236}">
                        <a16:creationId xmlns:a16="http://schemas.microsoft.com/office/drawing/2014/main" id="{F887D13F-314B-EB48-3294-1640BECF10A3}"/>
                      </a:ext>
                    </a:extLst>
                  </p:cNvPr>
                  <p:cNvSpPr/>
                  <p:nvPr/>
                </p:nvSpPr>
                <p:spPr>
                  <a:xfrm>
                    <a:off x="3259121" y="2321975"/>
                    <a:ext cx="763969" cy="417700"/>
                  </a:xfrm>
                  <a:prstGeom prst="ellipse">
                    <a:avLst/>
                  </a:prstGeom>
                  <a:noFill/>
                  <a:ln w="9525" cap="flat">
                    <a:solidFill>
                      <a:srgbClr val="0652A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800" b="0" i="0" u="none" strike="noStrike" cap="none" spc="0" normalizeH="0" baseline="0">
                      <a:ln>
                        <a:noFill/>
                      </a:ln>
                      <a:solidFill>
                        <a:srgbClr val="000000"/>
                      </a:solidFill>
                      <a:effectLst/>
                      <a:uFillTx/>
                      <a:latin typeface="+mn-lt"/>
                      <a:ea typeface="+mn-ea"/>
                      <a:cs typeface="+mn-cs"/>
                      <a:sym typeface="Calibri"/>
                    </a:endParaRPr>
                  </a:p>
                </p:txBody>
              </p:sp>
            </p:grpSp>
            <p:sp>
              <p:nvSpPr>
                <p:cNvPr id="54" name="TextBox 53">
                  <a:extLst>
                    <a:ext uri="{FF2B5EF4-FFF2-40B4-BE49-F238E27FC236}">
                      <a16:creationId xmlns:a16="http://schemas.microsoft.com/office/drawing/2014/main" id="{FAC50E2B-2198-72C9-2754-D6A274B1604C}"/>
                    </a:ext>
                  </a:extLst>
                </p:cNvPr>
                <p:cNvSpPr txBox="1"/>
                <p:nvPr/>
              </p:nvSpPr>
              <p:spPr>
                <a:xfrm>
                  <a:off x="3171091" y="2124986"/>
                  <a:ext cx="669412"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rgbClr val="000000"/>
                      </a:solidFill>
                      <a:effectLst/>
                      <a:uFillTx/>
                      <a:latin typeface="+mn-lt"/>
                      <a:ea typeface="+mn-ea"/>
                      <a:cs typeface="+mn-cs"/>
                      <a:sym typeface="Calibri"/>
                    </a:rPr>
                    <a:t>Obsolete</a:t>
                  </a:r>
                  <a:endParaRPr kumimoji="0" lang="en-US" sz="1800" b="1" i="0" u="none" strike="noStrike" cap="none" spc="0" normalizeH="0" baseline="0" dirty="0">
                    <a:ln>
                      <a:noFill/>
                    </a:ln>
                    <a:solidFill>
                      <a:srgbClr val="000000"/>
                    </a:solidFill>
                    <a:effectLst/>
                    <a:uFillTx/>
                    <a:latin typeface="+mn-lt"/>
                    <a:ea typeface="+mn-ea"/>
                    <a:cs typeface="+mn-cs"/>
                    <a:sym typeface="Calibri"/>
                  </a:endParaRPr>
                </a:p>
              </p:txBody>
            </p:sp>
            <p:sp>
              <p:nvSpPr>
                <p:cNvPr id="58" name="TextBox 57">
                  <a:extLst>
                    <a:ext uri="{FF2B5EF4-FFF2-40B4-BE49-F238E27FC236}">
                      <a16:creationId xmlns:a16="http://schemas.microsoft.com/office/drawing/2014/main" id="{976173FE-7BBD-09CA-5983-981CA9768AFD}"/>
                    </a:ext>
                  </a:extLst>
                </p:cNvPr>
                <p:cNvSpPr txBox="1"/>
                <p:nvPr/>
              </p:nvSpPr>
              <p:spPr>
                <a:xfrm>
                  <a:off x="1613090" y="2579100"/>
                  <a:ext cx="3483891"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00" b="0" i="0" u="none" strike="noStrike" cap="none" spc="0" normalizeH="0" baseline="0" dirty="0">
                      <a:ln>
                        <a:noFill/>
                      </a:ln>
                      <a:solidFill>
                        <a:srgbClr val="000000"/>
                      </a:solidFill>
                      <a:effectLst/>
                      <a:uFillTx/>
                      <a:latin typeface="+mn-lt"/>
                      <a:ea typeface="+mn-ea"/>
                      <a:cs typeface="+mn-cs"/>
                      <a:sym typeface="Calibri"/>
                    </a:rPr>
                    <a:t>Modified timestamp</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00" dirty="0"/>
                    <a:t>EBP Object Disconnect (</a:t>
                  </a:r>
                  <a:r>
                    <a:rPr lang="en-US" sz="1000" b="1" dirty="0"/>
                    <a:t>ebpsum_20328762001~15145967</a:t>
                  </a:r>
                  <a:r>
                    <a:rPr lang="en-US" sz="1000" dirty="0"/>
                    <a:t>)</a:t>
                  </a:r>
                  <a:endParaRPr kumimoji="0" lang="en-US" sz="1000" b="0" i="0" u="none" strike="noStrike" cap="none" spc="0" normalizeH="0" baseline="0" dirty="0">
                    <a:ln>
                      <a:noFill/>
                    </a:ln>
                    <a:solidFill>
                      <a:srgbClr val="000000"/>
                    </a:solidFill>
                    <a:effectLst/>
                    <a:uFillTx/>
                    <a:latin typeface="+mn-lt"/>
                    <a:ea typeface="+mn-ea"/>
                    <a:cs typeface="+mn-cs"/>
                    <a:sym typeface="Calibri"/>
                  </a:endParaRPr>
                </a:p>
              </p:txBody>
            </p:sp>
            <p:cxnSp>
              <p:nvCxnSpPr>
                <p:cNvPr id="61" name="Straight Arrow Connector 60">
                  <a:extLst>
                    <a:ext uri="{FF2B5EF4-FFF2-40B4-BE49-F238E27FC236}">
                      <a16:creationId xmlns:a16="http://schemas.microsoft.com/office/drawing/2014/main" id="{CEEEF833-91F1-834F-80A4-4E382534C53B}"/>
                    </a:ext>
                  </a:extLst>
                </p:cNvPr>
                <p:cNvCxnSpPr>
                  <a:cxnSpLocks/>
                </p:cNvCxnSpPr>
                <p:nvPr/>
              </p:nvCxnSpPr>
              <p:spPr>
                <a:xfrm flipV="1">
                  <a:off x="1171334" y="2762945"/>
                  <a:ext cx="440408" cy="3165"/>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65" name="TextBox 64">
                  <a:extLst>
                    <a:ext uri="{FF2B5EF4-FFF2-40B4-BE49-F238E27FC236}">
                      <a16:creationId xmlns:a16="http://schemas.microsoft.com/office/drawing/2014/main" id="{592DF87E-0477-CEA3-693B-701323BA6B51}"/>
                    </a:ext>
                  </a:extLst>
                </p:cNvPr>
                <p:cNvSpPr txBox="1"/>
                <p:nvPr/>
              </p:nvSpPr>
              <p:spPr>
                <a:xfrm>
                  <a:off x="4345059" y="3767206"/>
                  <a:ext cx="1594345" cy="5770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000000"/>
                      </a:solidFill>
                      <a:effectLst/>
                      <a:uFillTx/>
                      <a:latin typeface="+mn-lt"/>
                      <a:ea typeface="+mn-ea"/>
                      <a:cs typeface="+mn-cs"/>
                      <a:sym typeface="Calibri"/>
                    </a:rPr>
                    <a:t>Modified timestamp</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000000"/>
                      </a:solidFill>
                      <a:effectLst/>
                      <a:uFillTx/>
                      <a:latin typeface="+mn-lt"/>
                      <a:ea typeface="+mn-ea"/>
                      <a:cs typeface="+mn-cs"/>
                      <a:sym typeface="Calibri"/>
                    </a:rPr>
                    <a:t>Disconnect from PMP</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t>Disconnect from plant</a:t>
                  </a:r>
                  <a:endParaRPr kumimoji="0" lang="en-US" sz="1050" b="0" i="0" u="none" strike="noStrike" cap="none" spc="0" normalizeH="0" baseline="0" dirty="0">
                    <a:ln>
                      <a:noFill/>
                    </a:ln>
                    <a:solidFill>
                      <a:srgbClr val="000000"/>
                    </a:solidFill>
                    <a:effectLst/>
                    <a:uFillTx/>
                    <a:latin typeface="+mn-lt"/>
                    <a:ea typeface="+mn-ea"/>
                    <a:cs typeface="+mn-cs"/>
                    <a:sym typeface="Calibri"/>
                  </a:endParaRPr>
                </a:p>
              </p:txBody>
            </p:sp>
          </p:grpSp>
          <p:sp>
            <p:nvSpPr>
              <p:cNvPr id="71" name="TextBox 70">
                <a:extLst>
                  <a:ext uri="{FF2B5EF4-FFF2-40B4-BE49-F238E27FC236}">
                    <a16:creationId xmlns:a16="http://schemas.microsoft.com/office/drawing/2014/main" id="{0A87C560-8D42-E7B0-F9A1-18DE86708FED}"/>
                  </a:ext>
                </a:extLst>
              </p:cNvPr>
              <p:cNvSpPr txBox="1"/>
              <p:nvPr/>
            </p:nvSpPr>
            <p:spPr>
              <a:xfrm>
                <a:off x="7043768" y="3883875"/>
                <a:ext cx="1881282"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200" b="0" i="0" u="none" strike="noStrike" cap="none" spc="0" normalizeH="0" baseline="0" dirty="0">
                    <a:ln>
                      <a:noFill/>
                    </a:ln>
                    <a:solidFill>
                      <a:srgbClr val="000000"/>
                    </a:solidFill>
                    <a:effectLst/>
                    <a:uFillTx/>
                    <a:latin typeface="+mn-lt"/>
                    <a:ea typeface="+mn-ea"/>
                    <a:cs typeface="+mn-cs"/>
                    <a:sym typeface="Calibri"/>
                  </a:rPr>
                  <a:t>Update in Postgres DB</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200" dirty="0"/>
                  <a:t>Update in Elastic Search</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200" b="0" i="0" u="none" strike="noStrike" cap="none" spc="0" normalizeH="0" baseline="0" dirty="0">
                    <a:ln>
                      <a:noFill/>
                    </a:ln>
                    <a:solidFill>
                      <a:srgbClr val="000000"/>
                    </a:solidFill>
                    <a:effectLst/>
                    <a:uFillTx/>
                    <a:latin typeface="+mn-lt"/>
                    <a:ea typeface="+mn-ea"/>
                    <a:cs typeface="+mn-cs"/>
                    <a:sym typeface="Calibri"/>
                  </a:rPr>
                  <a:t>Update in UI</a:t>
                </a:r>
              </a:p>
            </p:txBody>
          </p:sp>
        </p:grpSp>
        <p:grpSp>
          <p:nvGrpSpPr>
            <p:cNvPr id="86" name="Group 85">
              <a:extLst>
                <a:ext uri="{FF2B5EF4-FFF2-40B4-BE49-F238E27FC236}">
                  <a16:creationId xmlns:a16="http://schemas.microsoft.com/office/drawing/2014/main" id="{09DBC0E2-9412-E814-DB6B-C5191D9C676B}"/>
                </a:ext>
              </a:extLst>
            </p:cNvPr>
            <p:cNvGrpSpPr/>
            <p:nvPr/>
          </p:nvGrpSpPr>
          <p:grpSpPr>
            <a:xfrm>
              <a:off x="859210" y="3242348"/>
              <a:ext cx="3758086" cy="463268"/>
              <a:chOff x="354354" y="2080597"/>
              <a:chExt cx="3758086" cy="463268"/>
            </a:xfrm>
          </p:grpSpPr>
          <p:sp>
            <p:nvSpPr>
              <p:cNvPr id="79" name="Can 40">
                <a:extLst>
                  <a:ext uri="{FF2B5EF4-FFF2-40B4-BE49-F238E27FC236}">
                    <a16:creationId xmlns:a16="http://schemas.microsoft.com/office/drawing/2014/main" id="{0398B663-6C2A-86E8-370F-A4E4049CC5FC}"/>
                  </a:ext>
                </a:extLst>
              </p:cNvPr>
              <p:cNvSpPr/>
              <p:nvPr/>
            </p:nvSpPr>
            <p:spPr>
              <a:xfrm>
                <a:off x="354354" y="2080597"/>
                <a:ext cx="804598" cy="448621"/>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ENOVIA DB</a:t>
                </a:r>
              </a:p>
              <a:p>
                <a:pPr algn="ctr"/>
                <a:endParaRPr lang="en-US" sz="1200" dirty="0">
                  <a:solidFill>
                    <a:schemeClr val="bg1"/>
                  </a:solidFill>
                </a:endParaRPr>
              </a:p>
            </p:txBody>
          </p:sp>
          <p:sp>
            <p:nvSpPr>
              <p:cNvPr id="80" name="Can 40">
                <a:extLst>
                  <a:ext uri="{FF2B5EF4-FFF2-40B4-BE49-F238E27FC236}">
                    <a16:creationId xmlns:a16="http://schemas.microsoft.com/office/drawing/2014/main" id="{482691DF-50F1-44AE-2B0C-0A0394D0753B}"/>
                  </a:ext>
                </a:extLst>
              </p:cNvPr>
              <p:cNvSpPr/>
              <p:nvPr/>
            </p:nvSpPr>
            <p:spPr>
              <a:xfrm>
                <a:off x="3194428" y="2095406"/>
                <a:ext cx="918012" cy="448459"/>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Spec Reader DB</a:t>
                </a:r>
              </a:p>
              <a:p>
                <a:pPr algn="ctr"/>
                <a:endParaRPr lang="en-US" sz="1200" dirty="0">
                  <a:solidFill>
                    <a:schemeClr val="bg1"/>
                  </a:solidFill>
                </a:endParaRPr>
              </a:p>
            </p:txBody>
          </p:sp>
          <p:cxnSp>
            <p:nvCxnSpPr>
              <p:cNvPr id="81" name="Straight Arrow Connector 80">
                <a:extLst>
                  <a:ext uri="{FF2B5EF4-FFF2-40B4-BE49-F238E27FC236}">
                    <a16:creationId xmlns:a16="http://schemas.microsoft.com/office/drawing/2014/main" id="{8A73B7C6-4FD9-6ECE-18DC-F0C28F65CBE6}"/>
                  </a:ext>
                </a:extLst>
              </p:cNvPr>
              <p:cNvCxnSpPr>
                <a:cxnSpLocks/>
                <a:stCxn id="79" idx="4"/>
              </p:cNvCxnSpPr>
              <p:nvPr/>
            </p:nvCxnSpPr>
            <p:spPr>
              <a:xfrm>
                <a:off x="1158952" y="2304908"/>
                <a:ext cx="2006493" cy="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85" name="Rectangle 84">
                <a:extLst>
                  <a:ext uri="{FF2B5EF4-FFF2-40B4-BE49-F238E27FC236}">
                    <a16:creationId xmlns:a16="http://schemas.microsoft.com/office/drawing/2014/main" id="{6FE64B0F-930E-5C06-9BE5-3D91BD9FEDF1}"/>
                  </a:ext>
                </a:extLst>
              </p:cNvPr>
              <p:cNvSpPr/>
              <p:nvPr/>
            </p:nvSpPr>
            <p:spPr>
              <a:xfrm>
                <a:off x="1838348" y="2080597"/>
                <a:ext cx="647700" cy="173353"/>
              </a:xfrm>
              <a:prstGeom prst="rect">
                <a:avLst/>
              </a:prstGeom>
              <a:solidFill>
                <a:srgbClr val="1199D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050" b="0" i="0" u="none" strike="noStrike" cap="none" spc="0" normalizeH="0" baseline="0" dirty="0">
                    <a:ln>
                      <a:noFill/>
                    </a:ln>
                    <a:solidFill>
                      <a:srgbClr val="000000"/>
                    </a:solidFill>
                    <a:effectLst/>
                    <a:uFillTx/>
                    <a:latin typeface="+mn-lt"/>
                    <a:ea typeface="+mn-ea"/>
                    <a:cs typeface="+mn-cs"/>
                    <a:sym typeface="Calibri"/>
                  </a:rPr>
                  <a:t>HVR Hub</a:t>
                </a:r>
              </a:p>
            </p:txBody>
          </p:sp>
        </p:grpSp>
        <p:cxnSp>
          <p:nvCxnSpPr>
            <p:cNvPr id="91" name="Straight Arrow Connector 90">
              <a:extLst>
                <a:ext uri="{FF2B5EF4-FFF2-40B4-BE49-F238E27FC236}">
                  <a16:creationId xmlns:a16="http://schemas.microsoft.com/office/drawing/2014/main" id="{3EE34808-A6C5-E9D6-C3EA-2BCB0D476DDC}"/>
                </a:ext>
              </a:extLst>
            </p:cNvPr>
            <p:cNvCxnSpPr>
              <a:cxnSpLocks/>
            </p:cNvCxnSpPr>
            <p:nvPr/>
          </p:nvCxnSpPr>
          <p:spPr>
            <a:xfrm>
              <a:off x="1319377" y="2298104"/>
              <a:ext cx="822" cy="949921"/>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96" name="Straight Connector 95">
              <a:extLst>
                <a:ext uri="{FF2B5EF4-FFF2-40B4-BE49-F238E27FC236}">
                  <a16:creationId xmlns:a16="http://schemas.microsoft.com/office/drawing/2014/main" id="{577E4DE0-E653-D167-C981-730EEB221437}"/>
                </a:ext>
              </a:extLst>
            </p:cNvPr>
            <p:cNvCxnSpPr>
              <a:cxnSpLocks/>
              <a:stCxn id="80" idx="3"/>
            </p:cNvCxnSpPr>
            <p:nvPr/>
          </p:nvCxnSpPr>
          <p:spPr>
            <a:xfrm>
              <a:off x="4158290" y="3705616"/>
              <a:ext cx="0" cy="330913"/>
            </a:xfrm>
            <a:prstGeom prst="lin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15" name="Connector: Curved 114">
              <a:extLst>
                <a:ext uri="{FF2B5EF4-FFF2-40B4-BE49-F238E27FC236}">
                  <a16:creationId xmlns:a16="http://schemas.microsoft.com/office/drawing/2014/main" id="{BF00DA45-CD7E-A969-BCD4-F696F29D3A20}"/>
                </a:ext>
              </a:extLst>
            </p:cNvPr>
            <p:cNvCxnSpPr>
              <a:cxnSpLocks/>
            </p:cNvCxnSpPr>
            <p:nvPr/>
          </p:nvCxnSpPr>
          <p:spPr>
            <a:xfrm rot="16200000" flipH="1">
              <a:off x="4028693" y="2921169"/>
              <a:ext cx="361995" cy="337516"/>
            </a:xfrm>
            <a:prstGeom prst="curvedConnector3">
              <a:avLst>
                <a:gd name="adj1" fmla="val 5000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18" name="Straight Arrow Connector 117">
              <a:extLst>
                <a:ext uri="{FF2B5EF4-FFF2-40B4-BE49-F238E27FC236}">
                  <a16:creationId xmlns:a16="http://schemas.microsoft.com/office/drawing/2014/main" id="{5962CF04-E6C2-97E4-DFB1-EDE37D8049C8}"/>
                </a:ext>
              </a:extLst>
            </p:cNvPr>
            <p:cNvCxnSpPr>
              <a:cxnSpLocks/>
            </p:cNvCxnSpPr>
            <p:nvPr/>
          </p:nvCxnSpPr>
          <p:spPr>
            <a:xfrm>
              <a:off x="4156772" y="4036528"/>
              <a:ext cx="334101" cy="1"/>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21" name="Straight Arrow Connector 120">
              <a:extLst>
                <a:ext uri="{FF2B5EF4-FFF2-40B4-BE49-F238E27FC236}">
                  <a16:creationId xmlns:a16="http://schemas.microsoft.com/office/drawing/2014/main" id="{B0E259BF-4815-FBA9-73C7-7B1830317574}"/>
                </a:ext>
              </a:extLst>
            </p:cNvPr>
            <p:cNvCxnSpPr>
              <a:cxnSpLocks/>
              <a:endCxn id="71" idx="1"/>
            </p:cNvCxnSpPr>
            <p:nvPr/>
          </p:nvCxnSpPr>
          <p:spPr>
            <a:xfrm flipV="1">
              <a:off x="6127468" y="4036528"/>
              <a:ext cx="1018076" cy="9525"/>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grpSp>
      <p:sp>
        <p:nvSpPr>
          <p:cNvPr id="128" name="TextBox 127">
            <a:extLst>
              <a:ext uri="{FF2B5EF4-FFF2-40B4-BE49-F238E27FC236}">
                <a16:creationId xmlns:a16="http://schemas.microsoft.com/office/drawing/2014/main" id="{69477529-1712-EDD7-A798-011BE3BF587F}"/>
              </a:ext>
            </a:extLst>
          </p:cNvPr>
          <p:cNvSpPr txBox="1"/>
          <p:nvPr/>
        </p:nvSpPr>
        <p:spPr>
          <a:xfrm>
            <a:off x="3392695" y="3884784"/>
            <a:ext cx="674222"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US" sz="1000" b="1" dirty="0"/>
              <a:t>EBP Object</a:t>
            </a:r>
            <a:endParaRPr kumimoji="0" lang="en-US" b="1" i="0" u="none" strike="noStrike" cap="none" spc="0" normalizeH="0" baseline="0" dirty="0">
              <a:ln>
                <a:noFill/>
              </a:ln>
              <a:solidFill>
                <a:srgbClr val="000000"/>
              </a:solidFill>
              <a:effectLst/>
              <a:uFillTx/>
              <a:latin typeface="+mn-lt"/>
              <a:ea typeface="+mn-ea"/>
              <a:cs typeface="+mn-cs"/>
              <a:sym typeface="Calibri"/>
            </a:endParaRPr>
          </a:p>
        </p:txBody>
      </p:sp>
      <p:sp>
        <p:nvSpPr>
          <p:cNvPr id="130" name="TextBox 129">
            <a:extLst>
              <a:ext uri="{FF2B5EF4-FFF2-40B4-BE49-F238E27FC236}">
                <a16:creationId xmlns:a16="http://schemas.microsoft.com/office/drawing/2014/main" id="{104758F2-C547-BC18-6B51-02591F92292B}"/>
              </a:ext>
            </a:extLst>
          </p:cNvPr>
          <p:cNvSpPr txBox="1"/>
          <p:nvPr/>
        </p:nvSpPr>
        <p:spPr>
          <a:xfrm>
            <a:off x="6067011" y="3933928"/>
            <a:ext cx="905054"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000" b="1" i="0" u="none" strike="noStrike" cap="none" spc="0" normalizeH="0" baseline="0" dirty="0">
                <a:ln>
                  <a:noFill/>
                </a:ln>
                <a:solidFill>
                  <a:srgbClr val="000000"/>
                </a:solidFill>
                <a:effectLst/>
                <a:uFillTx/>
                <a:latin typeface="+mn-lt"/>
                <a:ea typeface="+mn-ea"/>
                <a:cs typeface="+mn-cs"/>
                <a:sym typeface="Calibri"/>
              </a:rPr>
              <a:t>Automated Job</a:t>
            </a:r>
            <a:endParaRPr kumimoji="0" lang="en-US" b="1" i="0" u="none" strike="noStrike" cap="none" spc="0" normalizeH="0" baseline="0" dirty="0">
              <a:ln>
                <a:noFill/>
              </a:ln>
              <a:solidFill>
                <a:srgbClr val="000000"/>
              </a:solidFill>
              <a:effectLst/>
              <a:uFillTx/>
              <a:latin typeface="+mn-lt"/>
              <a:ea typeface="+mn-ea"/>
              <a:cs typeface="+mn-cs"/>
              <a:sym typeface="Calibri"/>
            </a:endParaRPr>
          </a:p>
        </p:txBody>
      </p:sp>
    </p:spTree>
    <p:extLst>
      <p:ext uri="{BB962C8B-B14F-4D97-AF65-F5344CB8AC3E}">
        <p14:creationId xmlns:p14="http://schemas.microsoft.com/office/powerpoint/2010/main" val="36751121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1B2A177-A230-FCD5-D82D-D805C45EC068}"/>
              </a:ext>
            </a:extLst>
          </p:cNvPr>
          <p:cNvSpPr txBox="1">
            <a:spLocks/>
          </p:cNvSpPr>
          <p:nvPr/>
        </p:nvSpPr>
        <p:spPr>
          <a:xfrm>
            <a:off x="0" y="201084"/>
            <a:ext cx="9038896" cy="313924"/>
          </a:xfrm>
          <a:prstGeom prst="rect">
            <a:avLst/>
          </a:prstGeom>
        </p:spPr>
        <p:txBody>
          <a:bodyPr anchor="t">
            <a:normAutofit fontScale="25000" lnSpcReduction="20000"/>
          </a:bodyPr>
          <a:lst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007C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a:lstStyle>
          <a:p>
            <a:pPr hangingPunct="1"/>
            <a:r>
              <a:rPr lang="en-US" sz="1400" b="1" dirty="0">
                <a:solidFill>
                  <a:schemeClr val="accent1"/>
                </a:solidFill>
                <a:latin typeface="Arial" panose="020B0604020202020204" pitchFamily="34" charset="0"/>
                <a:cs typeface="Arial" panose="020B0604020202020204" pitchFamily="34" charset="0"/>
              </a:rPr>
              <a:t> </a:t>
            </a:r>
            <a:r>
              <a:rPr lang="en-US" sz="64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a:t>
            </a:r>
            <a:br>
              <a:rPr lang="en-US" sz="3100" b="1" dirty="0">
                <a:solidFill>
                  <a:schemeClr val="accent1"/>
                </a:solidFill>
                <a:latin typeface="Arial" panose="020B0604020202020204" pitchFamily="34" charset="0"/>
                <a:cs typeface="Arial" panose="020B0604020202020204" pitchFamily="34" charset="0"/>
              </a:rPr>
            </a:br>
            <a:endParaRPr lang="en-IN" sz="3100" b="1" dirty="0">
              <a:solidFill>
                <a:schemeClr val="accent1"/>
              </a:solidFill>
              <a:latin typeface="Arial" panose="020B0604020202020204" pitchFamily="34" charset="0"/>
              <a:cs typeface="Arial" panose="020B0604020202020204" pitchFamily="34" charset="0"/>
            </a:endParaRPr>
          </a:p>
        </p:txBody>
      </p:sp>
      <p:sp>
        <p:nvSpPr>
          <p:cNvPr id="2" name="TextBox 1" descr="Part(20328762">
            <a:extLst>
              <a:ext uri="{FF2B5EF4-FFF2-40B4-BE49-F238E27FC236}">
                <a16:creationId xmlns:a16="http://schemas.microsoft.com/office/drawing/2014/main" id="{547CC0A5-212E-A2DA-CE84-00C403CB3D96}"/>
              </a:ext>
            </a:extLst>
          </p:cNvPr>
          <p:cNvSpPr txBox="1"/>
          <p:nvPr/>
        </p:nvSpPr>
        <p:spPr>
          <a:xfrm>
            <a:off x="0" y="644684"/>
            <a:ext cx="8853378" cy="307777"/>
          </a:xfrm>
          <a:prstGeom prst="rect">
            <a:avLst/>
          </a:prstGeom>
          <a:noFill/>
          <a:ln>
            <a:noFill/>
          </a:ln>
        </p:spPr>
        <p:txBody>
          <a:bodyPr wrap="square" rtlCol="0">
            <a:spAutoFit/>
          </a:bodyPr>
          <a:lstStyle/>
          <a:p>
            <a:r>
              <a:rPr lang="en-US" sz="1400" b="1" dirty="0"/>
              <a:t>UC1: </a:t>
            </a:r>
            <a:r>
              <a:rPr lang="en-US" sz="1400" dirty="0"/>
              <a:t>When part is moved to </a:t>
            </a:r>
            <a:r>
              <a:rPr lang="en-US" sz="1400" b="1" dirty="0"/>
              <a:t>Obsolete</a:t>
            </a:r>
            <a:r>
              <a:rPr lang="en-US" sz="1400" dirty="0"/>
              <a:t> State</a:t>
            </a:r>
            <a:r>
              <a:rPr lang="en-US" sz="1400" b="1" dirty="0"/>
              <a:t> </a:t>
            </a:r>
            <a:endParaRPr lang="en-US" sz="1400" dirty="0"/>
          </a:p>
        </p:txBody>
      </p:sp>
      <p:pic>
        <p:nvPicPr>
          <p:cNvPr id="15" name="Picture 14">
            <a:extLst>
              <a:ext uri="{FF2B5EF4-FFF2-40B4-BE49-F238E27FC236}">
                <a16:creationId xmlns:a16="http://schemas.microsoft.com/office/drawing/2014/main" id="{92454872-6F8D-9B71-2CED-BE69E5DE11C1}"/>
              </a:ext>
            </a:extLst>
          </p:cNvPr>
          <p:cNvPicPr>
            <a:picLocks noChangeAspect="1"/>
          </p:cNvPicPr>
          <p:nvPr/>
        </p:nvPicPr>
        <p:blipFill>
          <a:blip r:embed="rId2"/>
          <a:stretch>
            <a:fillRect/>
          </a:stretch>
        </p:blipFill>
        <p:spPr>
          <a:xfrm>
            <a:off x="127024" y="1000135"/>
            <a:ext cx="3800601" cy="1685915"/>
          </a:xfrm>
          <a:prstGeom prst="rect">
            <a:avLst/>
          </a:prstGeom>
        </p:spPr>
      </p:pic>
      <p:pic>
        <p:nvPicPr>
          <p:cNvPr id="18" name="Picture 17">
            <a:extLst>
              <a:ext uri="{FF2B5EF4-FFF2-40B4-BE49-F238E27FC236}">
                <a16:creationId xmlns:a16="http://schemas.microsoft.com/office/drawing/2014/main" id="{26A23022-5102-C579-0D9B-EA342408CFB6}"/>
              </a:ext>
            </a:extLst>
          </p:cNvPr>
          <p:cNvPicPr>
            <a:picLocks noChangeAspect="1"/>
          </p:cNvPicPr>
          <p:nvPr/>
        </p:nvPicPr>
        <p:blipFill>
          <a:blip r:embed="rId3"/>
          <a:stretch>
            <a:fillRect/>
          </a:stretch>
        </p:blipFill>
        <p:spPr>
          <a:xfrm>
            <a:off x="105103" y="3506063"/>
            <a:ext cx="8353096" cy="1122429"/>
          </a:xfrm>
          <a:prstGeom prst="rect">
            <a:avLst/>
          </a:prstGeom>
        </p:spPr>
      </p:pic>
      <p:pic>
        <p:nvPicPr>
          <p:cNvPr id="20" name="Picture 19">
            <a:extLst>
              <a:ext uri="{FF2B5EF4-FFF2-40B4-BE49-F238E27FC236}">
                <a16:creationId xmlns:a16="http://schemas.microsoft.com/office/drawing/2014/main" id="{AADE6517-DE96-B024-2D2F-6992F05ACAEA}"/>
              </a:ext>
            </a:extLst>
          </p:cNvPr>
          <p:cNvPicPr>
            <a:picLocks noChangeAspect="1"/>
          </p:cNvPicPr>
          <p:nvPr/>
        </p:nvPicPr>
        <p:blipFill>
          <a:blip r:embed="rId4"/>
          <a:stretch>
            <a:fillRect/>
          </a:stretch>
        </p:blipFill>
        <p:spPr>
          <a:xfrm>
            <a:off x="5111602" y="461363"/>
            <a:ext cx="2295525" cy="3013644"/>
          </a:xfrm>
          <a:prstGeom prst="rect">
            <a:avLst/>
          </a:prstGeom>
        </p:spPr>
      </p:pic>
      <p:pic>
        <p:nvPicPr>
          <p:cNvPr id="22" name="Picture 21">
            <a:extLst>
              <a:ext uri="{FF2B5EF4-FFF2-40B4-BE49-F238E27FC236}">
                <a16:creationId xmlns:a16="http://schemas.microsoft.com/office/drawing/2014/main" id="{4775724E-7753-A0EB-9AD0-E01D6ED8F228}"/>
              </a:ext>
            </a:extLst>
          </p:cNvPr>
          <p:cNvPicPr>
            <a:picLocks noChangeAspect="1"/>
          </p:cNvPicPr>
          <p:nvPr/>
        </p:nvPicPr>
        <p:blipFill>
          <a:blip r:embed="rId5"/>
          <a:stretch>
            <a:fillRect/>
          </a:stretch>
        </p:blipFill>
        <p:spPr>
          <a:xfrm>
            <a:off x="127024" y="2824362"/>
            <a:ext cx="4267200" cy="543389"/>
          </a:xfrm>
          <a:prstGeom prst="rect">
            <a:avLst/>
          </a:prstGeom>
        </p:spPr>
      </p:pic>
    </p:spTree>
    <p:extLst>
      <p:ext uri="{BB962C8B-B14F-4D97-AF65-F5344CB8AC3E}">
        <p14:creationId xmlns:p14="http://schemas.microsoft.com/office/powerpoint/2010/main" val="113526851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1B2A177-A230-FCD5-D82D-D805C45EC068}"/>
              </a:ext>
            </a:extLst>
          </p:cNvPr>
          <p:cNvSpPr txBox="1">
            <a:spLocks/>
          </p:cNvSpPr>
          <p:nvPr/>
        </p:nvSpPr>
        <p:spPr>
          <a:xfrm>
            <a:off x="0" y="201084"/>
            <a:ext cx="9038896" cy="313924"/>
          </a:xfrm>
          <a:prstGeom prst="rect">
            <a:avLst/>
          </a:prstGeom>
        </p:spPr>
        <p:txBody>
          <a:bodyPr anchor="t">
            <a:normAutofit fontScale="25000" lnSpcReduction="20000"/>
          </a:bodyPr>
          <a:lst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007C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a:lstStyle>
          <a:p>
            <a:pPr hangingPunct="1"/>
            <a:r>
              <a:rPr lang="en-US" sz="1400" b="1" dirty="0">
                <a:solidFill>
                  <a:schemeClr val="accent1"/>
                </a:solidFill>
                <a:latin typeface="Arial" panose="020B0604020202020204" pitchFamily="34" charset="0"/>
                <a:cs typeface="Arial" panose="020B0604020202020204" pitchFamily="34" charset="0"/>
              </a:rPr>
              <a:t> </a:t>
            </a:r>
            <a:r>
              <a:rPr lang="en-US" sz="64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a:t>
            </a:r>
            <a:br>
              <a:rPr lang="en-US" sz="3100" b="1" dirty="0">
                <a:solidFill>
                  <a:schemeClr val="accent1"/>
                </a:solidFill>
                <a:latin typeface="Arial" panose="020B0604020202020204" pitchFamily="34" charset="0"/>
                <a:cs typeface="Arial" panose="020B0604020202020204" pitchFamily="34" charset="0"/>
              </a:rPr>
            </a:br>
            <a:endParaRPr lang="en-IN" sz="3100" b="1" dirty="0">
              <a:solidFill>
                <a:schemeClr val="accent1"/>
              </a:solidFill>
              <a:latin typeface="Arial" panose="020B0604020202020204" pitchFamily="34" charset="0"/>
              <a:cs typeface="Arial" panose="020B0604020202020204" pitchFamily="34" charset="0"/>
            </a:endParaRPr>
          </a:p>
        </p:txBody>
      </p:sp>
      <p:sp>
        <p:nvSpPr>
          <p:cNvPr id="13" name="TextBox 12" descr="Part(20328762">
            <a:extLst>
              <a:ext uri="{FF2B5EF4-FFF2-40B4-BE49-F238E27FC236}">
                <a16:creationId xmlns:a16="http://schemas.microsoft.com/office/drawing/2014/main" id="{1A7BDA37-E5B4-50FE-41AF-1D70989BCE43}"/>
              </a:ext>
            </a:extLst>
          </p:cNvPr>
          <p:cNvSpPr txBox="1"/>
          <p:nvPr/>
        </p:nvSpPr>
        <p:spPr>
          <a:xfrm>
            <a:off x="92759" y="643677"/>
            <a:ext cx="8853378" cy="307777"/>
          </a:xfrm>
          <a:prstGeom prst="rect">
            <a:avLst/>
          </a:prstGeom>
          <a:noFill/>
          <a:ln>
            <a:noFill/>
          </a:ln>
        </p:spPr>
        <p:txBody>
          <a:bodyPr wrap="square" rtlCol="0">
            <a:spAutoFit/>
          </a:bodyPr>
          <a:lstStyle/>
          <a:p>
            <a:r>
              <a:rPr lang="en-US" sz="1400" b="1" dirty="0"/>
              <a:t>UC2: </a:t>
            </a:r>
            <a:r>
              <a:rPr lang="en-US" sz="1400" dirty="0"/>
              <a:t>When plant is </a:t>
            </a:r>
            <a:r>
              <a:rPr lang="en-US" sz="1400" b="1" dirty="0"/>
              <a:t>removed/disconnected </a:t>
            </a:r>
            <a:r>
              <a:rPr lang="en-US" sz="1400" dirty="0"/>
              <a:t>from the part</a:t>
            </a:r>
          </a:p>
        </p:txBody>
      </p:sp>
      <p:sp>
        <p:nvSpPr>
          <p:cNvPr id="2" name="Oval 1">
            <a:extLst>
              <a:ext uri="{FF2B5EF4-FFF2-40B4-BE49-F238E27FC236}">
                <a16:creationId xmlns:a16="http://schemas.microsoft.com/office/drawing/2014/main" id="{6B5C1F96-0438-49B6-2A0C-10EF705C4BDF}"/>
              </a:ext>
            </a:extLst>
          </p:cNvPr>
          <p:cNvSpPr/>
          <p:nvPr/>
        </p:nvSpPr>
        <p:spPr>
          <a:xfrm>
            <a:off x="933891" y="946565"/>
            <a:ext cx="779108" cy="405396"/>
          </a:xfrm>
          <a:prstGeom prst="ellipse">
            <a:avLst/>
          </a:prstGeom>
          <a:noFill/>
          <a:ln w="9525" cap="flat">
            <a:solidFill>
              <a:srgbClr val="0652A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800" b="0" i="0" u="none" strike="noStrike" cap="none" spc="0" normalizeH="0" baseline="0">
              <a:ln>
                <a:noFill/>
              </a:ln>
              <a:solidFill>
                <a:srgbClr val="000000"/>
              </a:solidFill>
              <a:effectLst/>
              <a:uFillTx/>
              <a:latin typeface="+mn-lt"/>
              <a:ea typeface="+mn-ea"/>
              <a:cs typeface="+mn-cs"/>
              <a:sym typeface="Calibri"/>
            </a:endParaRPr>
          </a:p>
        </p:txBody>
      </p:sp>
      <p:sp>
        <p:nvSpPr>
          <p:cNvPr id="5" name="TextBox 4">
            <a:extLst>
              <a:ext uri="{FF2B5EF4-FFF2-40B4-BE49-F238E27FC236}">
                <a16:creationId xmlns:a16="http://schemas.microsoft.com/office/drawing/2014/main" id="{8F56D3EB-A4D0-44CC-A9AE-659F0EDA02F1}"/>
              </a:ext>
            </a:extLst>
          </p:cNvPr>
          <p:cNvSpPr txBox="1"/>
          <p:nvPr/>
        </p:nvSpPr>
        <p:spPr>
          <a:xfrm>
            <a:off x="933891" y="979986"/>
            <a:ext cx="4581524"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1" dirty="0"/>
              <a:t>COP-00267211</a:t>
            </a:r>
          </a:p>
          <a:p>
            <a:r>
              <a:rPr lang="en-US" sz="800" b="1" dirty="0"/>
              <a:t>      </a:t>
            </a:r>
            <a:r>
              <a:rPr kumimoji="0" lang="en-US" sz="800" b="1" i="0" u="none" strike="noStrike" cap="none" spc="0" normalizeH="0" baseline="0" dirty="0">
                <a:ln>
                  <a:noFill/>
                </a:ln>
                <a:solidFill>
                  <a:srgbClr val="000000"/>
                </a:solidFill>
                <a:effectLst/>
                <a:uFillTx/>
                <a:latin typeface="+mn-lt"/>
                <a:ea typeface="+mn-ea"/>
                <a:cs typeface="+mn-cs"/>
                <a:sym typeface="Calibri"/>
              </a:rPr>
              <a:t>Release</a:t>
            </a:r>
            <a:endParaRPr lang="en-US" sz="800" b="1" dirty="0"/>
          </a:p>
        </p:txBody>
      </p:sp>
      <p:sp>
        <p:nvSpPr>
          <p:cNvPr id="9" name="TextBox 8">
            <a:extLst>
              <a:ext uri="{FF2B5EF4-FFF2-40B4-BE49-F238E27FC236}">
                <a16:creationId xmlns:a16="http://schemas.microsoft.com/office/drawing/2014/main" id="{F5DCEC2A-A20F-5551-8779-26F54188C608}"/>
              </a:ext>
            </a:extLst>
          </p:cNvPr>
          <p:cNvSpPr txBox="1"/>
          <p:nvPr/>
        </p:nvSpPr>
        <p:spPr>
          <a:xfrm>
            <a:off x="1843959" y="1223892"/>
            <a:ext cx="4160752"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200" dirty="0"/>
              <a:t>Plant Disconnect</a:t>
            </a:r>
            <a:endParaRPr kumimoji="0" lang="en-US" sz="1200" b="0" i="0" u="none" strike="noStrike" cap="none" spc="0" normalizeH="0" baseline="0" dirty="0">
              <a:ln>
                <a:noFill/>
              </a:ln>
              <a:solidFill>
                <a:srgbClr val="000000"/>
              </a:solidFill>
              <a:effectLst/>
              <a:uFillTx/>
              <a:latin typeface="+mn-lt"/>
              <a:ea typeface="+mn-ea"/>
              <a:cs typeface="+mn-cs"/>
              <a:sym typeface="Calibri"/>
            </a:endParaRP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200" b="1" dirty="0"/>
              <a:t>No modification timestamp </a:t>
            </a:r>
            <a:r>
              <a:rPr lang="en-US" sz="1200" dirty="0"/>
              <a:t>on EBP Object</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200" b="1" i="0" u="none" strike="noStrike" cap="none" spc="0" normalizeH="0" baseline="0" dirty="0">
                <a:ln>
                  <a:noFill/>
                </a:ln>
                <a:solidFill>
                  <a:srgbClr val="FF0000"/>
                </a:solidFill>
                <a:effectLst/>
                <a:uFillTx/>
                <a:latin typeface="+mn-lt"/>
                <a:ea typeface="+mn-ea"/>
                <a:cs typeface="+mn-cs"/>
                <a:sym typeface="Calibri"/>
              </a:rPr>
              <a:t>Delete</a:t>
            </a:r>
            <a:r>
              <a:rPr kumimoji="0" lang="en-US" sz="1200" b="0" i="0" u="none" strike="noStrike" cap="none" spc="0" normalizeH="0" baseline="0" dirty="0">
                <a:ln>
                  <a:noFill/>
                </a:ln>
                <a:solidFill>
                  <a:srgbClr val="000000"/>
                </a:solidFill>
                <a:effectLst/>
                <a:uFillTx/>
                <a:latin typeface="+mn-lt"/>
                <a:ea typeface="+mn-ea"/>
                <a:cs typeface="+mn-cs"/>
                <a:sym typeface="Calibri"/>
              </a:rPr>
              <a:t> EBP from Database (</a:t>
            </a:r>
            <a:r>
              <a:rPr lang="en-US" sz="1100" b="1" dirty="0"/>
              <a:t>ebpsum_COP-00267211001~CA25</a:t>
            </a:r>
            <a:r>
              <a:rPr kumimoji="0" lang="en-US" sz="1200" b="0" i="0" u="none" strike="noStrike" cap="none" spc="0" normalizeH="0" baseline="0" dirty="0">
                <a:ln>
                  <a:noFill/>
                </a:ln>
                <a:solidFill>
                  <a:srgbClr val="000000"/>
                </a:solidFill>
                <a:effectLst/>
                <a:uFillTx/>
                <a:latin typeface="+mn-lt"/>
                <a:ea typeface="+mn-ea"/>
                <a:cs typeface="+mn-cs"/>
                <a:sym typeface="Calibri"/>
              </a:rPr>
              <a:t>)</a:t>
            </a:r>
          </a:p>
        </p:txBody>
      </p:sp>
      <p:cxnSp>
        <p:nvCxnSpPr>
          <p:cNvPr id="14" name="Straight Arrow Connector 13">
            <a:extLst>
              <a:ext uri="{FF2B5EF4-FFF2-40B4-BE49-F238E27FC236}">
                <a16:creationId xmlns:a16="http://schemas.microsoft.com/office/drawing/2014/main" id="{64C849B3-C73C-6680-91B2-01EB6B4B5E4A}"/>
              </a:ext>
            </a:extLst>
          </p:cNvPr>
          <p:cNvCxnSpPr>
            <a:cxnSpLocks/>
            <a:endCxn id="9" idx="1"/>
          </p:cNvCxnSpPr>
          <p:nvPr/>
        </p:nvCxnSpPr>
        <p:spPr>
          <a:xfrm>
            <a:off x="1324190" y="1545133"/>
            <a:ext cx="519769" cy="1924"/>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grpSp>
        <p:nvGrpSpPr>
          <p:cNvPr id="18" name="Group 17">
            <a:extLst>
              <a:ext uri="{FF2B5EF4-FFF2-40B4-BE49-F238E27FC236}">
                <a16:creationId xmlns:a16="http://schemas.microsoft.com/office/drawing/2014/main" id="{F443710F-D14F-FF73-3427-B421C92BE036}"/>
              </a:ext>
            </a:extLst>
          </p:cNvPr>
          <p:cNvGrpSpPr/>
          <p:nvPr/>
        </p:nvGrpSpPr>
        <p:grpSpPr>
          <a:xfrm>
            <a:off x="828668" y="1870221"/>
            <a:ext cx="4319271" cy="1086800"/>
            <a:chOff x="1188281" y="1903493"/>
            <a:chExt cx="4319271" cy="1086800"/>
          </a:xfrm>
        </p:grpSpPr>
        <p:sp>
          <p:nvSpPr>
            <p:cNvPr id="31" name="TextBox 30">
              <a:extLst>
                <a:ext uri="{FF2B5EF4-FFF2-40B4-BE49-F238E27FC236}">
                  <a16:creationId xmlns:a16="http://schemas.microsoft.com/office/drawing/2014/main" id="{397FA9C7-9F26-9968-F381-6E86F1B7B37E}"/>
                </a:ext>
              </a:extLst>
            </p:cNvPr>
            <p:cNvSpPr txBox="1"/>
            <p:nvPr/>
          </p:nvSpPr>
          <p:spPr>
            <a:xfrm>
              <a:off x="3627872" y="2413214"/>
              <a:ext cx="1879680" cy="5770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FF0000"/>
                  </a:solidFill>
                  <a:effectLst/>
                  <a:uFillTx/>
                  <a:latin typeface="+mn-lt"/>
                  <a:ea typeface="+mn-ea"/>
                  <a:cs typeface="+mn-cs"/>
                  <a:sym typeface="Calibri"/>
                </a:rPr>
                <a:t>No</a:t>
              </a:r>
              <a:r>
                <a:rPr kumimoji="0" lang="en-US" sz="1050" b="0" i="0" u="none" strike="noStrike" cap="none" spc="0" normalizeH="0" baseline="0" dirty="0">
                  <a:ln>
                    <a:noFill/>
                  </a:ln>
                  <a:solidFill>
                    <a:srgbClr val="000000"/>
                  </a:solidFill>
                  <a:effectLst/>
                  <a:uFillTx/>
                  <a:latin typeface="+mn-lt"/>
                  <a:ea typeface="+mn-ea"/>
                  <a:cs typeface="+mn-cs"/>
                  <a:sym typeface="Calibri"/>
                </a:rPr>
                <a:t> Update in Postgres DB</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solidFill>
                    <a:srgbClr val="FF0000"/>
                  </a:solidFill>
                </a:rPr>
                <a:t>No</a:t>
              </a:r>
              <a:r>
                <a:rPr lang="en-US" sz="1050" dirty="0"/>
                <a:t> Update in Elastic Search</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solidFill>
                    <a:srgbClr val="FF0000"/>
                  </a:solidFill>
                </a:rPr>
                <a:t>Still </a:t>
              </a:r>
              <a:r>
                <a:rPr kumimoji="0" lang="en-US" sz="1050" b="0" i="0" u="none" strike="noStrike" cap="none" spc="0" normalizeH="0" baseline="0" dirty="0">
                  <a:ln>
                    <a:noFill/>
                  </a:ln>
                  <a:solidFill>
                    <a:srgbClr val="FF0000"/>
                  </a:solidFill>
                  <a:effectLst/>
                  <a:uFillTx/>
                  <a:latin typeface="+mn-lt"/>
                  <a:ea typeface="+mn-ea"/>
                  <a:cs typeface="+mn-cs"/>
                  <a:sym typeface="Calibri"/>
                </a:rPr>
                <a:t>Reflect in UI</a:t>
              </a:r>
            </a:p>
          </p:txBody>
        </p:sp>
        <p:grpSp>
          <p:nvGrpSpPr>
            <p:cNvPr id="20" name="Group 19">
              <a:extLst>
                <a:ext uri="{FF2B5EF4-FFF2-40B4-BE49-F238E27FC236}">
                  <a16:creationId xmlns:a16="http://schemas.microsoft.com/office/drawing/2014/main" id="{6FCFCBB5-9E2B-7FEC-76CD-322CE69CD8C7}"/>
                </a:ext>
              </a:extLst>
            </p:cNvPr>
            <p:cNvGrpSpPr/>
            <p:nvPr/>
          </p:nvGrpSpPr>
          <p:grpSpPr>
            <a:xfrm>
              <a:off x="1188281" y="2022354"/>
              <a:ext cx="2527208" cy="458959"/>
              <a:chOff x="683425" y="860603"/>
              <a:chExt cx="2527208" cy="458959"/>
            </a:xfrm>
          </p:grpSpPr>
          <p:sp>
            <p:nvSpPr>
              <p:cNvPr id="26" name="Can 40">
                <a:extLst>
                  <a:ext uri="{FF2B5EF4-FFF2-40B4-BE49-F238E27FC236}">
                    <a16:creationId xmlns:a16="http://schemas.microsoft.com/office/drawing/2014/main" id="{5A1A8957-ACAB-3E4F-30E6-A0976A00864B}"/>
                  </a:ext>
                </a:extLst>
              </p:cNvPr>
              <p:cNvSpPr/>
              <p:nvPr/>
            </p:nvSpPr>
            <p:spPr>
              <a:xfrm>
                <a:off x="683425" y="860603"/>
                <a:ext cx="804598" cy="448621"/>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ENOVIA DB</a:t>
                </a:r>
              </a:p>
              <a:p>
                <a:pPr algn="ctr"/>
                <a:endParaRPr lang="en-US" sz="1200" dirty="0">
                  <a:solidFill>
                    <a:schemeClr val="bg1"/>
                  </a:solidFill>
                </a:endParaRPr>
              </a:p>
            </p:txBody>
          </p:sp>
          <p:sp>
            <p:nvSpPr>
              <p:cNvPr id="27" name="Can 40">
                <a:extLst>
                  <a:ext uri="{FF2B5EF4-FFF2-40B4-BE49-F238E27FC236}">
                    <a16:creationId xmlns:a16="http://schemas.microsoft.com/office/drawing/2014/main" id="{8E542EF8-F0E4-3A0E-800E-B50F5EFE847B}"/>
                  </a:ext>
                </a:extLst>
              </p:cNvPr>
              <p:cNvSpPr/>
              <p:nvPr/>
            </p:nvSpPr>
            <p:spPr>
              <a:xfrm>
                <a:off x="2292621" y="871103"/>
                <a:ext cx="918012" cy="448459"/>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Spec Reader DB</a:t>
                </a:r>
              </a:p>
              <a:p>
                <a:pPr algn="ctr"/>
                <a:endParaRPr lang="en-US" sz="1200" dirty="0">
                  <a:solidFill>
                    <a:schemeClr val="bg1"/>
                  </a:solidFill>
                </a:endParaRPr>
              </a:p>
            </p:txBody>
          </p:sp>
          <p:cxnSp>
            <p:nvCxnSpPr>
              <p:cNvPr id="28" name="Straight Arrow Connector 27">
                <a:extLst>
                  <a:ext uri="{FF2B5EF4-FFF2-40B4-BE49-F238E27FC236}">
                    <a16:creationId xmlns:a16="http://schemas.microsoft.com/office/drawing/2014/main" id="{766BD790-5B54-1BCC-C8DA-AABD040F2BDB}"/>
                  </a:ext>
                </a:extLst>
              </p:cNvPr>
              <p:cNvCxnSpPr>
                <a:cxnSpLocks/>
              </p:cNvCxnSpPr>
              <p:nvPr/>
            </p:nvCxnSpPr>
            <p:spPr>
              <a:xfrm>
                <a:off x="1488023" y="1080991"/>
                <a:ext cx="787996" cy="6206"/>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9" name="Rectangle 28">
                <a:extLst>
                  <a:ext uri="{FF2B5EF4-FFF2-40B4-BE49-F238E27FC236}">
                    <a16:creationId xmlns:a16="http://schemas.microsoft.com/office/drawing/2014/main" id="{3A4DD26B-F0D3-2F55-6BFC-5BFF449A02F5}"/>
                  </a:ext>
                </a:extLst>
              </p:cNvPr>
              <p:cNvSpPr/>
              <p:nvPr/>
            </p:nvSpPr>
            <p:spPr>
              <a:xfrm>
                <a:off x="1591628" y="871103"/>
                <a:ext cx="520553" cy="173352"/>
              </a:xfrm>
              <a:prstGeom prst="rect">
                <a:avLst/>
              </a:prstGeom>
              <a:solidFill>
                <a:srgbClr val="1199D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800" b="0" i="0" u="none" strike="noStrike" cap="none" spc="0" normalizeH="0" baseline="0" dirty="0">
                    <a:ln>
                      <a:noFill/>
                    </a:ln>
                    <a:solidFill>
                      <a:srgbClr val="000000"/>
                    </a:solidFill>
                    <a:effectLst/>
                    <a:uFillTx/>
                    <a:latin typeface="+mn-lt"/>
                    <a:ea typeface="+mn-ea"/>
                    <a:cs typeface="+mn-cs"/>
                    <a:sym typeface="Calibri"/>
                  </a:rPr>
                  <a:t> HVR Hub</a:t>
                </a:r>
                <a:endParaRPr kumimoji="0" lang="en-US" sz="500" b="0" i="0" u="none" strike="noStrike" cap="none" spc="0" normalizeH="0" baseline="0" dirty="0">
                  <a:ln>
                    <a:noFill/>
                  </a:ln>
                  <a:solidFill>
                    <a:srgbClr val="000000"/>
                  </a:solidFill>
                  <a:effectLst/>
                  <a:uFillTx/>
                  <a:latin typeface="+mn-lt"/>
                  <a:ea typeface="+mn-ea"/>
                  <a:cs typeface="+mn-cs"/>
                  <a:sym typeface="Calibri"/>
                </a:endParaRPr>
              </a:p>
            </p:txBody>
          </p:sp>
        </p:grpSp>
        <p:cxnSp>
          <p:nvCxnSpPr>
            <p:cNvPr id="23" name="Connector: Curved 22">
              <a:extLst>
                <a:ext uri="{FF2B5EF4-FFF2-40B4-BE49-F238E27FC236}">
                  <a16:creationId xmlns:a16="http://schemas.microsoft.com/office/drawing/2014/main" id="{8822BFC9-0DA9-8144-76F0-20BDF4370A74}"/>
                </a:ext>
              </a:extLst>
            </p:cNvPr>
            <p:cNvCxnSpPr>
              <a:cxnSpLocks/>
              <a:stCxn id="9" idx="2"/>
              <a:endCxn id="27" idx="4"/>
            </p:cNvCxnSpPr>
            <p:nvPr/>
          </p:nvCxnSpPr>
          <p:spPr>
            <a:xfrm rot="5400000">
              <a:off x="3822924" y="1796059"/>
              <a:ext cx="353591" cy="568459"/>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25" name="Straight Arrow Connector 24">
              <a:extLst>
                <a:ext uri="{FF2B5EF4-FFF2-40B4-BE49-F238E27FC236}">
                  <a16:creationId xmlns:a16="http://schemas.microsoft.com/office/drawing/2014/main" id="{2DC25933-DC23-1E1E-93E1-A32502C13209}"/>
                </a:ext>
              </a:extLst>
            </p:cNvPr>
            <p:cNvCxnSpPr>
              <a:cxnSpLocks/>
            </p:cNvCxnSpPr>
            <p:nvPr/>
          </p:nvCxnSpPr>
          <p:spPr>
            <a:xfrm>
              <a:off x="3246778" y="2701754"/>
              <a:ext cx="395384" cy="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grpSp>
      <p:cxnSp>
        <p:nvCxnSpPr>
          <p:cNvPr id="51" name="Straight Arrow Connector 50">
            <a:extLst>
              <a:ext uri="{FF2B5EF4-FFF2-40B4-BE49-F238E27FC236}">
                <a16:creationId xmlns:a16="http://schemas.microsoft.com/office/drawing/2014/main" id="{3F12DA89-34F1-1502-9750-39D2A8BE8CC3}"/>
              </a:ext>
            </a:extLst>
          </p:cNvPr>
          <p:cNvCxnSpPr>
            <a:cxnSpLocks/>
          </p:cNvCxnSpPr>
          <p:nvPr/>
        </p:nvCxnSpPr>
        <p:spPr>
          <a:xfrm>
            <a:off x="1317964" y="1351961"/>
            <a:ext cx="6226" cy="659459"/>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60" name="TextBox 59">
            <a:extLst>
              <a:ext uri="{FF2B5EF4-FFF2-40B4-BE49-F238E27FC236}">
                <a16:creationId xmlns:a16="http://schemas.microsoft.com/office/drawing/2014/main" id="{A4D0876F-07D2-D6F3-3459-927D29CFCE12}"/>
              </a:ext>
            </a:extLst>
          </p:cNvPr>
          <p:cNvSpPr txBox="1"/>
          <p:nvPr/>
        </p:nvSpPr>
        <p:spPr>
          <a:xfrm>
            <a:off x="3624087" y="1867817"/>
            <a:ext cx="278279"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0000"/>
                </a:solidFill>
                <a:effectLst/>
                <a:uFillTx/>
                <a:latin typeface="+mn-lt"/>
                <a:ea typeface="+mn-ea"/>
                <a:cs typeface="+mn-cs"/>
                <a:sym typeface="Calibri"/>
              </a:rPr>
              <a:t>X</a:t>
            </a:r>
            <a:endParaRPr kumimoji="0" lang="en-US" sz="2800" b="0" i="0" u="none" strike="noStrike" cap="none" spc="0" normalizeH="0" baseline="0" dirty="0">
              <a:ln>
                <a:noFill/>
              </a:ln>
              <a:solidFill>
                <a:srgbClr val="FF0000"/>
              </a:solidFill>
              <a:effectLst/>
              <a:uFillTx/>
              <a:latin typeface="+mn-lt"/>
              <a:ea typeface="+mn-ea"/>
              <a:cs typeface="+mn-cs"/>
              <a:sym typeface="Calibri"/>
            </a:endParaRPr>
          </a:p>
        </p:txBody>
      </p:sp>
      <p:cxnSp>
        <p:nvCxnSpPr>
          <p:cNvPr id="64" name="Straight Connector 63">
            <a:extLst>
              <a:ext uri="{FF2B5EF4-FFF2-40B4-BE49-F238E27FC236}">
                <a16:creationId xmlns:a16="http://schemas.microsoft.com/office/drawing/2014/main" id="{7044CD3B-FE68-D80F-EC83-CB9EADDB5D4B}"/>
              </a:ext>
            </a:extLst>
          </p:cNvPr>
          <p:cNvCxnSpPr>
            <a:cxnSpLocks/>
          </p:cNvCxnSpPr>
          <p:nvPr/>
        </p:nvCxnSpPr>
        <p:spPr>
          <a:xfrm>
            <a:off x="2896870" y="2454259"/>
            <a:ext cx="0" cy="220314"/>
          </a:xfrm>
          <a:prstGeom prst="lin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72" name="TextBox 71">
            <a:extLst>
              <a:ext uri="{FF2B5EF4-FFF2-40B4-BE49-F238E27FC236}">
                <a16:creationId xmlns:a16="http://schemas.microsoft.com/office/drawing/2014/main" id="{0E8DC380-F0F5-AAC0-0A4E-E0D1F131743B}"/>
              </a:ext>
            </a:extLst>
          </p:cNvPr>
          <p:cNvSpPr txBox="1"/>
          <p:nvPr/>
        </p:nvSpPr>
        <p:spPr>
          <a:xfrm>
            <a:off x="2149806" y="2456311"/>
            <a:ext cx="674222"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US" sz="1000" b="1" dirty="0"/>
              <a:t>EBP Object</a:t>
            </a:r>
            <a:endParaRPr kumimoji="0" lang="en-US" b="1" i="0" u="none" strike="noStrike" cap="none" spc="0" normalizeH="0" baseline="0" dirty="0">
              <a:ln>
                <a:noFill/>
              </a:ln>
              <a:solidFill>
                <a:srgbClr val="000000"/>
              </a:solidFill>
              <a:effectLst/>
              <a:uFillTx/>
              <a:latin typeface="+mn-lt"/>
              <a:ea typeface="+mn-ea"/>
              <a:cs typeface="+mn-cs"/>
              <a:sym typeface="Calibri"/>
            </a:endParaRPr>
          </a:p>
        </p:txBody>
      </p:sp>
      <p:pic>
        <p:nvPicPr>
          <p:cNvPr id="84" name="Picture 83">
            <a:extLst>
              <a:ext uri="{FF2B5EF4-FFF2-40B4-BE49-F238E27FC236}">
                <a16:creationId xmlns:a16="http://schemas.microsoft.com/office/drawing/2014/main" id="{13EBDA48-D54C-F687-6DA0-2B6DE9E375DE}"/>
              </a:ext>
            </a:extLst>
          </p:cNvPr>
          <p:cNvPicPr>
            <a:picLocks noChangeAspect="1"/>
          </p:cNvPicPr>
          <p:nvPr/>
        </p:nvPicPr>
        <p:blipFill>
          <a:blip r:embed="rId2"/>
          <a:stretch>
            <a:fillRect/>
          </a:stretch>
        </p:blipFill>
        <p:spPr>
          <a:xfrm>
            <a:off x="5231828" y="2957021"/>
            <a:ext cx="636630" cy="570169"/>
          </a:xfrm>
          <a:prstGeom prst="rect">
            <a:avLst/>
          </a:prstGeom>
        </p:spPr>
      </p:pic>
      <p:cxnSp>
        <p:nvCxnSpPr>
          <p:cNvPr id="85" name="Connector: Curved 84">
            <a:extLst>
              <a:ext uri="{FF2B5EF4-FFF2-40B4-BE49-F238E27FC236}">
                <a16:creationId xmlns:a16="http://schemas.microsoft.com/office/drawing/2014/main" id="{09AE7570-E3FC-F706-5200-66AA2204E805}"/>
              </a:ext>
            </a:extLst>
          </p:cNvPr>
          <p:cNvCxnSpPr>
            <a:cxnSpLocks/>
          </p:cNvCxnSpPr>
          <p:nvPr/>
        </p:nvCxnSpPr>
        <p:spPr>
          <a:xfrm rot="16200000" flipH="1">
            <a:off x="4575247" y="2016851"/>
            <a:ext cx="1128759" cy="751578"/>
          </a:xfrm>
          <a:prstGeom prst="curvedConnector3">
            <a:avLst>
              <a:gd name="adj1" fmla="val 5000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90" name="TextBox 89">
            <a:extLst>
              <a:ext uri="{FF2B5EF4-FFF2-40B4-BE49-F238E27FC236}">
                <a16:creationId xmlns:a16="http://schemas.microsoft.com/office/drawing/2014/main" id="{8E31D994-9F10-AB7F-C7B2-FE289057F1AA}"/>
              </a:ext>
            </a:extLst>
          </p:cNvPr>
          <p:cNvSpPr txBox="1"/>
          <p:nvPr/>
        </p:nvSpPr>
        <p:spPr>
          <a:xfrm>
            <a:off x="5831416" y="3111301"/>
            <a:ext cx="1707578"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DELETE_SREBPSUMMARY</a:t>
            </a:r>
            <a:endParaRPr kumimoji="0" lang="en-US" sz="1050" b="1" i="0" u="none" strike="noStrike" cap="none" spc="0" normalizeH="0" baseline="0" dirty="0">
              <a:ln>
                <a:noFill/>
              </a:ln>
              <a:solidFill>
                <a:srgbClr val="0652A6"/>
              </a:solidFill>
              <a:effectLst/>
              <a:uFillTx/>
              <a:sym typeface="Calibri"/>
            </a:endParaRPr>
          </a:p>
        </p:txBody>
      </p:sp>
      <p:pic>
        <p:nvPicPr>
          <p:cNvPr id="91" name="Picture 90">
            <a:extLst>
              <a:ext uri="{FF2B5EF4-FFF2-40B4-BE49-F238E27FC236}">
                <a16:creationId xmlns:a16="http://schemas.microsoft.com/office/drawing/2014/main" id="{110DE0CA-998D-1E18-EB7A-2546F67DA603}"/>
              </a:ext>
            </a:extLst>
          </p:cNvPr>
          <p:cNvPicPr>
            <a:picLocks noChangeAspect="1"/>
          </p:cNvPicPr>
          <p:nvPr/>
        </p:nvPicPr>
        <p:blipFill>
          <a:blip r:embed="rId3"/>
          <a:stretch>
            <a:fillRect/>
          </a:stretch>
        </p:blipFill>
        <p:spPr>
          <a:xfrm>
            <a:off x="5338015" y="2240630"/>
            <a:ext cx="218092" cy="188361"/>
          </a:xfrm>
          <a:prstGeom prst="rect">
            <a:avLst/>
          </a:prstGeom>
        </p:spPr>
      </p:pic>
      <p:sp>
        <p:nvSpPr>
          <p:cNvPr id="92" name="TextBox 91">
            <a:extLst>
              <a:ext uri="{FF2B5EF4-FFF2-40B4-BE49-F238E27FC236}">
                <a16:creationId xmlns:a16="http://schemas.microsoft.com/office/drawing/2014/main" id="{4BC175A7-2AE0-CF66-F812-809F1C0C6A77}"/>
              </a:ext>
            </a:extLst>
          </p:cNvPr>
          <p:cNvSpPr txBox="1"/>
          <p:nvPr/>
        </p:nvSpPr>
        <p:spPr>
          <a:xfrm>
            <a:off x="5546582" y="1982931"/>
            <a:ext cx="1707578" cy="6001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200" dirty="0">
                <a:solidFill>
                  <a:srgbClr val="0652A6"/>
                </a:solidFill>
              </a:rPr>
              <a:t>Delete/Update Event Trigger </a:t>
            </a:r>
            <a:r>
              <a:rPr lang="en-US" sz="900" dirty="0">
                <a:solidFill>
                  <a:srgbClr val="0652A6"/>
                </a:solidFill>
              </a:rPr>
              <a:t>LXBO_4F70A3B1_EBP_DEL_TRG</a:t>
            </a:r>
            <a:endParaRPr kumimoji="0" lang="en-US" sz="1100" i="0" u="none" strike="noStrike" cap="none" spc="0" normalizeH="0" baseline="0" dirty="0">
              <a:ln>
                <a:noFill/>
              </a:ln>
              <a:solidFill>
                <a:srgbClr val="0652A6"/>
              </a:solidFill>
              <a:effectLst/>
              <a:uFillTx/>
              <a:sym typeface="Calibri"/>
            </a:endParaRPr>
          </a:p>
        </p:txBody>
      </p:sp>
      <p:sp>
        <p:nvSpPr>
          <p:cNvPr id="99" name="TextBox 98">
            <a:extLst>
              <a:ext uri="{FF2B5EF4-FFF2-40B4-BE49-F238E27FC236}">
                <a16:creationId xmlns:a16="http://schemas.microsoft.com/office/drawing/2014/main" id="{3484CCB4-3139-711D-439A-5EF6B14E9CA1}"/>
              </a:ext>
            </a:extLst>
          </p:cNvPr>
          <p:cNvSpPr txBox="1"/>
          <p:nvPr/>
        </p:nvSpPr>
        <p:spPr>
          <a:xfrm>
            <a:off x="1089764" y="3653647"/>
            <a:ext cx="3070710" cy="738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chemeClr val="bg2">
                    <a:lumMod val="50000"/>
                  </a:schemeClr>
                </a:solidFill>
                <a:effectLst/>
                <a:uFillTx/>
                <a:latin typeface="+mn-lt"/>
                <a:ea typeface="+mn-ea"/>
                <a:cs typeface="+mn-cs"/>
                <a:sym typeface="Calibri"/>
              </a:rPr>
              <a:t>EBP</a:t>
            </a:r>
            <a:r>
              <a:rPr kumimoji="0" lang="en-US" sz="1050" b="0" i="0" u="none" strike="noStrike" cap="none" spc="0" normalizeH="0" baseline="0" dirty="0">
                <a:ln>
                  <a:noFill/>
                </a:ln>
                <a:solidFill>
                  <a:srgbClr val="000000"/>
                </a:solidFill>
                <a:effectLst/>
                <a:uFillTx/>
                <a:latin typeface="+mn-lt"/>
                <a:ea typeface="+mn-ea"/>
                <a:cs typeface="+mn-cs"/>
                <a:sym typeface="Calibri"/>
              </a:rPr>
              <a:t> </a:t>
            </a:r>
            <a:r>
              <a:rPr kumimoji="0" lang="en-US" sz="1050" b="1" i="0" u="none" strike="noStrike" cap="none" spc="0" normalizeH="0" baseline="0" dirty="0">
                <a:ln>
                  <a:noFill/>
                </a:ln>
                <a:solidFill>
                  <a:srgbClr val="000000"/>
                </a:solidFill>
                <a:effectLst/>
                <a:uFillTx/>
                <a:latin typeface="+mn-lt"/>
                <a:ea typeface="+mn-ea"/>
                <a:cs typeface="+mn-cs"/>
                <a:sym typeface="Calibri"/>
              </a:rPr>
              <a:t>TNR</a:t>
            </a:r>
            <a:r>
              <a:rPr kumimoji="0" lang="en-US" sz="1050" b="0" i="0" u="none" strike="noStrike" cap="none" spc="0" normalizeH="0" baseline="0" dirty="0">
                <a:ln>
                  <a:noFill/>
                </a:ln>
                <a:solidFill>
                  <a:srgbClr val="000000"/>
                </a:solidFill>
                <a:effectLst/>
                <a:uFillTx/>
                <a:latin typeface="+mn-lt"/>
                <a:ea typeface="+mn-ea"/>
                <a:cs typeface="+mn-cs"/>
                <a:sym typeface="Calibri"/>
              </a:rPr>
              <a:t> and </a:t>
            </a:r>
            <a:r>
              <a:rPr kumimoji="0" lang="en-US" sz="1050" b="1" i="0" u="none" strike="noStrike" cap="none" spc="0" normalizeH="0" baseline="0" dirty="0">
                <a:ln>
                  <a:noFill/>
                </a:ln>
                <a:solidFill>
                  <a:srgbClr val="000000"/>
                </a:solidFill>
                <a:effectLst/>
                <a:uFillTx/>
                <a:latin typeface="+mn-lt"/>
                <a:ea typeface="+mn-ea"/>
                <a:cs typeface="+mn-cs"/>
                <a:sym typeface="Calibri"/>
              </a:rPr>
              <a:t>state</a:t>
            </a:r>
            <a:r>
              <a:rPr kumimoji="0" lang="en-US" sz="1050" b="0" i="0" u="none" strike="noStrike" cap="none" spc="0" normalizeH="0" baseline="0" dirty="0">
                <a:ln>
                  <a:noFill/>
                </a:ln>
                <a:solidFill>
                  <a:srgbClr val="000000"/>
                </a:solidFill>
                <a:effectLst/>
                <a:uFillTx/>
                <a:latin typeface="+mn-lt"/>
                <a:ea typeface="+mn-ea"/>
                <a:cs typeface="+mn-cs"/>
                <a:sym typeface="Calibri"/>
              </a:rPr>
              <a:t> </a:t>
            </a:r>
            <a:r>
              <a:rPr lang="en-US" sz="1050" dirty="0"/>
              <a:t>will be present </a:t>
            </a:r>
            <a:endParaRPr kumimoji="0" lang="en-US" sz="1050" b="0" i="0" u="none" strike="noStrike" cap="none" spc="0" normalizeH="0" baseline="0" dirty="0">
              <a:ln>
                <a:noFill/>
              </a:ln>
              <a:solidFill>
                <a:srgbClr val="000000"/>
              </a:solidFill>
              <a:effectLst/>
              <a:uFillTx/>
              <a:latin typeface="+mn-lt"/>
              <a:ea typeface="+mn-ea"/>
              <a:cs typeface="+mn-cs"/>
              <a:sym typeface="Calibri"/>
            </a:endParaRP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solidFill>
                  <a:schemeClr val="bg2">
                    <a:lumMod val="50000"/>
                  </a:schemeClr>
                </a:solidFill>
              </a:rPr>
              <a:t>Shall script to connect DB and read these values</a:t>
            </a:r>
            <a:endParaRPr lang="en-US" sz="1050" dirty="0"/>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solidFill>
                  <a:schemeClr val="bg2">
                    <a:lumMod val="50000"/>
                  </a:schemeClr>
                </a:solidFill>
              </a:rPr>
              <a:t>Delete from ES and Postgres DB</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000000"/>
                </a:solidFill>
                <a:effectLst/>
                <a:uFillTx/>
                <a:latin typeface="+mn-lt"/>
                <a:ea typeface="+mn-ea"/>
                <a:cs typeface="+mn-cs"/>
                <a:sym typeface="Calibri"/>
              </a:rPr>
              <a:t>Impacted parts will not be displayed in UI</a:t>
            </a:r>
          </a:p>
        </p:txBody>
      </p:sp>
      <p:cxnSp>
        <p:nvCxnSpPr>
          <p:cNvPr id="100" name="Straight Connector 99">
            <a:extLst>
              <a:ext uri="{FF2B5EF4-FFF2-40B4-BE49-F238E27FC236}">
                <a16:creationId xmlns:a16="http://schemas.microsoft.com/office/drawing/2014/main" id="{1E993DAC-30AE-9D8C-0F48-04EF3AA68A65}"/>
              </a:ext>
            </a:extLst>
          </p:cNvPr>
          <p:cNvCxnSpPr>
            <a:cxnSpLocks/>
          </p:cNvCxnSpPr>
          <p:nvPr/>
        </p:nvCxnSpPr>
        <p:spPr>
          <a:xfrm>
            <a:off x="5526210" y="3527190"/>
            <a:ext cx="0" cy="495788"/>
          </a:xfrm>
          <a:prstGeom prst="lin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02" name="Straight Arrow Connector 101">
            <a:extLst>
              <a:ext uri="{FF2B5EF4-FFF2-40B4-BE49-F238E27FC236}">
                <a16:creationId xmlns:a16="http://schemas.microsoft.com/office/drawing/2014/main" id="{81B9647E-01CA-C467-62BE-394604C82E54}"/>
              </a:ext>
            </a:extLst>
          </p:cNvPr>
          <p:cNvCxnSpPr>
            <a:cxnSpLocks/>
          </p:cNvCxnSpPr>
          <p:nvPr/>
        </p:nvCxnSpPr>
        <p:spPr>
          <a:xfrm flipH="1">
            <a:off x="4143527" y="4026412"/>
            <a:ext cx="1392208" cy="6092"/>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pic>
        <p:nvPicPr>
          <p:cNvPr id="112" name="Picture 111">
            <a:extLst>
              <a:ext uri="{FF2B5EF4-FFF2-40B4-BE49-F238E27FC236}">
                <a16:creationId xmlns:a16="http://schemas.microsoft.com/office/drawing/2014/main" id="{DBD6A87A-F1D8-98CC-E92D-E4B09638C9DC}"/>
              </a:ext>
            </a:extLst>
          </p:cNvPr>
          <p:cNvPicPr>
            <a:picLocks noChangeAspect="1"/>
          </p:cNvPicPr>
          <p:nvPr/>
        </p:nvPicPr>
        <p:blipFill>
          <a:blip r:embed="rId4"/>
          <a:stretch>
            <a:fillRect/>
          </a:stretch>
        </p:blipFill>
        <p:spPr>
          <a:xfrm>
            <a:off x="5753918" y="3607702"/>
            <a:ext cx="3280766" cy="495788"/>
          </a:xfrm>
          <a:prstGeom prst="rect">
            <a:avLst/>
          </a:prstGeom>
        </p:spPr>
      </p:pic>
    </p:spTree>
    <p:extLst>
      <p:ext uri="{BB962C8B-B14F-4D97-AF65-F5344CB8AC3E}">
        <p14:creationId xmlns:p14="http://schemas.microsoft.com/office/powerpoint/2010/main" val="89867086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1B2A177-A230-FCD5-D82D-D805C45EC068}"/>
              </a:ext>
            </a:extLst>
          </p:cNvPr>
          <p:cNvSpPr txBox="1">
            <a:spLocks/>
          </p:cNvSpPr>
          <p:nvPr/>
        </p:nvSpPr>
        <p:spPr>
          <a:xfrm>
            <a:off x="0" y="201084"/>
            <a:ext cx="9038896" cy="313924"/>
          </a:xfrm>
          <a:prstGeom prst="rect">
            <a:avLst/>
          </a:prstGeom>
        </p:spPr>
        <p:txBody>
          <a:bodyPr anchor="t">
            <a:normAutofit fontScale="25000" lnSpcReduction="20000"/>
          </a:bodyPr>
          <a:lst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007C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a:lstStyle>
          <a:p>
            <a:pPr hangingPunct="1"/>
            <a:r>
              <a:rPr lang="en-US" sz="1400" b="1" dirty="0">
                <a:solidFill>
                  <a:schemeClr val="accent1"/>
                </a:solidFill>
                <a:latin typeface="Arial" panose="020B0604020202020204" pitchFamily="34" charset="0"/>
                <a:cs typeface="Arial" panose="020B0604020202020204" pitchFamily="34" charset="0"/>
              </a:rPr>
              <a:t> </a:t>
            </a:r>
            <a:r>
              <a:rPr lang="en-US" sz="64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Disconnection(2/2)</a:t>
            </a:r>
            <a:br>
              <a:rPr lang="en-US" sz="3100" b="1" dirty="0">
                <a:solidFill>
                  <a:schemeClr val="accent1"/>
                </a:solidFill>
                <a:latin typeface="Arial" panose="020B0604020202020204" pitchFamily="34" charset="0"/>
                <a:cs typeface="Arial" panose="020B0604020202020204" pitchFamily="34" charset="0"/>
              </a:rPr>
            </a:br>
            <a:endParaRPr lang="en-IN" sz="3100" b="1" dirty="0">
              <a:solidFill>
                <a:schemeClr val="accent1"/>
              </a:solidFill>
              <a:latin typeface="Arial" panose="020B0604020202020204" pitchFamily="34" charset="0"/>
              <a:cs typeface="Arial" panose="020B0604020202020204" pitchFamily="34" charset="0"/>
            </a:endParaRPr>
          </a:p>
        </p:txBody>
      </p:sp>
      <p:grpSp>
        <p:nvGrpSpPr>
          <p:cNvPr id="30" name="Group 29">
            <a:extLst>
              <a:ext uri="{FF2B5EF4-FFF2-40B4-BE49-F238E27FC236}">
                <a16:creationId xmlns:a16="http://schemas.microsoft.com/office/drawing/2014/main" id="{99629D82-3A11-DC4B-7AD7-35E78AADA95F}"/>
              </a:ext>
            </a:extLst>
          </p:cNvPr>
          <p:cNvGrpSpPr/>
          <p:nvPr/>
        </p:nvGrpSpPr>
        <p:grpSpPr>
          <a:xfrm>
            <a:off x="657549" y="581134"/>
            <a:ext cx="6301683" cy="2627595"/>
            <a:chOff x="657549" y="931321"/>
            <a:chExt cx="6301683" cy="2627595"/>
          </a:xfrm>
        </p:grpSpPr>
        <p:pic>
          <p:nvPicPr>
            <p:cNvPr id="3" name="Picture 2">
              <a:extLst>
                <a:ext uri="{FF2B5EF4-FFF2-40B4-BE49-F238E27FC236}">
                  <a16:creationId xmlns:a16="http://schemas.microsoft.com/office/drawing/2014/main" id="{CA071018-33B1-0AFE-0A6A-D844A2D224E7}"/>
                </a:ext>
              </a:extLst>
            </p:cNvPr>
            <p:cNvPicPr>
              <a:picLocks noChangeAspect="1"/>
            </p:cNvPicPr>
            <p:nvPr/>
          </p:nvPicPr>
          <p:blipFill>
            <a:blip r:embed="rId2"/>
            <a:stretch>
              <a:fillRect/>
            </a:stretch>
          </p:blipFill>
          <p:spPr>
            <a:xfrm>
              <a:off x="1280118" y="2338238"/>
              <a:ext cx="291507" cy="362371"/>
            </a:xfrm>
            <a:prstGeom prst="rect">
              <a:avLst/>
            </a:prstGeom>
          </p:spPr>
        </p:pic>
        <p:sp>
          <p:nvSpPr>
            <p:cNvPr id="4" name="TextBox 3">
              <a:extLst>
                <a:ext uri="{FF2B5EF4-FFF2-40B4-BE49-F238E27FC236}">
                  <a16:creationId xmlns:a16="http://schemas.microsoft.com/office/drawing/2014/main" id="{A9F438A8-47AA-B6AB-367A-2BD09243FE31}"/>
                </a:ext>
              </a:extLst>
            </p:cNvPr>
            <p:cNvSpPr txBox="1"/>
            <p:nvPr/>
          </p:nvSpPr>
          <p:spPr>
            <a:xfrm>
              <a:off x="657549" y="2056465"/>
              <a:ext cx="1536643"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EBPDeletionSummary.sh</a:t>
              </a:r>
              <a:endParaRPr kumimoji="0" lang="en-US" sz="1050" b="1" i="0" u="none" strike="noStrike" cap="none" spc="0" normalizeH="0" baseline="0" dirty="0">
                <a:ln>
                  <a:noFill/>
                </a:ln>
                <a:solidFill>
                  <a:srgbClr val="0652A6"/>
                </a:solidFill>
                <a:effectLst/>
                <a:uFillTx/>
                <a:sym typeface="Calibri"/>
              </a:endParaRPr>
            </a:p>
          </p:txBody>
        </p:sp>
        <p:pic>
          <p:nvPicPr>
            <p:cNvPr id="5" name="Picture 4">
              <a:extLst>
                <a:ext uri="{FF2B5EF4-FFF2-40B4-BE49-F238E27FC236}">
                  <a16:creationId xmlns:a16="http://schemas.microsoft.com/office/drawing/2014/main" id="{56B3D359-3E80-C467-E7F8-A77CC1791582}"/>
                </a:ext>
              </a:extLst>
            </p:cNvPr>
            <p:cNvPicPr>
              <a:picLocks noChangeAspect="1"/>
            </p:cNvPicPr>
            <p:nvPr/>
          </p:nvPicPr>
          <p:blipFill>
            <a:blip r:embed="rId3"/>
            <a:stretch>
              <a:fillRect/>
            </a:stretch>
          </p:blipFill>
          <p:spPr>
            <a:xfrm>
              <a:off x="2910270" y="2234338"/>
              <a:ext cx="636630" cy="570169"/>
            </a:xfrm>
            <a:prstGeom prst="rect">
              <a:avLst/>
            </a:prstGeom>
          </p:spPr>
        </p:pic>
        <p:cxnSp>
          <p:nvCxnSpPr>
            <p:cNvPr id="6" name="Straight Arrow Connector 5">
              <a:extLst>
                <a:ext uri="{FF2B5EF4-FFF2-40B4-BE49-F238E27FC236}">
                  <a16:creationId xmlns:a16="http://schemas.microsoft.com/office/drawing/2014/main" id="{74537485-CE97-3259-EF73-44C9746082F2}"/>
                </a:ext>
              </a:extLst>
            </p:cNvPr>
            <p:cNvCxnSpPr>
              <a:cxnSpLocks/>
              <a:endCxn id="5" idx="1"/>
            </p:cNvCxnSpPr>
            <p:nvPr/>
          </p:nvCxnSpPr>
          <p:spPr>
            <a:xfrm>
              <a:off x="1654188" y="2519422"/>
              <a:ext cx="1256082" cy="1"/>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9" name="Connector: Curved 8">
              <a:extLst>
                <a:ext uri="{FF2B5EF4-FFF2-40B4-BE49-F238E27FC236}">
                  <a16:creationId xmlns:a16="http://schemas.microsoft.com/office/drawing/2014/main" id="{831365EA-6E37-E328-1161-609A0AA86D56}"/>
                </a:ext>
              </a:extLst>
            </p:cNvPr>
            <p:cNvCxnSpPr>
              <a:cxnSpLocks/>
            </p:cNvCxnSpPr>
            <p:nvPr/>
          </p:nvCxnSpPr>
          <p:spPr>
            <a:xfrm rot="5400000" flipH="1" flipV="1">
              <a:off x="1874908" y="1917830"/>
              <a:ext cx="958096" cy="245088"/>
            </a:xfrm>
            <a:prstGeom prst="curvedConnector3">
              <a:avLst>
                <a:gd name="adj1" fmla="val 5000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DE326010-F1D1-C944-7F29-FA17700788B0}"/>
                </a:ext>
              </a:extLst>
            </p:cNvPr>
            <p:cNvSpPr txBox="1"/>
            <p:nvPr/>
          </p:nvSpPr>
          <p:spPr>
            <a:xfrm>
              <a:off x="1654188" y="1287045"/>
              <a:ext cx="1536643"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fetchebpobjects.sql</a:t>
              </a:r>
              <a:endParaRPr kumimoji="0" lang="en-US" sz="1050" b="1" i="0" u="none" strike="noStrike" cap="none" spc="0" normalizeH="0" baseline="0" dirty="0">
                <a:ln>
                  <a:noFill/>
                </a:ln>
                <a:solidFill>
                  <a:srgbClr val="0652A6"/>
                </a:solidFill>
                <a:effectLst/>
                <a:uFillTx/>
                <a:sym typeface="Calibri"/>
              </a:endParaRPr>
            </a:p>
          </p:txBody>
        </p:sp>
        <p:sp>
          <p:nvSpPr>
            <p:cNvPr id="14" name="TextBox 13">
              <a:extLst>
                <a:ext uri="{FF2B5EF4-FFF2-40B4-BE49-F238E27FC236}">
                  <a16:creationId xmlns:a16="http://schemas.microsoft.com/office/drawing/2014/main" id="{BF753C3C-7797-1481-F921-7C2BBDE14A5A}"/>
                </a:ext>
              </a:extLst>
            </p:cNvPr>
            <p:cNvSpPr txBox="1"/>
            <p:nvPr/>
          </p:nvSpPr>
          <p:spPr>
            <a:xfrm>
              <a:off x="2422509" y="2007552"/>
              <a:ext cx="1733550"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000" b="1" dirty="0">
                  <a:solidFill>
                    <a:srgbClr val="0652A6"/>
                  </a:solidFill>
                </a:rPr>
                <a:t>DELETE</a:t>
              </a:r>
              <a:r>
                <a:rPr lang="en-US" sz="1000" dirty="0"/>
                <a:t>_</a:t>
              </a:r>
              <a:r>
                <a:rPr lang="en-US" sz="1000" b="1" dirty="0">
                  <a:solidFill>
                    <a:srgbClr val="0652A6"/>
                  </a:solidFill>
                </a:rPr>
                <a:t>SREBPSUMMARY</a:t>
              </a:r>
            </a:p>
          </p:txBody>
        </p:sp>
        <p:pic>
          <p:nvPicPr>
            <p:cNvPr id="15" name="Picture 14">
              <a:extLst>
                <a:ext uri="{FF2B5EF4-FFF2-40B4-BE49-F238E27FC236}">
                  <a16:creationId xmlns:a16="http://schemas.microsoft.com/office/drawing/2014/main" id="{37925DC1-34C4-8A2C-002A-63A2616AD843}"/>
                </a:ext>
              </a:extLst>
            </p:cNvPr>
            <p:cNvPicPr>
              <a:picLocks noChangeAspect="1"/>
            </p:cNvPicPr>
            <p:nvPr/>
          </p:nvPicPr>
          <p:blipFill>
            <a:blip r:embed="rId4"/>
            <a:stretch>
              <a:fillRect/>
            </a:stretch>
          </p:blipFill>
          <p:spPr>
            <a:xfrm>
              <a:off x="5033007" y="1169584"/>
              <a:ext cx="478079" cy="379069"/>
            </a:xfrm>
            <a:prstGeom prst="rect">
              <a:avLst/>
            </a:prstGeom>
          </p:spPr>
        </p:pic>
        <p:cxnSp>
          <p:nvCxnSpPr>
            <p:cNvPr id="16" name="Elbow Connector 54">
              <a:extLst>
                <a:ext uri="{FF2B5EF4-FFF2-40B4-BE49-F238E27FC236}">
                  <a16:creationId xmlns:a16="http://schemas.microsoft.com/office/drawing/2014/main" id="{4A92476B-FEF2-8C56-0311-D521418DF959}"/>
                </a:ext>
              </a:extLst>
            </p:cNvPr>
            <p:cNvCxnSpPr>
              <a:cxnSpLocks/>
              <a:endCxn id="15" idx="1"/>
            </p:cNvCxnSpPr>
            <p:nvPr/>
          </p:nvCxnSpPr>
          <p:spPr>
            <a:xfrm flipV="1">
              <a:off x="3532837" y="1359119"/>
              <a:ext cx="1500170" cy="1132812"/>
            </a:xfrm>
            <a:prstGeom prst="bentConnector3">
              <a:avLst>
                <a:gd name="adj1" fmla="val 50000"/>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9" name="TextBox 18">
              <a:extLst>
                <a:ext uri="{FF2B5EF4-FFF2-40B4-BE49-F238E27FC236}">
                  <a16:creationId xmlns:a16="http://schemas.microsoft.com/office/drawing/2014/main" id="{4FED9B30-41F6-A51A-2D37-53096B911577}"/>
                </a:ext>
              </a:extLst>
            </p:cNvPr>
            <p:cNvSpPr txBox="1"/>
            <p:nvPr/>
          </p:nvSpPr>
          <p:spPr>
            <a:xfrm>
              <a:off x="4626706" y="931321"/>
              <a:ext cx="1290679" cy="2539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050" b="1" dirty="0">
                  <a:solidFill>
                    <a:srgbClr val="0652A6"/>
                  </a:solidFill>
                </a:rPr>
                <a:t>EBPSummaryData</a:t>
              </a:r>
              <a:endParaRPr lang="en-US" sz="1000" b="1" dirty="0">
                <a:solidFill>
                  <a:srgbClr val="0652A6"/>
                </a:solidFill>
              </a:endParaRPr>
            </a:p>
          </p:txBody>
        </p:sp>
        <p:pic>
          <p:nvPicPr>
            <p:cNvPr id="20" name="Picture 19">
              <a:extLst>
                <a:ext uri="{FF2B5EF4-FFF2-40B4-BE49-F238E27FC236}">
                  <a16:creationId xmlns:a16="http://schemas.microsoft.com/office/drawing/2014/main" id="{7BA8646B-068E-68BA-9D26-538EA69376ED}"/>
                </a:ext>
              </a:extLst>
            </p:cNvPr>
            <p:cNvPicPr>
              <a:picLocks noChangeAspect="1"/>
            </p:cNvPicPr>
            <p:nvPr/>
          </p:nvPicPr>
          <p:blipFill>
            <a:blip r:embed="rId2"/>
            <a:stretch>
              <a:fillRect/>
            </a:stretch>
          </p:blipFill>
          <p:spPr>
            <a:xfrm>
              <a:off x="4282922" y="3154856"/>
              <a:ext cx="291507" cy="362371"/>
            </a:xfrm>
            <a:prstGeom prst="rect">
              <a:avLst/>
            </a:prstGeom>
          </p:spPr>
        </p:pic>
        <p:cxnSp>
          <p:nvCxnSpPr>
            <p:cNvPr id="21" name="Connector: Curved 20">
              <a:extLst>
                <a:ext uri="{FF2B5EF4-FFF2-40B4-BE49-F238E27FC236}">
                  <a16:creationId xmlns:a16="http://schemas.microsoft.com/office/drawing/2014/main" id="{2FD7F785-FCD0-62DD-9DE6-48545F50278A}"/>
                </a:ext>
              </a:extLst>
            </p:cNvPr>
            <p:cNvCxnSpPr>
              <a:cxnSpLocks/>
            </p:cNvCxnSpPr>
            <p:nvPr/>
          </p:nvCxnSpPr>
          <p:spPr>
            <a:xfrm rot="16200000" flipH="1">
              <a:off x="2515382" y="1602069"/>
              <a:ext cx="654424" cy="2833448"/>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E78BBA09-234E-55FE-F681-5FA9DBB014A8}"/>
                </a:ext>
              </a:extLst>
            </p:cNvPr>
            <p:cNvSpPr txBox="1"/>
            <p:nvPr/>
          </p:nvSpPr>
          <p:spPr>
            <a:xfrm>
              <a:off x="3730020" y="2887988"/>
              <a:ext cx="1536643"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DeleteByQuery.sh</a:t>
              </a:r>
              <a:endParaRPr kumimoji="0" lang="en-US" sz="1050" b="1" i="0" u="none" strike="noStrike" cap="none" spc="0" normalizeH="0" baseline="0" dirty="0">
                <a:ln>
                  <a:noFill/>
                </a:ln>
                <a:solidFill>
                  <a:srgbClr val="0652A6"/>
                </a:solidFill>
                <a:effectLst/>
                <a:uFillTx/>
                <a:sym typeface="Calibri"/>
              </a:endParaRPr>
            </a:p>
          </p:txBody>
        </p:sp>
        <p:pic>
          <p:nvPicPr>
            <p:cNvPr id="23" name="Picture 22">
              <a:extLst>
                <a:ext uri="{FF2B5EF4-FFF2-40B4-BE49-F238E27FC236}">
                  <a16:creationId xmlns:a16="http://schemas.microsoft.com/office/drawing/2014/main" id="{01580B84-1940-8B42-85EE-315315447D07}"/>
                </a:ext>
              </a:extLst>
            </p:cNvPr>
            <p:cNvPicPr>
              <a:picLocks noChangeAspect="1"/>
            </p:cNvPicPr>
            <p:nvPr/>
          </p:nvPicPr>
          <p:blipFill>
            <a:blip r:embed="rId5"/>
            <a:stretch>
              <a:fillRect/>
            </a:stretch>
          </p:blipFill>
          <p:spPr>
            <a:xfrm>
              <a:off x="5609640" y="3154856"/>
              <a:ext cx="307743" cy="404060"/>
            </a:xfrm>
            <a:prstGeom prst="rect">
              <a:avLst/>
            </a:prstGeom>
          </p:spPr>
        </p:pic>
        <p:cxnSp>
          <p:nvCxnSpPr>
            <p:cNvPr id="24" name="Straight Arrow Connector 23">
              <a:extLst>
                <a:ext uri="{FF2B5EF4-FFF2-40B4-BE49-F238E27FC236}">
                  <a16:creationId xmlns:a16="http://schemas.microsoft.com/office/drawing/2014/main" id="{2E02584B-729E-B644-F956-8F450D4890AF}"/>
                </a:ext>
              </a:extLst>
            </p:cNvPr>
            <p:cNvCxnSpPr>
              <a:cxnSpLocks/>
            </p:cNvCxnSpPr>
            <p:nvPr/>
          </p:nvCxnSpPr>
          <p:spPr>
            <a:xfrm flipV="1">
              <a:off x="4585505" y="3346004"/>
              <a:ext cx="925581" cy="1"/>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8" name="TextBox 27">
              <a:extLst>
                <a:ext uri="{FF2B5EF4-FFF2-40B4-BE49-F238E27FC236}">
                  <a16:creationId xmlns:a16="http://schemas.microsoft.com/office/drawing/2014/main" id="{C7E9F130-666D-8647-532F-3D9C0FA09071}"/>
                </a:ext>
              </a:extLst>
            </p:cNvPr>
            <p:cNvSpPr txBox="1"/>
            <p:nvPr/>
          </p:nvSpPr>
          <p:spPr>
            <a:xfrm>
              <a:off x="5138929" y="2910037"/>
              <a:ext cx="1290679" cy="2539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050" b="1" dirty="0">
                  <a:solidFill>
                    <a:srgbClr val="0652A6"/>
                  </a:solidFill>
                </a:rPr>
                <a:t>EBPScanScript.tcl</a:t>
              </a:r>
              <a:endParaRPr lang="en-US" sz="1000" b="1" dirty="0">
                <a:solidFill>
                  <a:srgbClr val="0652A6"/>
                </a:solidFill>
              </a:endParaRPr>
            </a:p>
          </p:txBody>
        </p:sp>
        <p:pic>
          <p:nvPicPr>
            <p:cNvPr id="29" name="Picture 28">
              <a:extLst>
                <a:ext uri="{FF2B5EF4-FFF2-40B4-BE49-F238E27FC236}">
                  <a16:creationId xmlns:a16="http://schemas.microsoft.com/office/drawing/2014/main" id="{3D6AEF47-D286-76A5-B15D-5604565F967E}"/>
                </a:ext>
              </a:extLst>
            </p:cNvPr>
            <p:cNvPicPr>
              <a:picLocks noChangeAspect="1"/>
            </p:cNvPicPr>
            <p:nvPr/>
          </p:nvPicPr>
          <p:blipFill>
            <a:blip r:embed="rId4"/>
            <a:stretch>
              <a:fillRect/>
            </a:stretch>
          </p:blipFill>
          <p:spPr>
            <a:xfrm>
              <a:off x="6585524" y="3197848"/>
              <a:ext cx="373708" cy="296313"/>
            </a:xfrm>
            <a:prstGeom prst="rect">
              <a:avLst/>
            </a:prstGeom>
          </p:spPr>
        </p:pic>
      </p:grpSp>
      <p:cxnSp>
        <p:nvCxnSpPr>
          <p:cNvPr id="31" name="Straight Arrow Connector 30">
            <a:extLst>
              <a:ext uri="{FF2B5EF4-FFF2-40B4-BE49-F238E27FC236}">
                <a16:creationId xmlns:a16="http://schemas.microsoft.com/office/drawing/2014/main" id="{FCEF240E-795F-CCB2-D436-254919777D37}"/>
              </a:ext>
            </a:extLst>
          </p:cNvPr>
          <p:cNvCxnSpPr>
            <a:cxnSpLocks/>
          </p:cNvCxnSpPr>
          <p:nvPr/>
        </p:nvCxnSpPr>
        <p:spPr>
          <a:xfrm flipV="1">
            <a:off x="5956713" y="2995818"/>
            <a:ext cx="600236" cy="208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33" name="TextBox 32">
            <a:extLst>
              <a:ext uri="{FF2B5EF4-FFF2-40B4-BE49-F238E27FC236}">
                <a16:creationId xmlns:a16="http://schemas.microsoft.com/office/drawing/2014/main" id="{0D9A1F87-6103-093B-9A09-35AB4686123C}"/>
              </a:ext>
            </a:extLst>
          </p:cNvPr>
          <p:cNvSpPr txBox="1"/>
          <p:nvPr/>
        </p:nvSpPr>
        <p:spPr>
          <a:xfrm>
            <a:off x="6105812" y="2550755"/>
            <a:ext cx="1290679" cy="2539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050" b="1" dirty="0">
                <a:solidFill>
                  <a:srgbClr val="0652A6"/>
                </a:solidFill>
              </a:rPr>
              <a:t>Output</a:t>
            </a:r>
            <a:endParaRPr lang="en-US" sz="1000" b="1" dirty="0">
              <a:solidFill>
                <a:srgbClr val="0652A6"/>
              </a:solidFill>
            </a:endParaRPr>
          </a:p>
        </p:txBody>
      </p:sp>
      <p:pic>
        <p:nvPicPr>
          <p:cNvPr id="34" name="Picture 12" descr="Elasticsearch Logo">
            <a:extLst>
              <a:ext uri="{FF2B5EF4-FFF2-40B4-BE49-F238E27FC236}">
                <a16:creationId xmlns:a16="http://schemas.microsoft.com/office/drawing/2014/main" id="{C7F8446D-93EC-CF7C-E911-6695FF4C6A6B}"/>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0138" t="9098" r="9765" b="8995"/>
          <a:stretch/>
        </p:blipFill>
        <p:spPr bwMode="auto">
          <a:xfrm>
            <a:off x="6136754" y="3622918"/>
            <a:ext cx="311219" cy="303207"/>
          </a:xfrm>
          <a:prstGeom prst="rect">
            <a:avLst/>
          </a:prstGeom>
          <a:noFill/>
          <a:extLst>
            <a:ext uri="{909E8E84-426E-40DD-AFC4-6F175D3DCCD1}">
              <a14:hiddenFill xmlns:a14="http://schemas.microsoft.com/office/drawing/2010/main">
                <a:solidFill>
                  <a:srgbClr val="FFFFFF"/>
                </a:solidFill>
              </a14:hiddenFill>
            </a:ext>
          </a:extLst>
        </p:spPr>
      </p:pic>
      <p:cxnSp>
        <p:nvCxnSpPr>
          <p:cNvPr id="35" name="Connector: Curved 34">
            <a:extLst>
              <a:ext uri="{FF2B5EF4-FFF2-40B4-BE49-F238E27FC236}">
                <a16:creationId xmlns:a16="http://schemas.microsoft.com/office/drawing/2014/main" id="{03E1C209-8073-1B67-26EC-73FF62A34BA7}"/>
              </a:ext>
            </a:extLst>
          </p:cNvPr>
          <p:cNvCxnSpPr>
            <a:cxnSpLocks/>
            <a:stCxn id="29" idx="2"/>
            <a:endCxn id="60" idx="1"/>
          </p:cNvCxnSpPr>
          <p:nvPr/>
        </p:nvCxnSpPr>
        <p:spPr>
          <a:xfrm rot="5400000">
            <a:off x="5865168" y="3293312"/>
            <a:ext cx="1056549" cy="757872"/>
          </a:xfrm>
          <a:prstGeom prst="curvedConnector4">
            <a:avLst>
              <a:gd name="adj1" fmla="val 31397"/>
              <a:gd name="adj2" fmla="val 130163"/>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37" name="Connector: Curved 36">
            <a:extLst>
              <a:ext uri="{FF2B5EF4-FFF2-40B4-BE49-F238E27FC236}">
                <a16:creationId xmlns:a16="http://schemas.microsoft.com/office/drawing/2014/main" id="{3F1A84DE-890E-A55F-3B20-D2CDA5CA2BF8}"/>
              </a:ext>
            </a:extLst>
          </p:cNvPr>
          <p:cNvCxnSpPr>
            <a:cxnSpLocks/>
            <a:stCxn id="20" idx="2"/>
            <a:endCxn id="60" idx="1"/>
          </p:cNvCxnSpPr>
          <p:nvPr/>
        </p:nvCxnSpPr>
        <p:spPr>
          <a:xfrm rot="16200000" flipH="1">
            <a:off x="4704850" y="2890866"/>
            <a:ext cx="1033483" cy="1585830"/>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48" name="TextBox 47">
            <a:extLst>
              <a:ext uri="{FF2B5EF4-FFF2-40B4-BE49-F238E27FC236}">
                <a16:creationId xmlns:a16="http://schemas.microsoft.com/office/drawing/2014/main" id="{FF2C38F1-7359-550E-8285-EB293DAD14B4}"/>
              </a:ext>
            </a:extLst>
          </p:cNvPr>
          <p:cNvSpPr txBox="1"/>
          <p:nvPr/>
        </p:nvSpPr>
        <p:spPr>
          <a:xfrm>
            <a:off x="6447100" y="3774522"/>
            <a:ext cx="729218" cy="230832"/>
          </a:xfrm>
          <a:prstGeom prst="rect">
            <a:avLst/>
          </a:prstGeom>
          <a:noFill/>
        </p:spPr>
        <p:txBody>
          <a:bodyPr wrap="square" rtlCol="0">
            <a:spAutoFit/>
          </a:bodyPr>
          <a:lstStyle/>
          <a:p>
            <a:pPr algn="ctr" defTabSz="228611"/>
            <a:r>
              <a:rPr lang="en-US" sz="900" dirty="0">
                <a:solidFill>
                  <a:srgbClr val="0652A6"/>
                </a:solidFill>
              </a:rPr>
              <a:t>Elastic</a:t>
            </a:r>
            <a:endParaRPr lang="en-US" sz="1200" dirty="0">
              <a:solidFill>
                <a:srgbClr val="0652A6"/>
              </a:solidFill>
            </a:endParaRPr>
          </a:p>
        </p:txBody>
      </p:sp>
      <p:pic>
        <p:nvPicPr>
          <p:cNvPr id="59" name="Picture 58">
            <a:extLst>
              <a:ext uri="{FF2B5EF4-FFF2-40B4-BE49-F238E27FC236}">
                <a16:creationId xmlns:a16="http://schemas.microsoft.com/office/drawing/2014/main" id="{6316BCCA-0E2D-6316-5E52-CEF5FC7922D6}"/>
              </a:ext>
            </a:extLst>
          </p:cNvPr>
          <p:cNvPicPr>
            <a:picLocks noChangeAspect="1"/>
          </p:cNvPicPr>
          <p:nvPr/>
        </p:nvPicPr>
        <p:blipFill>
          <a:blip r:embed="rId7"/>
          <a:stretch>
            <a:fillRect/>
          </a:stretch>
        </p:blipFill>
        <p:spPr>
          <a:xfrm>
            <a:off x="6147404" y="4398183"/>
            <a:ext cx="301738" cy="390888"/>
          </a:xfrm>
          <a:prstGeom prst="rect">
            <a:avLst/>
          </a:prstGeom>
        </p:spPr>
      </p:pic>
      <p:sp>
        <p:nvSpPr>
          <p:cNvPr id="60" name="Left Brace 59">
            <a:extLst>
              <a:ext uri="{FF2B5EF4-FFF2-40B4-BE49-F238E27FC236}">
                <a16:creationId xmlns:a16="http://schemas.microsoft.com/office/drawing/2014/main" id="{A1DE2BE1-2B6E-4A86-4753-E119A4AD90F2}"/>
              </a:ext>
            </a:extLst>
          </p:cNvPr>
          <p:cNvSpPr/>
          <p:nvPr/>
        </p:nvSpPr>
        <p:spPr>
          <a:xfrm>
            <a:off x="6014506" y="3807418"/>
            <a:ext cx="45719" cy="786209"/>
          </a:xfrm>
          <a:prstGeom prst="leftBrac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cxnSp>
        <p:nvCxnSpPr>
          <p:cNvPr id="64" name="Connector: Curved 63">
            <a:extLst>
              <a:ext uri="{FF2B5EF4-FFF2-40B4-BE49-F238E27FC236}">
                <a16:creationId xmlns:a16="http://schemas.microsoft.com/office/drawing/2014/main" id="{2E0457B5-4711-E713-6871-26BB821CE34A}"/>
              </a:ext>
            </a:extLst>
          </p:cNvPr>
          <p:cNvCxnSpPr>
            <a:cxnSpLocks/>
            <a:stCxn id="23" idx="0"/>
            <a:endCxn id="15" idx="2"/>
          </p:cNvCxnSpPr>
          <p:nvPr/>
        </p:nvCxnSpPr>
        <p:spPr>
          <a:xfrm rot="16200000" flipV="1">
            <a:off x="4714679" y="1755835"/>
            <a:ext cx="1606203" cy="491465"/>
          </a:xfrm>
          <a:prstGeom prst="curvedConnector3">
            <a:avLst>
              <a:gd name="adj1" fmla="val 5000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67" name="TextBox 66">
            <a:extLst>
              <a:ext uri="{FF2B5EF4-FFF2-40B4-BE49-F238E27FC236}">
                <a16:creationId xmlns:a16="http://schemas.microsoft.com/office/drawing/2014/main" id="{569E0FBB-6880-C38D-524D-1AD8729F6C71}"/>
              </a:ext>
            </a:extLst>
          </p:cNvPr>
          <p:cNvSpPr txBox="1"/>
          <p:nvPr/>
        </p:nvSpPr>
        <p:spPr>
          <a:xfrm>
            <a:off x="4650334" y="4151618"/>
            <a:ext cx="1536643"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EBP Data Deletion</a:t>
            </a:r>
            <a:endParaRPr kumimoji="0" lang="en-US" sz="1050" b="1" i="0" u="none" strike="noStrike" cap="none" spc="0" normalizeH="0" baseline="0" dirty="0">
              <a:ln>
                <a:noFill/>
              </a:ln>
              <a:solidFill>
                <a:srgbClr val="0652A6"/>
              </a:solidFill>
              <a:effectLst/>
              <a:uFillTx/>
              <a:sym typeface="Calibri"/>
            </a:endParaRPr>
          </a:p>
        </p:txBody>
      </p:sp>
    </p:spTree>
    <p:extLst>
      <p:ext uri="{BB962C8B-B14F-4D97-AF65-F5344CB8AC3E}">
        <p14:creationId xmlns:p14="http://schemas.microsoft.com/office/powerpoint/2010/main" val="1133120736"/>
      </p:ext>
    </p:extLst>
  </p:cSld>
  <p:clrMapOvr>
    <a:masterClrMapping/>
  </p:clrMapOvr>
  <p:transition spd="med"/>
</p:sld>
</file>

<file path=ppt/theme/theme1.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199DD"/>
        </a:solidFill>
        <a:ln w="25400" cap="flat">
          <a:noFill/>
          <a:prstDash val="solid"/>
          <a:round/>
        </a:ln>
        <a:effectLst/>
        <a:sp3d/>
      </a:spPr>
      <a:bodyPr rot="0" spcFirstLastPara="1" vertOverflow="overflow" horzOverflow="overflow" vert="horz" wrap="square" lIns="45719" tIns="45719" rIns="45719" bIns="45719" numCol="1" spcCol="38100" rtlCol="0" anchor="ctr">
        <a:no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InfosysDefaultTheme">
  <a:themeElements>
    <a:clrScheme name="Accent 7">
      <a:dk1>
        <a:srgbClr val="6D6E71"/>
      </a:dk1>
      <a:lt1>
        <a:sysClr val="window" lastClr="FFFFFF"/>
      </a:lt1>
      <a:dk2>
        <a:srgbClr val="1F9CD7"/>
      </a:dk2>
      <a:lt2>
        <a:srgbClr val="A7A9AC"/>
      </a:lt2>
      <a:accent1>
        <a:srgbClr val="007CC3"/>
      </a:accent1>
      <a:accent2>
        <a:srgbClr val="F15A29"/>
      </a:accent2>
      <a:accent3>
        <a:srgbClr val="6D6E71"/>
      </a:accent3>
      <a:accent4>
        <a:srgbClr val="47BAEB"/>
      </a:accent4>
      <a:accent5>
        <a:srgbClr val="FAA41A"/>
      </a:accent5>
      <a:accent6>
        <a:srgbClr val="3E7D32"/>
      </a:accent6>
      <a:hlink>
        <a:srgbClr val="D2232A"/>
      </a:hlink>
      <a:folHlink>
        <a:srgbClr val="F9DFA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Presentation1" id="{8F0916BC-4981-47F6-8D3A-6C28714FCF17}" vid="{7684C019-60F1-40A8-9918-8C917EB36714}"/>
    </a:ext>
  </a:extLst>
</a:theme>
</file>

<file path=ppt/theme/theme3.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5E47EBC9-397F-4905-9E6F-D80B77F8463C}">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4FC91074-D9F1-4EA4-858D-4C1BD0600F6B}">
  <we:reference id="wa104381411" version="1.0.0.0" store="en-US" storeType="OMEX"/>
  <we:alternateReferences>
    <we:reference id="WA104381411" version="1.0.0.0" store="WA10438141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43C2FCC0642344ABA8900165FF8ADCF" ma:contentTypeVersion="12" ma:contentTypeDescription="Create a new document." ma:contentTypeScope="" ma:versionID="ba63f9c9566e1b1c6a4274f0f7898c4f">
  <xsd:schema xmlns:xsd="http://www.w3.org/2001/XMLSchema" xmlns:xs="http://www.w3.org/2001/XMLSchema" xmlns:p="http://schemas.microsoft.com/office/2006/metadata/properties" xmlns:ns2="634847ec-aa44-4c45-9bd4-d856ac1eddf9" xmlns:ns3="590af9aa-102c-4c76-a063-4a4932bd2f34" targetNamespace="http://schemas.microsoft.com/office/2006/metadata/properties" ma:root="true" ma:fieldsID="7c1b6d490fd1da1cb2aa40e871bf1888" ns2:_="" ns3:_="">
    <xsd:import namespace="634847ec-aa44-4c45-9bd4-d856ac1eddf9"/>
    <xsd:import namespace="590af9aa-102c-4c76-a063-4a4932bd2f3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4847ec-aa44-4c45-9bd4-d856ac1edd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90af9aa-102c-4c76-a063-4a4932bd2f34"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E79693-A6DE-4ED7-9045-1293703DCD6B}">
  <ds:schemaRefs>
    <ds:schemaRef ds:uri="http://purl.org/dc/dcmitype/"/>
    <ds:schemaRef ds:uri="b7926aa4-d647-41ac-92b3-095d51305f0a"/>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DC939519-C676-4171-8F1E-79E397A49C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4847ec-aa44-4c45-9bd4-d856ac1eddf9"/>
    <ds:schemaRef ds:uri="590af9aa-102c-4c76-a063-4a4932bd2f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DC66216-73EC-4DC6-9F05-521E11C522C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750713</TotalTime>
  <Words>1087</Words>
  <Application>Microsoft Office PowerPoint</Application>
  <PresentationFormat>On-screen Show (16:9)</PresentationFormat>
  <Paragraphs>218</Paragraphs>
  <Slides>10</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Arial</vt:lpstr>
      <vt:lpstr>Calibri</vt:lpstr>
      <vt:lpstr>Franklin Gothic Book</vt:lpstr>
      <vt:lpstr>Franklin Gothic Demi</vt:lpstr>
      <vt:lpstr>Segoe UI VSS (Regular)</vt:lpstr>
      <vt:lpstr>Infosys Template 1</vt:lpstr>
      <vt:lpstr>InfosysDefaultTheme</vt:lpstr>
      <vt:lpstr>Specs Reader Partial Index Architecture</vt:lpstr>
      <vt:lpstr>PROD Azure Infra -  External Subscription – Southeast Asia (Proposed)</vt:lpstr>
      <vt:lpstr>PowerPoint Presentation</vt:lpstr>
      <vt:lpstr>PowerPoint Presentation</vt:lpstr>
      <vt:lpstr>Preference Column Update:</vt:lpstr>
      <vt:lpstr>PDF download from direct URL:</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S.</dc:creator>
  <cp:lastModifiedBy>unnam.nr@pg.com</cp:lastModifiedBy>
  <cp:revision>1057</cp:revision>
  <dcterms:modified xsi:type="dcterms:W3CDTF">2024-04-09T16:04:46Z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1813203</vt:lpwstr>
  </property>
  <property fmtid="{D5CDD505-2E9C-101B-9397-08002B2CF9AE}" pid="3" name="NXPowerLiteSettings">
    <vt:lpwstr>E7000400038000</vt:lpwstr>
  </property>
  <property fmtid="{D5CDD505-2E9C-101B-9397-08002B2CF9AE}" pid="4" name="NXPowerLiteVersion">
    <vt:lpwstr>D6.1.0</vt:lpwstr>
  </property>
  <property fmtid="{D5CDD505-2E9C-101B-9397-08002B2CF9AE}" pid="5" name="MSIP_Label_be4b3411-284d-4d31-bd4f-bc13ef7f1fd6_Enabled">
    <vt:lpwstr>True</vt:lpwstr>
  </property>
  <property fmtid="{D5CDD505-2E9C-101B-9397-08002B2CF9AE}" pid="6" name="MSIP_Label_be4b3411-284d-4d31-bd4f-bc13ef7f1fd6_SiteId">
    <vt:lpwstr>63ce7d59-2f3e-42cd-a8cc-be764cff5eb6</vt:lpwstr>
  </property>
  <property fmtid="{D5CDD505-2E9C-101B-9397-08002B2CF9AE}" pid="7" name="MSIP_Label_be4b3411-284d-4d31-bd4f-bc13ef7f1fd6_Owner">
    <vt:lpwstr>Ajimon.ve0232@ad.infosys.com</vt:lpwstr>
  </property>
  <property fmtid="{D5CDD505-2E9C-101B-9397-08002B2CF9AE}" pid="8" name="MSIP_Label_be4b3411-284d-4d31-bd4f-bc13ef7f1fd6_SetDate">
    <vt:lpwstr>2018-11-19T10:33:45.6878824Z</vt:lpwstr>
  </property>
  <property fmtid="{D5CDD505-2E9C-101B-9397-08002B2CF9AE}" pid="9" name="MSIP_Label_be4b3411-284d-4d31-bd4f-bc13ef7f1fd6_Name">
    <vt:lpwstr>Internal</vt:lpwstr>
  </property>
  <property fmtid="{D5CDD505-2E9C-101B-9397-08002B2CF9AE}" pid="10" name="MSIP_Label_be4b3411-284d-4d31-bd4f-bc13ef7f1fd6_Application">
    <vt:lpwstr>Microsoft Azure Information Protection</vt:lpwstr>
  </property>
  <property fmtid="{D5CDD505-2E9C-101B-9397-08002B2CF9AE}" pid="11" name="MSIP_Label_be4b3411-284d-4d31-bd4f-bc13ef7f1fd6_Extended_MSFT_Method">
    <vt:lpwstr>Automatic</vt:lpwstr>
  </property>
  <property fmtid="{D5CDD505-2E9C-101B-9397-08002B2CF9AE}" pid="12" name="ContentTypeId">
    <vt:lpwstr>0x010100D43C2FCC0642344ABA8900165FF8ADCF</vt:lpwstr>
  </property>
  <property fmtid="{D5CDD505-2E9C-101B-9397-08002B2CF9AE}" pid="13" name="MSIP_Label_a0819fa7-4367-4500-ba88-dd630d977609_Enabled">
    <vt:lpwstr>true</vt:lpwstr>
  </property>
  <property fmtid="{D5CDD505-2E9C-101B-9397-08002B2CF9AE}" pid="14" name="MSIP_Label_a0819fa7-4367-4500-ba88-dd630d977609_SetDate">
    <vt:lpwstr>2023-03-27T13:53:26Z</vt:lpwstr>
  </property>
  <property fmtid="{D5CDD505-2E9C-101B-9397-08002B2CF9AE}" pid="15" name="MSIP_Label_a0819fa7-4367-4500-ba88-dd630d977609_Method">
    <vt:lpwstr>Standard</vt:lpwstr>
  </property>
  <property fmtid="{D5CDD505-2E9C-101B-9397-08002B2CF9AE}" pid="16" name="MSIP_Label_a0819fa7-4367-4500-ba88-dd630d977609_Name">
    <vt:lpwstr>a0819fa7-4367-4500-ba88-dd630d977609</vt:lpwstr>
  </property>
  <property fmtid="{D5CDD505-2E9C-101B-9397-08002B2CF9AE}" pid="17" name="MSIP_Label_a0819fa7-4367-4500-ba88-dd630d977609_SiteId">
    <vt:lpwstr>63ce7d59-2f3e-42cd-a8cc-be764cff5eb6</vt:lpwstr>
  </property>
  <property fmtid="{D5CDD505-2E9C-101B-9397-08002B2CF9AE}" pid="18" name="MSIP_Label_a0819fa7-4367-4500-ba88-dd630d977609_ContentBits">
    <vt:lpwstr>0</vt:lpwstr>
  </property>
</Properties>
</file>