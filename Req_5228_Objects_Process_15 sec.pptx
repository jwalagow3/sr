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250FB9-BE2A-4F11-8084-06EEA5544F14}">
          <p14:sldIdLst>
            <p14:sldId id="256"/>
          </p14:sldIdLst>
        </p14:section>
        <p14:section name="Untitled Section" id="{379F2F34-6967-4F49-9D55-32883C2BD658}">
          <p14:sldIdLst>
            <p14:sldId id="271"/>
            <p14:sldId id="272"/>
            <p14:sldId id="273"/>
            <p14:sldId id="27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D58D0-C46A-4571-9CCD-50138D1FF3D7}" v="3" dt="2023-01-12T22:00:53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69FF6-66E8-46B1-B156-1EA7C3D0A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C8146-9FAE-4A47-87D2-03A8747BD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DA536-A1D8-488E-A782-D8EB9908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5F374-A7E2-42FE-86A7-8FAF1294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73902-B05A-4133-97E8-897D4415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8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5C6F-928B-4BF1-B933-C8B91FDC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85685-9933-4164-9EA5-EAC7D339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4554-DCD5-4918-BAA4-DA03B557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E581-5AA5-493B-9B5B-DF7D43CC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BA90-1495-4EE0-81CB-845774621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0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5266-9FE5-49AB-B6DB-45B2B5111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BF754-369F-49C7-8B90-618E59DBC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711CC-0302-4D29-963D-670F20F7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6F519-980C-4FDF-8A76-E875CC35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B302E-8555-41A3-980B-5B77DB23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0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7C07-39A4-4F0E-8E65-B8CEFFDD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B6DF-39B5-466E-8AF3-577F80CD8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478A8-6ADF-40F8-98F4-DF5085B55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F5BF1-B117-4A65-87DB-D0477B3A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489E6-09BE-4E1C-9A6B-431ADAF5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70F99-EB54-44B6-B44C-F3D9F7BA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31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0E1B-398D-479D-8084-1ADC0B57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802EC-E0FA-4DC8-8F81-234649A37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F0C3F-393C-41B4-B1B3-7B27FB0FB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487772-40A6-431D-BD20-77E7A31C7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BCE68-03A6-4863-AF81-6916D9B79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672B6-11D2-48EE-AE1E-8B341931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22BFC-4CE1-41E7-A4D2-CEB3B0E5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22B4-D822-41EF-9FE9-E2F63C74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A004-4381-4B22-9D76-C3D9BBD40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B997C-04A1-4C4D-926C-A9484C92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80FA0-861F-41B5-A662-9EDCB3FC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DE2BF-1EDE-4408-A272-AC87C683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C93B0-67AA-4038-9997-9085D1D5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1B5F7-2DC6-4334-9C01-A4005614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B62B3-4BE4-4FF9-945C-6FE5654D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77DF-1942-45D4-A156-0A9BE84D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198F-9D0D-4329-9537-6C5F1739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FDCB3-8635-43DB-B3D4-850C1C862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57A42-670A-412A-932B-49846D0A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CD36-9FC9-4E89-BEFF-71E37670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4E5DD-FA80-4938-8EFC-103CF90B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3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C2BE-6520-4338-B6D2-F8DF833D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69F43D-332B-4757-B8DD-CC3FE95DC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FCF72-7CDD-4EEC-A6AC-360D620EF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65B91-3A26-4106-BEA0-535572DF5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78FB3-B085-45C8-898F-5A43C3A9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39DC0-4F2B-4A5D-B14B-ED2FCAE2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7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35C7-5F6C-48DC-BDC2-831928A7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C042A-6D2A-43CB-B36C-C4DB126D2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19518-3281-4736-960A-81819651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93B42-D4F2-4D10-9EAF-E808BB94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08CFB-734A-4EEB-A54B-5113C021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1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2476A-90AC-4E34-8EE6-3EAEEBC62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DA4FE-AE68-4982-BE78-4A56D8594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F62B8-8D1D-47F0-8802-E97986E7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D29AE-6A8E-46FD-98E0-CE1D9952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787BC-826B-4FE8-976E-D0692CEE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7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89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4A727-A7FA-4086-892D-B761A7AD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06629-B0AF-4878-AB62-B38B095B5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79CCB-1C45-43B3-A0CF-E43B4C9E2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4D19A-0946-429D-84FF-DA94D4DC5E91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EE54-BB1B-423F-A835-F4E49986A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394E-7898-4A8C-A68F-B1C4A05A7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24C5-3094-43E8-9244-DDB0C972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7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8A3221-E4B4-4B51-9259-F9A7A34397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13" r="7572"/>
          <a:stretch/>
        </p:blipFill>
        <p:spPr>
          <a:xfrm>
            <a:off x="1366391" y="0"/>
            <a:ext cx="9459218" cy="6858000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  <p:sp>
        <p:nvSpPr>
          <p:cNvPr id="3" name="Shape 374">
            <a:extLst>
              <a:ext uri="{FF2B5EF4-FFF2-40B4-BE49-F238E27FC236}">
                <a16:creationId xmlns:a16="http://schemas.microsoft.com/office/drawing/2014/main" id="{A53C9277-1C2D-4215-A110-D2C2B78ED685}"/>
              </a:ext>
            </a:extLst>
          </p:cNvPr>
          <p:cNvSpPr txBox="1">
            <a:spLocks/>
          </p:cNvSpPr>
          <p:nvPr/>
        </p:nvSpPr>
        <p:spPr>
          <a:xfrm>
            <a:off x="196701" y="1018440"/>
            <a:ext cx="4267200" cy="1106905"/>
          </a:xfrm>
        </p:spPr>
        <p:txBody>
          <a:bodyPr anchor="t">
            <a:normAutofit lnSpcReduction="10000"/>
          </a:bodyPr>
          <a:lstStyle>
            <a:lvl1pPr marL="0" marR="0" indent="0" algn="ctr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250" dirty="0">
                <a:ea typeface="+mn-ea"/>
              </a:rPr>
              <a:t>Spec Reader</a:t>
            </a:r>
            <a:br>
              <a:rPr lang="en-US" sz="4250" dirty="0">
                <a:ea typeface="+mn-ea"/>
              </a:rPr>
            </a:br>
            <a:endParaRPr lang="en-US" sz="2800" kern="0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0933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B4034CB-D333-4818-AFF9-71626D2B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12192000" cy="648928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Requirement 5228 : Objects should take less than 15 seconds to load on the page (1/4)</a:t>
            </a:r>
            <a:endParaRPr lang="en-IN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E40C1F6-7B2A-9363-4C70-9E93EB15AB7E}"/>
              </a:ext>
            </a:extLst>
          </p:cNvPr>
          <p:cNvSpPr txBox="1">
            <a:spLocks/>
          </p:cNvSpPr>
          <p:nvPr/>
        </p:nvSpPr>
        <p:spPr>
          <a:xfrm>
            <a:off x="0" y="796412"/>
            <a:ext cx="4198374" cy="37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Approach to load an Object:</a:t>
            </a:r>
            <a:endParaRPr lang="en-IN" sz="24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90EF96-B87D-CBC4-4E80-B7DD072D5C68}"/>
              </a:ext>
            </a:extLst>
          </p:cNvPr>
          <p:cNvGrpSpPr/>
          <p:nvPr/>
        </p:nvGrpSpPr>
        <p:grpSpPr>
          <a:xfrm>
            <a:off x="10110191" y="711490"/>
            <a:ext cx="1784556" cy="1106130"/>
            <a:chOff x="486697" y="1504335"/>
            <a:chExt cx="1238864" cy="2113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4C0C58-C9A9-66B3-ECF7-389FA86BAF4C}"/>
                </a:ext>
              </a:extLst>
            </p:cNvPr>
            <p:cNvSpPr/>
            <p:nvPr/>
          </p:nvSpPr>
          <p:spPr>
            <a:xfrm>
              <a:off x="486697" y="1504335"/>
              <a:ext cx="1238864" cy="378543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UI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49821F-B7F4-8A2C-EE91-D5084A71C0BA}"/>
                </a:ext>
              </a:extLst>
            </p:cNvPr>
            <p:cNvSpPr/>
            <p:nvPr/>
          </p:nvSpPr>
          <p:spPr>
            <a:xfrm>
              <a:off x="486697" y="2372033"/>
              <a:ext cx="1238864" cy="378543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9B37BA-B194-FABE-58AA-1DE6D3F6BE0A}"/>
                </a:ext>
              </a:extLst>
            </p:cNvPr>
            <p:cNvSpPr/>
            <p:nvPr/>
          </p:nvSpPr>
          <p:spPr>
            <a:xfrm>
              <a:off x="486697" y="3239731"/>
              <a:ext cx="1238864" cy="378543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MQL(Enovia)</a:t>
              </a:r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E1DDD7E-6752-8052-5540-5E75B3E44F71}"/>
                </a:ext>
              </a:extLst>
            </p:cNvPr>
            <p:cNvCxnSpPr>
              <a:cxnSpLocks/>
            </p:cNvCxnSpPr>
            <p:nvPr/>
          </p:nvCxnSpPr>
          <p:spPr>
            <a:xfrm>
              <a:off x="825910" y="1961537"/>
              <a:ext cx="0" cy="3662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BCEF9D2-7257-B9E9-4317-33B1A829BB44}"/>
                </a:ext>
              </a:extLst>
            </p:cNvPr>
            <p:cNvCxnSpPr>
              <a:cxnSpLocks/>
            </p:cNvCxnSpPr>
            <p:nvPr/>
          </p:nvCxnSpPr>
          <p:spPr>
            <a:xfrm>
              <a:off x="825910" y="2873479"/>
              <a:ext cx="0" cy="3662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3D5854A-5C3B-6EDC-C7F0-247EEEBC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097" y="2858731"/>
              <a:ext cx="0" cy="3662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524A693-6B15-B6EE-80C4-ABBAC457B3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097" y="1976285"/>
              <a:ext cx="0" cy="3662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B55A0812-97D7-728F-3885-10297CF12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3" y="1451490"/>
            <a:ext cx="3370520" cy="143661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E2EE2B-3414-5E56-CEDC-D5E549DE6ABC}"/>
              </a:ext>
            </a:extLst>
          </p:cNvPr>
          <p:cNvCxnSpPr>
            <a:cxnSpLocks/>
          </p:cNvCxnSpPr>
          <p:nvPr/>
        </p:nvCxnSpPr>
        <p:spPr>
          <a:xfrm>
            <a:off x="1655948" y="3622168"/>
            <a:ext cx="179710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0CB4D67-1E19-363D-2C22-29AACA566B75}"/>
              </a:ext>
            </a:extLst>
          </p:cNvPr>
          <p:cNvSpPr txBox="1"/>
          <p:nvPr/>
        </p:nvSpPr>
        <p:spPr>
          <a:xfrm>
            <a:off x="1643799" y="3185778"/>
            <a:ext cx="20647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Send Request with ID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2A28DA-3741-FBA6-8FBF-9887E561F1B5}"/>
              </a:ext>
            </a:extLst>
          </p:cNvPr>
          <p:cNvCxnSpPr>
            <a:cxnSpLocks/>
          </p:cNvCxnSpPr>
          <p:nvPr/>
        </p:nvCxnSpPr>
        <p:spPr>
          <a:xfrm flipV="1">
            <a:off x="5140341" y="3563707"/>
            <a:ext cx="1457130" cy="10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C299556-3C90-06C7-BA59-FB0D4E41F419}"/>
              </a:ext>
            </a:extLst>
          </p:cNvPr>
          <p:cNvSpPr txBox="1"/>
          <p:nvPr/>
        </p:nvSpPr>
        <p:spPr>
          <a:xfrm>
            <a:off x="5069364" y="3126994"/>
            <a:ext cx="2208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Data Collection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C2BBB1-60BE-74B9-F534-AB1AD41E00C3}"/>
              </a:ext>
            </a:extLst>
          </p:cNvPr>
          <p:cNvSpPr txBox="1"/>
          <p:nvPr/>
        </p:nvSpPr>
        <p:spPr>
          <a:xfrm>
            <a:off x="4936015" y="2509217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/fpp/{searchId}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</p:txBody>
      </p:sp>
      <p:sp>
        <p:nvSpPr>
          <p:cNvPr id="48" name="Can 40">
            <a:extLst>
              <a:ext uri="{FF2B5EF4-FFF2-40B4-BE49-F238E27FC236}">
                <a16:creationId xmlns:a16="http://schemas.microsoft.com/office/drawing/2014/main" id="{35B04130-2831-F09A-4E99-CD0729FDBC24}"/>
              </a:ext>
            </a:extLst>
          </p:cNvPr>
          <p:cNvSpPr/>
          <p:nvPr/>
        </p:nvSpPr>
        <p:spPr>
          <a:xfrm>
            <a:off x="10049300" y="3256245"/>
            <a:ext cx="1333991" cy="832186"/>
          </a:xfrm>
          <a:prstGeom prst="can">
            <a:avLst>
              <a:gd name="adj" fmla="val 28212"/>
            </a:avLst>
          </a:prstGeom>
          <a:solidFill>
            <a:schemeClr val="accent1">
              <a:lumMod val="7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Spec Reader DB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0C819A1-33EB-67A5-0FE7-394C5849B7F2}"/>
              </a:ext>
            </a:extLst>
          </p:cNvPr>
          <p:cNvCxnSpPr>
            <a:cxnSpLocks/>
          </p:cNvCxnSpPr>
          <p:nvPr/>
        </p:nvCxnSpPr>
        <p:spPr>
          <a:xfrm>
            <a:off x="8295849" y="3563707"/>
            <a:ext cx="154132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25008AF-99D6-3E02-0C3A-0B8AF5A1E2CF}"/>
              </a:ext>
            </a:extLst>
          </p:cNvPr>
          <p:cNvSpPr txBox="1"/>
          <p:nvPr/>
        </p:nvSpPr>
        <p:spPr>
          <a:xfrm>
            <a:off x="8246042" y="2166480"/>
            <a:ext cx="22726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Context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Decide User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Enovia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Data retrieval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5F13CB-7EB2-0B5B-FDF2-0EB8EE79E980}"/>
              </a:ext>
            </a:extLst>
          </p:cNvPr>
          <p:cNvSpPr/>
          <p:nvPr/>
        </p:nvSpPr>
        <p:spPr>
          <a:xfrm>
            <a:off x="82533" y="3423291"/>
            <a:ext cx="1459542" cy="689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UI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964CAF6-F417-1441-B5C3-3F401872FD31}"/>
              </a:ext>
            </a:extLst>
          </p:cNvPr>
          <p:cNvSpPr/>
          <p:nvPr/>
        </p:nvSpPr>
        <p:spPr>
          <a:xfrm>
            <a:off x="3566926" y="3399212"/>
            <a:ext cx="1459542" cy="689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MS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7036FF1-3C2D-A3BA-7821-6CFE566A7538}"/>
              </a:ext>
            </a:extLst>
          </p:cNvPr>
          <p:cNvSpPr/>
          <p:nvPr/>
        </p:nvSpPr>
        <p:spPr>
          <a:xfrm>
            <a:off x="6711344" y="3421022"/>
            <a:ext cx="1459542" cy="689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MQL</a:t>
            </a:r>
          </a:p>
          <a:p>
            <a:pPr algn="ctr"/>
            <a:r>
              <a:rPr lang="en-US" sz="1400" dirty="0"/>
              <a:t>(Enovia)</a:t>
            </a:r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6A50001-9959-6DBA-4CB7-33D7CBA4C289}"/>
              </a:ext>
            </a:extLst>
          </p:cNvPr>
          <p:cNvCxnSpPr>
            <a:cxnSpLocks/>
          </p:cNvCxnSpPr>
          <p:nvPr/>
        </p:nvCxnSpPr>
        <p:spPr>
          <a:xfrm flipH="1">
            <a:off x="8305409" y="3942018"/>
            <a:ext cx="15170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9CA95A4-79E7-4E65-2FC2-A82607122844}"/>
              </a:ext>
            </a:extLst>
          </p:cNvPr>
          <p:cNvCxnSpPr>
            <a:cxnSpLocks/>
          </p:cNvCxnSpPr>
          <p:nvPr/>
        </p:nvCxnSpPr>
        <p:spPr>
          <a:xfrm flipH="1">
            <a:off x="5140341" y="3906888"/>
            <a:ext cx="15170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996D29D-215B-C501-241A-B29841937F35}"/>
              </a:ext>
            </a:extLst>
          </p:cNvPr>
          <p:cNvSpPr txBox="1"/>
          <p:nvPr/>
        </p:nvSpPr>
        <p:spPr>
          <a:xfrm>
            <a:off x="4824373" y="4132588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&lt;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JSON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A1E2B26-0F6F-6447-68D5-6BBD86707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248" y="4544446"/>
            <a:ext cx="2742867" cy="1975098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7BA04CF-3EC1-4617-7631-92797933DE9B}"/>
              </a:ext>
            </a:extLst>
          </p:cNvPr>
          <p:cNvCxnSpPr>
            <a:cxnSpLocks/>
          </p:cNvCxnSpPr>
          <p:nvPr/>
        </p:nvCxnSpPr>
        <p:spPr>
          <a:xfrm flipH="1">
            <a:off x="1670696" y="3942018"/>
            <a:ext cx="16476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>
            <a:extLst>
              <a:ext uri="{FF2B5EF4-FFF2-40B4-BE49-F238E27FC236}">
                <a16:creationId xmlns:a16="http://schemas.microsoft.com/office/drawing/2014/main" id="{8ACDA6EE-6231-8FAC-50DD-896178144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61" y="4544446"/>
            <a:ext cx="3226568" cy="153129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C75CB5E3-1D7A-EB51-C0C4-47D14545E55D}"/>
              </a:ext>
            </a:extLst>
          </p:cNvPr>
          <p:cNvSpPr txBox="1"/>
          <p:nvPr/>
        </p:nvSpPr>
        <p:spPr>
          <a:xfrm>
            <a:off x="1519959" y="4016991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Display Properties Page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11BFFA4-5C20-F8D0-C809-485B14A9A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073" y="4002114"/>
            <a:ext cx="1297570" cy="282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B4034CB-D333-4818-AFF9-71626D2B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12192000" cy="648928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Requirement 5228 : Objects should take less than 15 seconds to load on the page (2/4)</a:t>
            </a:r>
            <a:endParaRPr lang="en-IN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E40C1F6-7B2A-9363-4C70-9E93EB15AB7E}"/>
              </a:ext>
            </a:extLst>
          </p:cNvPr>
          <p:cNvSpPr txBox="1">
            <a:spLocks/>
          </p:cNvSpPr>
          <p:nvPr/>
        </p:nvSpPr>
        <p:spPr>
          <a:xfrm>
            <a:off x="0" y="796412"/>
            <a:ext cx="4198374" cy="37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Approach to load an Object:</a:t>
            </a:r>
            <a:endParaRPr lang="en-IN" sz="24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03CA30-4563-3624-928F-BD88DC1AB44E}"/>
              </a:ext>
            </a:extLst>
          </p:cNvPr>
          <p:cNvGrpSpPr/>
          <p:nvPr/>
        </p:nvGrpSpPr>
        <p:grpSpPr>
          <a:xfrm>
            <a:off x="103236" y="1182327"/>
            <a:ext cx="11300758" cy="985516"/>
            <a:chOff x="82533" y="3126994"/>
            <a:chExt cx="11300758" cy="985516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15F13CB-7EB2-0B5B-FDF2-0EB8EE79E980}"/>
                </a:ext>
              </a:extLst>
            </p:cNvPr>
            <p:cNvSpPr/>
            <p:nvPr/>
          </p:nvSpPr>
          <p:spPr>
            <a:xfrm>
              <a:off x="82533" y="3423291"/>
              <a:ext cx="1459542" cy="6892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UI</a:t>
              </a:r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BBBCA34-7F32-24DF-D606-B310CF418956}"/>
                </a:ext>
              </a:extLst>
            </p:cNvPr>
            <p:cNvGrpSpPr/>
            <p:nvPr/>
          </p:nvGrpSpPr>
          <p:grpSpPr>
            <a:xfrm>
              <a:off x="1643799" y="3126994"/>
              <a:ext cx="9739492" cy="983247"/>
              <a:chOff x="1643799" y="3126994"/>
              <a:chExt cx="9739492" cy="983247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CE2EE2B-3414-5E56-CEDC-D5E549DE6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5948" y="3622168"/>
                <a:ext cx="179710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CB4D67-1E19-363D-2C22-29AACA566B75}"/>
                  </a:ext>
                </a:extLst>
              </p:cNvPr>
              <p:cNvSpPr txBox="1"/>
              <p:nvPr/>
            </p:nvSpPr>
            <p:spPr>
              <a:xfrm>
                <a:off x="1643799" y="3185778"/>
                <a:ext cx="20647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50000"/>
                      </a:schemeClr>
                    </a:solidFill>
                  </a:rPr>
                  <a:t>Send Request with ID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C2A28DA-3741-FBA6-8FBF-9887E561F1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0341" y="3563707"/>
                <a:ext cx="1457130" cy="1043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299556-3C90-06C7-BA59-FB0D4E41F419}"/>
                  </a:ext>
                </a:extLst>
              </p:cNvPr>
              <p:cNvSpPr txBox="1"/>
              <p:nvPr/>
            </p:nvSpPr>
            <p:spPr>
              <a:xfrm>
                <a:off x="5069364" y="3126994"/>
                <a:ext cx="2208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Data Collection</a:t>
                </a:r>
              </a:p>
            </p:txBody>
          </p:sp>
          <p:sp>
            <p:nvSpPr>
              <p:cNvPr id="48" name="Can 40">
                <a:extLst>
                  <a:ext uri="{FF2B5EF4-FFF2-40B4-BE49-F238E27FC236}">
                    <a16:creationId xmlns:a16="http://schemas.microsoft.com/office/drawing/2014/main" id="{35B04130-2831-F09A-4E99-CD0729FDBC24}"/>
                  </a:ext>
                </a:extLst>
              </p:cNvPr>
              <p:cNvSpPr/>
              <p:nvPr/>
            </p:nvSpPr>
            <p:spPr>
              <a:xfrm>
                <a:off x="10049300" y="3256245"/>
                <a:ext cx="1333991" cy="832186"/>
              </a:xfrm>
              <a:prstGeom prst="can">
                <a:avLst>
                  <a:gd name="adj" fmla="val 28212"/>
                </a:avLst>
              </a:prstGeom>
              <a:solidFill>
                <a:schemeClr val="accent1">
                  <a:lumMod val="75000"/>
                </a:schemeClr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Spec Reader DB</a:t>
                </a:r>
              </a:p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0C819A1-33EB-67A5-0FE7-394C5849B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5849" y="3563707"/>
                <a:ext cx="154132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964CAF6-F417-1441-B5C3-3F401872FD31}"/>
                  </a:ext>
                </a:extLst>
              </p:cNvPr>
              <p:cNvSpPr/>
              <p:nvPr/>
            </p:nvSpPr>
            <p:spPr>
              <a:xfrm>
                <a:off x="3566926" y="3399212"/>
                <a:ext cx="1459542" cy="6892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MS</a:t>
                </a:r>
                <a:endParaRPr lang="en-US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036FF1-3C2D-A3BA-7821-6CFE566A7538}"/>
                  </a:ext>
                </a:extLst>
              </p:cNvPr>
              <p:cNvSpPr/>
              <p:nvPr/>
            </p:nvSpPr>
            <p:spPr>
              <a:xfrm>
                <a:off x="6711344" y="3421022"/>
                <a:ext cx="1459542" cy="6892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MQL</a:t>
                </a:r>
              </a:p>
              <a:p>
                <a:pPr algn="ctr"/>
                <a:r>
                  <a:rPr lang="en-US" sz="1400" dirty="0"/>
                  <a:t>(Enovia)</a:t>
                </a:r>
                <a:endParaRPr lang="en-US" dirty="0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56A50001-9959-6DBA-4CB7-33D7CBA4C2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05409" y="3942018"/>
                <a:ext cx="151701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E9CA95A4-79E7-4E65-2FC2-A826071228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0341" y="3906888"/>
                <a:ext cx="151701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B7BA04CF-3EC1-4617-7631-92797933DE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70696" y="3956766"/>
                <a:ext cx="1647691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74BE08-EDE5-6546-DE28-EDC4A82B2788}"/>
              </a:ext>
            </a:extLst>
          </p:cNvPr>
          <p:cNvSpPr txBox="1"/>
          <p:nvPr/>
        </p:nvSpPr>
        <p:spPr>
          <a:xfrm>
            <a:off x="2084454" y="1663971"/>
            <a:ext cx="112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 Minutes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D3ECC-2F91-E0D6-0E5C-DE44A6F99974}"/>
              </a:ext>
            </a:extLst>
          </p:cNvPr>
          <p:cNvSpPr txBox="1"/>
          <p:nvPr/>
        </p:nvSpPr>
        <p:spPr>
          <a:xfrm>
            <a:off x="5200305" y="1640700"/>
            <a:ext cx="14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2 Mins wait MAX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5AEFF-5E7A-78C9-AAE4-19045954DE27}"/>
              </a:ext>
            </a:extLst>
          </p:cNvPr>
          <p:cNvSpPr txBox="1"/>
          <p:nvPr/>
        </p:nvSpPr>
        <p:spPr>
          <a:xfrm>
            <a:off x="8418463" y="158237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&lt; 2 Minutes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7E18F5-58F2-2B96-B44D-44A168E970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078"/>
          <a:stretch/>
        </p:blipFill>
        <p:spPr>
          <a:xfrm>
            <a:off x="208813" y="2213330"/>
            <a:ext cx="3378816" cy="5246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480143-F2B0-1BAB-A20B-2CA82BC5AA4C}"/>
              </a:ext>
            </a:extLst>
          </p:cNvPr>
          <p:cNvSpPr txBox="1"/>
          <p:nvPr/>
        </p:nvSpPr>
        <p:spPr>
          <a:xfrm>
            <a:off x="4783220" y="2310738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&lt;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null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DBE38-BA01-300F-4318-54442D9B8627}"/>
              </a:ext>
            </a:extLst>
          </p:cNvPr>
          <p:cNvSpPr txBox="1"/>
          <p:nvPr/>
        </p:nvSpPr>
        <p:spPr>
          <a:xfrm>
            <a:off x="8191589" y="2268515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Processing….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CFC018-CB76-ABB1-3068-0FD8ECDF3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58" y="2761701"/>
            <a:ext cx="10006696" cy="385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5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B4034CB-D333-4818-AFF9-71626D2B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12192000" cy="648928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Requirement 5228 : Objects should take less than 15 seconds to load on the page (3/4)</a:t>
            </a:r>
            <a:endParaRPr lang="en-IN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E40C1F6-7B2A-9363-4C70-9E93EB15AB7E}"/>
              </a:ext>
            </a:extLst>
          </p:cNvPr>
          <p:cNvSpPr txBox="1">
            <a:spLocks/>
          </p:cNvSpPr>
          <p:nvPr/>
        </p:nvSpPr>
        <p:spPr>
          <a:xfrm>
            <a:off x="0" y="796412"/>
            <a:ext cx="4198374" cy="37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1:</a:t>
            </a:r>
            <a:endParaRPr lang="en-IN" sz="24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03CA30-4563-3624-928F-BD88DC1AB44E}"/>
              </a:ext>
            </a:extLst>
          </p:cNvPr>
          <p:cNvGrpSpPr/>
          <p:nvPr/>
        </p:nvGrpSpPr>
        <p:grpSpPr>
          <a:xfrm>
            <a:off x="206475" y="2936242"/>
            <a:ext cx="11300758" cy="985516"/>
            <a:chOff x="82533" y="3126994"/>
            <a:chExt cx="11300758" cy="985516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15F13CB-7EB2-0B5B-FDF2-0EB8EE79E980}"/>
                </a:ext>
              </a:extLst>
            </p:cNvPr>
            <p:cNvSpPr/>
            <p:nvPr/>
          </p:nvSpPr>
          <p:spPr>
            <a:xfrm>
              <a:off x="82533" y="3423291"/>
              <a:ext cx="1459542" cy="6892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UI</a:t>
              </a:r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BBBCA34-7F32-24DF-D606-B310CF418956}"/>
                </a:ext>
              </a:extLst>
            </p:cNvPr>
            <p:cNvGrpSpPr/>
            <p:nvPr/>
          </p:nvGrpSpPr>
          <p:grpSpPr>
            <a:xfrm>
              <a:off x="1643799" y="3126994"/>
              <a:ext cx="9739492" cy="983247"/>
              <a:chOff x="1643799" y="3126994"/>
              <a:chExt cx="9739492" cy="983247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CE2EE2B-3414-5E56-CEDC-D5E549DE6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5948" y="3622168"/>
                <a:ext cx="179710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CB4D67-1E19-363D-2C22-29AACA566B75}"/>
                  </a:ext>
                </a:extLst>
              </p:cNvPr>
              <p:cNvSpPr txBox="1"/>
              <p:nvPr/>
            </p:nvSpPr>
            <p:spPr>
              <a:xfrm>
                <a:off x="1643799" y="3185778"/>
                <a:ext cx="20647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50000"/>
                      </a:schemeClr>
                    </a:solidFill>
                  </a:rPr>
                  <a:t>Send Request with ID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C2A28DA-3741-FBA6-8FBF-9887E561F1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0341" y="3563707"/>
                <a:ext cx="1457130" cy="1043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299556-3C90-06C7-BA59-FB0D4E41F419}"/>
                  </a:ext>
                </a:extLst>
              </p:cNvPr>
              <p:cNvSpPr txBox="1"/>
              <p:nvPr/>
            </p:nvSpPr>
            <p:spPr>
              <a:xfrm>
                <a:off x="5069364" y="3126994"/>
                <a:ext cx="2208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Data Collection</a:t>
                </a:r>
              </a:p>
            </p:txBody>
          </p:sp>
          <p:sp>
            <p:nvSpPr>
              <p:cNvPr id="48" name="Can 40">
                <a:extLst>
                  <a:ext uri="{FF2B5EF4-FFF2-40B4-BE49-F238E27FC236}">
                    <a16:creationId xmlns:a16="http://schemas.microsoft.com/office/drawing/2014/main" id="{35B04130-2831-F09A-4E99-CD0729FDBC24}"/>
                  </a:ext>
                </a:extLst>
              </p:cNvPr>
              <p:cNvSpPr/>
              <p:nvPr/>
            </p:nvSpPr>
            <p:spPr>
              <a:xfrm>
                <a:off x="10049300" y="3256245"/>
                <a:ext cx="1333991" cy="832186"/>
              </a:xfrm>
              <a:prstGeom prst="can">
                <a:avLst>
                  <a:gd name="adj" fmla="val 28212"/>
                </a:avLst>
              </a:prstGeom>
              <a:solidFill>
                <a:schemeClr val="accent1">
                  <a:lumMod val="75000"/>
                </a:schemeClr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Spec Reader DB</a:t>
                </a:r>
              </a:p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0C819A1-33EB-67A5-0FE7-394C5849B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5849" y="3563707"/>
                <a:ext cx="154132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964CAF6-F417-1441-B5C3-3F401872FD31}"/>
                  </a:ext>
                </a:extLst>
              </p:cNvPr>
              <p:cNvSpPr/>
              <p:nvPr/>
            </p:nvSpPr>
            <p:spPr>
              <a:xfrm>
                <a:off x="3566926" y="3399212"/>
                <a:ext cx="1459542" cy="6892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MS</a:t>
                </a:r>
                <a:endParaRPr lang="en-US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036FF1-3C2D-A3BA-7821-6CFE566A7538}"/>
                  </a:ext>
                </a:extLst>
              </p:cNvPr>
              <p:cNvSpPr/>
              <p:nvPr/>
            </p:nvSpPr>
            <p:spPr>
              <a:xfrm>
                <a:off x="6711344" y="3421022"/>
                <a:ext cx="1459542" cy="6892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MQL</a:t>
                </a:r>
              </a:p>
              <a:p>
                <a:pPr algn="ctr"/>
                <a:r>
                  <a:rPr lang="en-US" sz="1400" dirty="0"/>
                  <a:t>(Enovia)</a:t>
                </a:r>
                <a:endParaRPr lang="en-US" dirty="0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56A50001-9959-6DBA-4CB7-33D7CBA4C2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05409" y="3942018"/>
                <a:ext cx="151701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E9CA95A4-79E7-4E65-2FC2-A826071228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0341" y="3906888"/>
                <a:ext cx="151701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B7BA04CF-3EC1-4617-7631-92797933DE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70696" y="3956766"/>
                <a:ext cx="1647691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45A3B60-B7E8-88CD-9416-E203C9B7CB7D}"/>
              </a:ext>
            </a:extLst>
          </p:cNvPr>
          <p:cNvSpPr txBox="1"/>
          <p:nvPr/>
        </p:nvSpPr>
        <p:spPr>
          <a:xfrm>
            <a:off x="4492499" y="2718947"/>
            <a:ext cx="4074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/fpp/Categories/{searchId/}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4BA5C3-DCE9-4A44-60C3-3A2238BA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467" y="4107461"/>
            <a:ext cx="1257770" cy="18275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32D3FC-ABB3-CA29-6BE7-40FFC6361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267" y="3875418"/>
            <a:ext cx="1313975" cy="172926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D01AA0-EBC5-482E-651A-328AD1473862}"/>
              </a:ext>
            </a:extLst>
          </p:cNvPr>
          <p:cNvCxnSpPr/>
          <p:nvPr/>
        </p:nvCxnSpPr>
        <p:spPr>
          <a:xfrm>
            <a:off x="3661372" y="2263521"/>
            <a:ext cx="80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7B3365-530E-F01A-C43E-7A87F5B66C2D}"/>
              </a:ext>
            </a:extLst>
          </p:cNvPr>
          <p:cNvCxnSpPr/>
          <p:nvPr/>
        </p:nvCxnSpPr>
        <p:spPr>
          <a:xfrm>
            <a:off x="2978473" y="1349819"/>
            <a:ext cx="80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5AEEC3-5A00-2C9A-832D-508D8B4DE486}"/>
              </a:ext>
            </a:extLst>
          </p:cNvPr>
          <p:cNvGrpSpPr/>
          <p:nvPr/>
        </p:nvGrpSpPr>
        <p:grpSpPr>
          <a:xfrm>
            <a:off x="1720703" y="1100504"/>
            <a:ext cx="2770474" cy="1924320"/>
            <a:chOff x="1720703" y="1100504"/>
            <a:chExt cx="2770474" cy="192432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6C33A2-2B3D-A70B-0824-148A22D8D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0703" y="1131009"/>
              <a:ext cx="1257770" cy="182758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A826E17-9C96-F94A-8C68-39F13AABA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8063" y="1472721"/>
              <a:ext cx="1179357" cy="155210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81A140-FDB8-FC33-9B3F-E229B11B3446}"/>
                </a:ext>
              </a:extLst>
            </p:cNvPr>
            <p:cNvSpPr txBox="1"/>
            <p:nvPr/>
          </p:nvSpPr>
          <p:spPr>
            <a:xfrm>
              <a:off x="3582274" y="2007666"/>
              <a:ext cx="9089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Request 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C5EA2D-49EB-7299-E8B4-3787F3BCD54B}"/>
                </a:ext>
              </a:extLst>
            </p:cNvPr>
            <p:cNvSpPr txBox="1"/>
            <p:nvPr/>
          </p:nvSpPr>
          <p:spPr>
            <a:xfrm>
              <a:off x="2910155" y="1100504"/>
              <a:ext cx="9089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Request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89D32A-B0F3-5F2E-5448-4C5CFDC3E7AF}"/>
              </a:ext>
            </a:extLst>
          </p:cNvPr>
          <p:cNvGrpSpPr/>
          <p:nvPr/>
        </p:nvGrpSpPr>
        <p:grpSpPr>
          <a:xfrm>
            <a:off x="5465362" y="834297"/>
            <a:ext cx="2770474" cy="1924320"/>
            <a:chOff x="1720703" y="1100504"/>
            <a:chExt cx="2770474" cy="192432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9A17D36-113A-F194-1EF0-4A7B5B59A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0703" y="1131009"/>
              <a:ext cx="1257770" cy="1827589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0D94BD6-7454-4B10-D10A-827E64EB3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8063" y="1472721"/>
              <a:ext cx="1179357" cy="155210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9E95C60-EAE4-8DCB-0B35-AC1205931186}"/>
                </a:ext>
              </a:extLst>
            </p:cNvPr>
            <p:cNvSpPr txBox="1"/>
            <p:nvPr/>
          </p:nvSpPr>
          <p:spPr>
            <a:xfrm>
              <a:off x="3582274" y="2066658"/>
              <a:ext cx="9089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Request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BB3B58E-BD70-AD94-B80C-3FAF0F59246E}"/>
                </a:ext>
              </a:extLst>
            </p:cNvPr>
            <p:cNvSpPr txBox="1"/>
            <p:nvPr/>
          </p:nvSpPr>
          <p:spPr>
            <a:xfrm>
              <a:off x="2910155" y="1100504"/>
              <a:ext cx="9089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Request 2</a:t>
              </a: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3625139-E8AF-6B69-6732-D3F850214BAD}"/>
              </a:ext>
            </a:extLst>
          </p:cNvPr>
          <p:cNvCxnSpPr/>
          <p:nvPr/>
        </p:nvCxnSpPr>
        <p:spPr>
          <a:xfrm>
            <a:off x="7401446" y="2044803"/>
            <a:ext cx="8343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6B6A73-D85E-7606-12BB-188DD6161D8B}"/>
              </a:ext>
            </a:extLst>
          </p:cNvPr>
          <p:cNvCxnSpPr/>
          <p:nvPr/>
        </p:nvCxnSpPr>
        <p:spPr>
          <a:xfrm>
            <a:off x="6721413" y="1085756"/>
            <a:ext cx="8343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CBEBB8-212A-E488-6399-5FD327C7B7D8}"/>
              </a:ext>
            </a:extLst>
          </p:cNvPr>
          <p:cNvCxnSpPr>
            <a:cxnSpLocks/>
          </p:cNvCxnSpPr>
          <p:nvPr/>
        </p:nvCxnSpPr>
        <p:spPr>
          <a:xfrm flipH="1">
            <a:off x="7934633" y="4299186"/>
            <a:ext cx="9098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20F836-6C32-B45D-47EC-6EFD71BA0D22}"/>
              </a:ext>
            </a:extLst>
          </p:cNvPr>
          <p:cNvSpPr txBox="1"/>
          <p:nvPr/>
        </p:nvSpPr>
        <p:spPr>
          <a:xfrm>
            <a:off x="7950364" y="4039560"/>
            <a:ext cx="1015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Response 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F8CD2E9-0BD9-0018-4BFB-AACFB8E6DEF3}"/>
              </a:ext>
            </a:extLst>
          </p:cNvPr>
          <p:cNvCxnSpPr>
            <a:cxnSpLocks/>
          </p:cNvCxnSpPr>
          <p:nvPr/>
        </p:nvCxnSpPr>
        <p:spPr>
          <a:xfrm flipH="1">
            <a:off x="8457907" y="5778941"/>
            <a:ext cx="11273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78E2D89-8AC8-4F27-7EB1-C35D816AC107}"/>
              </a:ext>
            </a:extLst>
          </p:cNvPr>
          <p:cNvSpPr txBox="1"/>
          <p:nvPr/>
        </p:nvSpPr>
        <p:spPr>
          <a:xfrm>
            <a:off x="8567381" y="5739505"/>
            <a:ext cx="1015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Response 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5EA708-5158-503B-78F9-3B99450B264F}"/>
              </a:ext>
            </a:extLst>
          </p:cNvPr>
          <p:cNvSpPr txBox="1"/>
          <p:nvPr/>
        </p:nvSpPr>
        <p:spPr>
          <a:xfrm>
            <a:off x="4801823" y="3864432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&lt;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JSON 1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8048FB-6F04-B7B9-4D2A-FFA3C2CEC683}"/>
              </a:ext>
            </a:extLst>
          </p:cNvPr>
          <p:cNvSpPr txBox="1"/>
          <p:nvPr/>
        </p:nvSpPr>
        <p:spPr>
          <a:xfrm>
            <a:off x="5099458" y="4154198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&lt;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JSON 2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5BCF0F8-F284-C774-D004-8BEC63286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93" y="4019893"/>
            <a:ext cx="2622703" cy="140325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46F7A79-0C36-B617-BCA2-2D47ADE5E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310" y="3917841"/>
            <a:ext cx="2401694" cy="2228027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06870EE-0FDA-5720-AA1E-D313159A397A}"/>
              </a:ext>
            </a:extLst>
          </p:cNvPr>
          <p:cNvSpPr txBox="1"/>
          <p:nvPr/>
        </p:nvSpPr>
        <p:spPr>
          <a:xfrm>
            <a:off x="-173476" y="5472387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Initial Load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90645A-6CAE-31D7-C267-51E4CE30AD0A}"/>
              </a:ext>
            </a:extLst>
          </p:cNvPr>
          <p:cNvSpPr txBox="1"/>
          <p:nvPr/>
        </p:nvSpPr>
        <p:spPr>
          <a:xfrm>
            <a:off x="2037768" y="6168672"/>
            <a:ext cx="22726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Complete Load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F79D59-3039-1429-2FA8-988888774C85}"/>
              </a:ext>
            </a:extLst>
          </p:cNvPr>
          <p:cNvSpPr txBox="1"/>
          <p:nvPr/>
        </p:nvSpPr>
        <p:spPr>
          <a:xfrm>
            <a:off x="8506954" y="3353140"/>
            <a:ext cx="1479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&lt; 15 to 25 sec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6F18F9-8155-056A-93A5-DA4F6C808F2A}"/>
              </a:ext>
            </a:extLst>
          </p:cNvPr>
          <p:cNvSpPr txBox="1"/>
          <p:nvPr/>
        </p:nvSpPr>
        <p:spPr>
          <a:xfrm>
            <a:off x="5329042" y="3386448"/>
            <a:ext cx="14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2 Mins wait MAX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C7ADA2-BAE1-41A1-B151-E948230D7ACB}"/>
              </a:ext>
            </a:extLst>
          </p:cNvPr>
          <p:cNvSpPr txBox="1"/>
          <p:nvPr/>
        </p:nvSpPr>
        <p:spPr>
          <a:xfrm>
            <a:off x="1914556" y="3391510"/>
            <a:ext cx="11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 Minutes </a:t>
            </a:r>
          </a:p>
        </p:txBody>
      </p:sp>
    </p:spTree>
    <p:extLst>
      <p:ext uri="{BB962C8B-B14F-4D97-AF65-F5344CB8AC3E}">
        <p14:creationId xmlns:p14="http://schemas.microsoft.com/office/powerpoint/2010/main" val="259996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B4034CB-D333-4818-AFF9-71626D2B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12192000" cy="648928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Requirement 5228 : Objects should take less than 15 seconds to load on the page (4/4)</a:t>
            </a:r>
            <a:endParaRPr lang="en-IN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E40C1F6-7B2A-9363-4C70-9E93EB15AB7E}"/>
              </a:ext>
            </a:extLst>
          </p:cNvPr>
          <p:cNvSpPr txBox="1">
            <a:spLocks/>
          </p:cNvSpPr>
          <p:nvPr/>
        </p:nvSpPr>
        <p:spPr>
          <a:xfrm>
            <a:off x="368709" y="1032386"/>
            <a:ext cx="4198374" cy="37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sz="24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DB07BC-ABED-2499-4A01-2E01F8ED13AD}"/>
              </a:ext>
            </a:extLst>
          </p:cNvPr>
          <p:cNvSpPr txBox="1">
            <a:spLocks/>
          </p:cNvSpPr>
          <p:nvPr/>
        </p:nvSpPr>
        <p:spPr>
          <a:xfrm>
            <a:off x="845574" y="1457631"/>
            <a:ext cx="10500851" cy="3785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“Filter View”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34E05-CE1F-E4AA-10D7-A1324F929A8F}"/>
              </a:ext>
            </a:extLst>
          </p:cNvPr>
          <p:cNvSpPr txBox="1"/>
          <p:nvPr/>
        </p:nvSpPr>
        <p:spPr>
          <a:xfrm>
            <a:off x="368709" y="2072148"/>
            <a:ext cx="601734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50000"/>
                  </a:schemeClr>
                </a:solidFill>
              </a:rPr>
              <a:t>Notes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04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74">
            <a:extLst>
              <a:ext uri="{FF2B5EF4-FFF2-40B4-BE49-F238E27FC236}">
                <a16:creationId xmlns:a16="http://schemas.microsoft.com/office/drawing/2014/main" id="{6B311332-C76B-4746-AFA3-7709FDD0E4D3}"/>
              </a:ext>
            </a:extLst>
          </p:cNvPr>
          <p:cNvSpPr txBox="1">
            <a:spLocks/>
          </p:cNvSpPr>
          <p:nvPr/>
        </p:nvSpPr>
        <p:spPr>
          <a:xfrm>
            <a:off x="753292" y="1336492"/>
            <a:ext cx="4267200" cy="1106905"/>
          </a:xfrm>
        </p:spPr>
        <p:txBody>
          <a:bodyPr anchor="t">
            <a:normAutofit/>
          </a:bodyPr>
          <a:lstStyle>
            <a:lvl1pPr marL="0" marR="0" indent="0" algn="ctr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250" dirty="0">
                <a:ea typeface="+mn-ea"/>
              </a:rPr>
              <a:t>Thank You</a:t>
            </a:r>
            <a:endParaRPr lang="en-US" sz="2800" kern="0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334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10752</TotalTime>
  <Words>247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PowerPoint Presentation</vt:lpstr>
      <vt:lpstr> Requirement 5228 : Objects should take less than 15 seconds to load on the page (1/4)</vt:lpstr>
      <vt:lpstr> Requirement 5228 : Objects should take less than 15 seconds to load on the page (2/4)</vt:lpstr>
      <vt:lpstr> Requirement 5228 : Objects should take less than 15 seconds to load on the page (3/4)</vt:lpstr>
      <vt:lpstr> Requirement 5228 : Objects should take less than 15 seconds to load on the page (4/4)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Sharmila Banerjee</dc:creator>
  <cp:lastModifiedBy>unnam.nr@pg.com</cp:lastModifiedBy>
  <cp:revision>1338</cp:revision>
  <dcterms:created xsi:type="dcterms:W3CDTF">2022-05-06T07:08:38Z</dcterms:created>
  <dcterms:modified xsi:type="dcterms:W3CDTF">2024-07-12T05:14:34Z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819fa7-4367-4500-ba88-dd630d977609_Enabled">
    <vt:lpwstr>true</vt:lpwstr>
  </property>
  <property fmtid="{D5CDD505-2E9C-101B-9397-08002B2CF9AE}" pid="3" name="MSIP_Label_a0819fa7-4367-4500-ba88-dd630d977609_SetDate">
    <vt:lpwstr>2022-05-06T07:08:38Z</vt:lpwstr>
  </property>
  <property fmtid="{D5CDD505-2E9C-101B-9397-08002B2CF9AE}" pid="4" name="MSIP_Label_a0819fa7-4367-4500-ba88-dd630d977609_Method">
    <vt:lpwstr>Standard</vt:lpwstr>
  </property>
  <property fmtid="{D5CDD505-2E9C-101B-9397-08002B2CF9AE}" pid="5" name="MSIP_Label_a0819fa7-4367-4500-ba88-dd630d977609_Name">
    <vt:lpwstr>a0819fa7-4367-4500-ba88-dd630d977609</vt:lpwstr>
  </property>
  <property fmtid="{D5CDD505-2E9C-101B-9397-08002B2CF9AE}" pid="6" name="MSIP_Label_a0819fa7-4367-4500-ba88-dd630d977609_SiteId">
    <vt:lpwstr>63ce7d59-2f3e-42cd-a8cc-be764cff5eb6</vt:lpwstr>
  </property>
  <property fmtid="{D5CDD505-2E9C-101B-9397-08002B2CF9AE}" pid="7" name="MSIP_Label_a0819fa7-4367-4500-ba88-dd630d977609_ActionId">
    <vt:lpwstr>903f42d2-e07d-4393-868f-9de30ab9dbaa</vt:lpwstr>
  </property>
  <property fmtid="{D5CDD505-2E9C-101B-9397-08002B2CF9AE}" pid="8" name="MSIP_Label_a0819fa7-4367-4500-ba88-dd630d977609_ContentBits">
    <vt:lpwstr>0</vt:lpwstr>
  </property>
</Properties>
</file>