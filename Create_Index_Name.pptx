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7" r:id="rId5"/>
  </p:sldMasterIdLst>
  <p:notesMasterIdLst>
    <p:notesMasterId r:id="rId10"/>
  </p:notesMasterIdLst>
  <p:sldIdLst>
    <p:sldId id="279" r:id="rId6"/>
    <p:sldId id="560" r:id="rId7"/>
    <p:sldId id="955" r:id="rId8"/>
    <p:sldId id="95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854FFA5-A5A6-44F8-AE8A-A926A4CBACC6}">
          <p14:sldIdLst>
            <p14:sldId id="279"/>
            <p14:sldId id="560"/>
            <p14:sldId id="955"/>
          </p14:sldIdLst>
        </p14:section>
        <p14:section name="Untitled Section" id="{B218A423-A9CE-4974-AC0E-1EEFF6F1C574}">
          <p14:sldIdLst>
            <p14:sldId id="95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akash Parajuli" initials="AP" lastIdx="2" clrIdx="0">
    <p:extLst>
      <p:ext uri="{19B8F6BF-5375-455C-9EA6-DF929625EA0E}">
        <p15:presenceInfo xmlns:p15="http://schemas.microsoft.com/office/powerpoint/2012/main" userId="S::aakash.parajuli@ad.infosys.com::f6d2e32b-b522-441d-b22b-d3f2fccb0973" providerId="AD"/>
      </p:ext>
    </p:extLst>
  </p:cmAuthor>
  <p:cmAuthor id="2" name="Parvin Najir Patel" initials="PNP" lastIdx="1" clrIdx="1">
    <p:extLst>
      <p:ext uri="{19B8F6BF-5375-455C-9EA6-DF929625EA0E}">
        <p15:presenceInfo xmlns:p15="http://schemas.microsoft.com/office/powerpoint/2012/main" userId="S::Parvin_Patel@ad.infosys.com::bb42759c-1449-424a-aea0-c5cc12e3e0d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99DD"/>
    <a:srgbClr val="66FF99"/>
    <a:srgbClr val="CC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C5B47D-AD8A-4235-8F70-6B41083FFB48}" v="7" dt="2022-12-16T07:24:55.4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35" autoAdjust="0"/>
    <p:restoredTop sz="94660"/>
  </p:normalViewPr>
  <p:slideViewPr>
    <p:cSldViewPr snapToGrid="0">
      <p:cViewPr varScale="1">
        <p:scale>
          <a:sx n="63" d="100"/>
          <a:sy n="63" d="100"/>
        </p:scale>
        <p:origin x="1092"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akash" userId="f6d2e32b-b522-441d-b22b-d3f2fccb0973" providerId="ADAL" clId="{C662DF8A-137D-48A8-85A1-330E50C1B8CE}"/>
    <pc:docChg chg="modSld">
      <pc:chgData name="Aakash" userId="f6d2e32b-b522-441d-b22b-d3f2fccb0973" providerId="ADAL" clId="{C662DF8A-137D-48A8-85A1-330E50C1B8CE}" dt="2022-12-16T14:23:01.400" v="6" actId="1035"/>
      <pc:docMkLst>
        <pc:docMk/>
      </pc:docMkLst>
      <pc:sldChg chg="modSp mod">
        <pc:chgData name="Aakash" userId="f6d2e32b-b522-441d-b22b-d3f2fccb0973" providerId="ADAL" clId="{C662DF8A-137D-48A8-85A1-330E50C1B8CE}" dt="2022-12-16T14:23:01.400" v="6" actId="1035"/>
        <pc:sldMkLst>
          <pc:docMk/>
          <pc:sldMk cId="2653373449" sldId="818"/>
        </pc:sldMkLst>
        <pc:spChg chg="mod">
          <ac:chgData name="Aakash" userId="f6d2e32b-b522-441d-b22b-d3f2fccb0973" providerId="ADAL" clId="{C662DF8A-137D-48A8-85A1-330E50C1B8CE}" dt="2022-12-16T14:23:01.400" v="6" actId="1035"/>
          <ac:spMkLst>
            <pc:docMk/>
            <pc:sldMk cId="2653373449" sldId="818"/>
            <ac:spMk id="4" creationId="{6F576418-E001-424A-B77C-1157C5C3FA4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65453D-01F2-4380-93C4-ECD55196BA1F}" type="datetimeFigureOut">
              <a:rPr lang="en-US" smtClean="0"/>
              <a:t>4/9/2023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D82881-FC80-4954-8EE5-00D3D578AC90}" type="slidenum">
              <a:rPr lang="en-US" smtClean="0"/>
              <a:t>‹#›</a:t>
            </a:fld>
            <a:endParaRPr lang="en-US"/>
          </a:p>
        </p:txBody>
      </p:sp>
    </p:spTree>
    <p:extLst>
      <p:ext uri="{BB962C8B-B14F-4D97-AF65-F5344CB8AC3E}">
        <p14:creationId xmlns:p14="http://schemas.microsoft.com/office/powerpoint/2010/main" val="12154612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D82881-FC80-4954-8EE5-00D3D578AC90}" type="slidenum">
              <a:rPr lang="en-US" smtClean="0"/>
              <a:t>1</a:t>
            </a:fld>
            <a:endParaRPr lang="en-US"/>
          </a:p>
        </p:txBody>
      </p:sp>
    </p:spTree>
    <p:extLst>
      <p:ext uri="{BB962C8B-B14F-4D97-AF65-F5344CB8AC3E}">
        <p14:creationId xmlns:p14="http://schemas.microsoft.com/office/powerpoint/2010/main" val="4136145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9_Custom Layout">
    <p:spTree>
      <p:nvGrpSpPr>
        <p:cNvPr id="1" name=""/>
        <p:cNvGrpSpPr/>
        <p:nvPr/>
      </p:nvGrpSpPr>
      <p:grpSpPr>
        <a:xfrm>
          <a:off x="0" y="0"/>
          <a:ext cx="0" cy="0"/>
          <a:chOff x="0" y="0"/>
          <a:chExt cx="0" cy="0"/>
        </a:xfrm>
      </p:grpSpPr>
      <p:sp>
        <p:nvSpPr>
          <p:cNvPr id="3" name="Rectangle 2"/>
          <p:cNvSpPr/>
          <p:nvPr/>
        </p:nvSpPr>
        <p:spPr>
          <a:xfrm>
            <a:off x="3077029" y="0"/>
            <a:ext cx="9114972" cy="6858000"/>
          </a:xfrm>
          <a:prstGeom prst="rect">
            <a:avLst/>
          </a:prstGeom>
          <a:solidFill>
            <a:schemeClr val="bg1">
              <a:alpha val="76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sp>
        <p:nvSpPr>
          <p:cNvPr id="7" name="Flowchart: Manual Input 6"/>
          <p:cNvSpPr/>
          <p:nvPr/>
        </p:nvSpPr>
        <p:spPr>
          <a:xfrm rot="16200000" flipV="1">
            <a:off x="-847607" y="847607"/>
            <a:ext cx="6858001" cy="5162784"/>
          </a:xfrm>
          <a:prstGeom prst="flowChartManualInput">
            <a:avLst/>
          </a:prstGeom>
          <a:solidFill>
            <a:schemeClr val="accent5"/>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sp>
        <p:nvSpPr>
          <p:cNvPr id="40" name="Shape 40"/>
          <p:cNvSpPr>
            <a:spLocks noGrp="1"/>
          </p:cNvSpPr>
          <p:nvPr>
            <p:ph type="title" hasCustomPrompt="1"/>
          </p:nvPr>
        </p:nvSpPr>
        <p:spPr>
          <a:xfrm>
            <a:off x="4887005" y="2191655"/>
            <a:ext cx="4242480" cy="2341536"/>
          </a:xfrm>
          <a:prstGeom prst="rect">
            <a:avLst/>
          </a:prstGeom>
        </p:spPr>
        <p:txBody>
          <a:bodyPr anchor="t">
            <a:noAutofit/>
          </a:bodyPr>
          <a:lstStyle>
            <a:lvl1pPr>
              <a:defRPr sz="2667" b="0">
                <a:solidFill>
                  <a:schemeClr val="tx1"/>
                </a:solidFill>
              </a:defRPr>
            </a:lvl1pPr>
          </a:lstStyle>
          <a:p>
            <a:r>
              <a:rPr lang="en-US"/>
              <a:t>Title text</a:t>
            </a:r>
          </a:p>
        </p:txBody>
      </p:sp>
      <p:sp>
        <p:nvSpPr>
          <p:cNvPr id="19" name="Shape 42"/>
          <p:cNvSpPr>
            <a:spLocks noGrp="1"/>
          </p:cNvSpPr>
          <p:nvPr>
            <p:ph type="sldNum" sz="quarter" idx="2"/>
          </p:nvPr>
        </p:nvSpPr>
        <p:spPr>
          <a:xfrm>
            <a:off x="5783810" y="6340177"/>
            <a:ext cx="624383" cy="372535"/>
          </a:xfrm>
          <a:prstGeom prst="rect">
            <a:avLst/>
          </a:prstGeom>
        </p:spPr>
        <p:txBody>
          <a:bodyPr/>
          <a:lstStyle>
            <a:lvl1pPr algn="l">
              <a:defRPr sz="1333">
                <a:solidFill>
                  <a:schemeClr val="bg1"/>
                </a:solidFill>
                <a:latin typeface="Arial" panose="020B0604020202020204" pitchFamily="34" charset="0"/>
                <a:cs typeface="Arial" panose="020B0604020202020204" pitchFamily="34" charset="0"/>
              </a:defRPr>
            </a:lvl1pPr>
          </a:lstStyle>
          <a:p>
            <a:fld id="{5AEAC5AE-0824-4CFC-8DC9-0F8631CD6CF7}" type="slidenum">
              <a:rPr lang="en-US" smtClean="0"/>
              <a:pPr/>
              <a:t>‹#›</a:t>
            </a:fld>
            <a:endParaRPr lang="en-US"/>
          </a:p>
        </p:txBody>
      </p:sp>
      <p:sp>
        <p:nvSpPr>
          <p:cNvPr id="6" name="Rectangle 5"/>
          <p:cNvSpPr/>
          <p:nvPr/>
        </p:nvSpPr>
        <p:spPr>
          <a:xfrm>
            <a:off x="275772" y="2670622"/>
            <a:ext cx="159656" cy="1364343"/>
          </a:xfrm>
          <a:prstGeom prst="rect">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sp>
        <p:nvSpPr>
          <p:cNvPr id="39" name="Rectangle 38"/>
          <p:cNvSpPr/>
          <p:nvPr/>
        </p:nvSpPr>
        <p:spPr>
          <a:xfrm>
            <a:off x="914400" y="2670622"/>
            <a:ext cx="159656" cy="1364343"/>
          </a:xfrm>
          <a:prstGeom prst="rect">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sp>
        <p:nvSpPr>
          <p:cNvPr id="44" name="Rectangle 43"/>
          <p:cNvSpPr/>
          <p:nvPr/>
        </p:nvSpPr>
        <p:spPr>
          <a:xfrm>
            <a:off x="1625600" y="2670622"/>
            <a:ext cx="159656" cy="1364343"/>
          </a:xfrm>
          <a:prstGeom prst="rect">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sp>
        <p:nvSpPr>
          <p:cNvPr id="45" name="Rectangle 44"/>
          <p:cNvSpPr/>
          <p:nvPr/>
        </p:nvSpPr>
        <p:spPr>
          <a:xfrm>
            <a:off x="2365828" y="2670622"/>
            <a:ext cx="159656" cy="1364343"/>
          </a:xfrm>
          <a:prstGeom prst="rect">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sp>
        <p:nvSpPr>
          <p:cNvPr id="46" name="Rectangle 45"/>
          <p:cNvSpPr/>
          <p:nvPr/>
        </p:nvSpPr>
        <p:spPr>
          <a:xfrm>
            <a:off x="9615715" y="2670622"/>
            <a:ext cx="159656" cy="1364343"/>
          </a:xfrm>
          <a:prstGeom prst="rect">
            <a:avLst/>
          </a:prstGeom>
          <a:solidFill>
            <a:schemeClr val="accent5"/>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sp>
        <p:nvSpPr>
          <p:cNvPr id="47" name="Rectangle 46"/>
          <p:cNvSpPr/>
          <p:nvPr/>
        </p:nvSpPr>
        <p:spPr>
          <a:xfrm>
            <a:off x="10312400" y="2670622"/>
            <a:ext cx="159656" cy="1364343"/>
          </a:xfrm>
          <a:prstGeom prst="rect">
            <a:avLst/>
          </a:prstGeom>
          <a:solidFill>
            <a:schemeClr val="accent5"/>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sp>
        <p:nvSpPr>
          <p:cNvPr id="48" name="Rectangle 47"/>
          <p:cNvSpPr/>
          <p:nvPr/>
        </p:nvSpPr>
        <p:spPr>
          <a:xfrm>
            <a:off x="10994572" y="2670622"/>
            <a:ext cx="159656" cy="1364343"/>
          </a:xfrm>
          <a:prstGeom prst="rect">
            <a:avLst/>
          </a:prstGeom>
          <a:solidFill>
            <a:schemeClr val="accent5"/>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sp>
        <p:nvSpPr>
          <p:cNvPr id="49" name="Rectangle 48"/>
          <p:cNvSpPr/>
          <p:nvPr/>
        </p:nvSpPr>
        <p:spPr>
          <a:xfrm>
            <a:off x="11749317" y="2670622"/>
            <a:ext cx="159656" cy="1364343"/>
          </a:xfrm>
          <a:prstGeom prst="rect">
            <a:avLst/>
          </a:prstGeom>
          <a:solidFill>
            <a:schemeClr val="accent5"/>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pic>
        <p:nvPicPr>
          <p:cNvPr id="53" name="Picture 5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59405" y="6073088"/>
            <a:ext cx="1049568" cy="534176"/>
          </a:xfrm>
          <a:prstGeom prst="rect">
            <a:avLst/>
          </a:prstGeom>
        </p:spPr>
      </p:pic>
      <p:sp>
        <p:nvSpPr>
          <p:cNvPr id="54" name="Rectangle 53"/>
          <p:cNvSpPr/>
          <p:nvPr/>
        </p:nvSpPr>
        <p:spPr>
          <a:xfrm>
            <a:off x="3078645" y="2670622"/>
            <a:ext cx="159656" cy="1364343"/>
          </a:xfrm>
          <a:prstGeom prst="rect">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sp>
        <p:nvSpPr>
          <p:cNvPr id="55" name="Rectangle 54"/>
          <p:cNvSpPr/>
          <p:nvPr/>
        </p:nvSpPr>
        <p:spPr>
          <a:xfrm>
            <a:off x="3833389" y="2670622"/>
            <a:ext cx="159656" cy="1364343"/>
          </a:xfrm>
          <a:prstGeom prst="rect">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pic>
        <p:nvPicPr>
          <p:cNvPr id="18" name="Picture 17"/>
          <p:cNvPicPr>
            <a:picLocks noChangeAspect="1"/>
          </p:cNvPicPr>
          <p:nvPr/>
        </p:nvPicPr>
        <p:blipFill>
          <a:blip r:embed="rId3"/>
          <a:stretch>
            <a:fillRect/>
          </a:stretch>
        </p:blipFill>
        <p:spPr>
          <a:xfrm>
            <a:off x="10921523" y="6073040"/>
            <a:ext cx="1212887" cy="620353"/>
          </a:xfrm>
          <a:prstGeom prst="rect">
            <a:avLst/>
          </a:prstGeom>
        </p:spPr>
      </p:pic>
      <p:pic>
        <p:nvPicPr>
          <p:cNvPr id="20" name="Picture 2" descr="Image result for p&amp;g logo transparen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2660" y="6191853"/>
            <a:ext cx="784939" cy="342625"/>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20"/>
          <p:cNvSpPr/>
          <p:nvPr/>
        </p:nvSpPr>
        <p:spPr>
          <a:xfrm flipH="1">
            <a:off x="522513" y="6784343"/>
            <a:ext cx="11681361" cy="130367"/>
          </a:xfrm>
          <a:prstGeom prst="rect">
            <a:avLst/>
          </a:prstGeom>
          <a:solidFill>
            <a:srgbClr val="474747"/>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sp>
        <p:nvSpPr>
          <p:cNvPr id="22" name="Rectangle 21"/>
          <p:cNvSpPr/>
          <p:nvPr/>
        </p:nvSpPr>
        <p:spPr>
          <a:xfrm>
            <a:off x="1" y="6784342"/>
            <a:ext cx="3788228" cy="130367"/>
          </a:xfrm>
          <a:prstGeom prst="rect">
            <a:avLst/>
          </a:prstGeom>
          <a:solidFill>
            <a:schemeClr val="accent5"/>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spTree>
    <p:extLst>
      <p:ext uri="{BB962C8B-B14F-4D97-AF65-F5344CB8AC3E}">
        <p14:creationId xmlns:p14="http://schemas.microsoft.com/office/powerpoint/2010/main" val="372702062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25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261347" y="200352"/>
            <a:ext cx="11630733" cy="603981"/>
          </a:xfrm>
          <a:prstGeom prst="rect">
            <a:avLst/>
          </a:prstGeom>
        </p:spPr>
        <p:txBody>
          <a:bodyPr anchor="t">
            <a:noAutofit/>
          </a:bodyPr>
          <a:lstStyle>
            <a:lvl1pPr>
              <a:defRPr sz="3200" b="1">
                <a:solidFill>
                  <a:schemeClr val="accent5"/>
                </a:solidFill>
                <a:latin typeface="+mn-lt"/>
              </a:defRPr>
            </a:lvl1pPr>
          </a:lstStyle>
          <a:p>
            <a:r>
              <a:rPr lang="en-US"/>
              <a:t>Title text</a:t>
            </a:r>
          </a:p>
        </p:txBody>
      </p:sp>
      <p:sp>
        <p:nvSpPr>
          <p:cNvPr id="19" name="object 20"/>
          <p:cNvSpPr/>
          <p:nvPr/>
        </p:nvSpPr>
        <p:spPr>
          <a:xfrm>
            <a:off x="12064943" y="2832016"/>
            <a:ext cx="138935" cy="1153909"/>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474747"/>
          </a:solidFill>
        </p:spPr>
        <p:txBody>
          <a:bodyPr wrap="square" lIns="0" tIns="0" rIns="0" bIns="0" rtlCol="0"/>
          <a:lstStyle/>
          <a:p>
            <a:endParaRPr sz="2400"/>
          </a:p>
        </p:txBody>
      </p:sp>
      <p:sp>
        <p:nvSpPr>
          <p:cNvPr id="20" name="object 9"/>
          <p:cNvSpPr/>
          <p:nvPr/>
        </p:nvSpPr>
        <p:spPr>
          <a:xfrm>
            <a:off x="-11893" y="2832016"/>
            <a:ext cx="138935" cy="1153909"/>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474747"/>
          </a:solidFill>
        </p:spPr>
        <p:txBody>
          <a:bodyPr wrap="square" lIns="0" tIns="0" rIns="0" bIns="0" rtlCol="0"/>
          <a:lstStyle/>
          <a:p>
            <a:endParaRPr sz="2400"/>
          </a:p>
        </p:txBody>
      </p:sp>
      <p:sp>
        <p:nvSpPr>
          <p:cNvPr id="8" name="Shape 42"/>
          <p:cNvSpPr>
            <a:spLocks noGrp="1"/>
          </p:cNvSpPr>
          <p:nvPr>
            <p:ph type="sldNum" sz="quarter" idx="2"/>
          </p:nvPr>
        </p:nvSpPr>
        <p:spPr>
          <a:xfrm>
            <a:off x="5783810" y="6340177"/>
            <a:ext cx="624383" cy="372535"/>
          </a:xfrm>
          <a:prstGeom prst="rect">
            <a:avLst/>
          </a:prstGeom>
        </p:spPr>
        <p:txBody>
          <a:bodyPr/>
          <a:lstStyle>
            <a:lvl1pPr algn="ctr">
              <a:defRPr sz="1333">
                <a:solidFill>
                  <a:schemeClr val="tx1"/>
                </a:solidFill>
                <a:latin typeface="Arial" panose="020B0604020202020204" pitchFamily="34" charset="0"/>
                <a:cs typeface="Arial" panose="020B0604020202020204" pitchFamily="34" charset="0"/>
              </a:defRPr>
            </a:lvl1pPr>
          </a:lstStyle>
          <a:p>
            <a:fld id="{5AEAC5AE-0824-4CFC-8DC9-0F8631CD6CF7}" type="slidenum">
              <a:rPr lang="en-US" smtClean="0"/>
              <a:pPr/>
              <a:t>‹#›</a:t>
            </a:fld>
            <a:endParaRPr lang="en-US"/>
          </a:p>
        </p:txBody>
      </p:sp>
      <p:sp>
        <p:nvSpPr>
          <p:cNvPr id="10" name="Rectangle 9"/>
          <p:cNvSpPr/>
          <p:nvPr/>
        </p:nvSpPr>
        <p:spPr>
          <a:xfrm flipH="1">
            <a:off x="522513" y="6727634"/>
            <a:ext cx="11681361" cy="130367"/>
          </a:xfrm>
          <a:prstGeom prst="rect">
            <a:avLst/>
          </a:prstGeom>
          <a:solidFill>
            <a:srgbClr val="474747"/>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sp>
        <p:nvSpPr>
          <p:cNvPr id="11" name="Rectangle 10"/>
          <p:cNvSpPr/>
          <p:nvPr/>
        </p:nvSpPr>
        <p:spPr>
          <a:xfrm>
            <a:off x="1" y="6727633"/>
            <a:ext cx="3788228" cy="130367"/>
          </a:xfrm>
          <a:prstGeom prst="rect">
            <a:avLst/>
          </a:prstGeom>
          <a:solidFill>
            <a:schemeClr val="accent5"/>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pic>
        <p:nvPicPr>
          <p:cNvPr id="12" name="Picture 11"/>
          <p:cNvPicPr>
            <a:picLocks noChangeAspect="1"/>
          </p:cNvPicPr>
          <p:nvPr/>
        </p:nvPicPr>
        <p:blipFill>
          <a:blip r:embed="rId2"/>
          <a:stretch>
            <a:fillRect/>
          </a:stretch>
        </p:blipFill>
        <p:spPr>
          <a:xfrm>
            <a:off x="10921524" y="6114960"/>
            <a:ext cx="970557" cy="496409"/>
          </a:xfrm>
          <a:prstGeom prst="rect">
            <a:avLst/>
          </a:prstGeom>
        </p:spPr>
      </p:pic>
      <p:pic>
        <p:nvPicPr>
          <p:cNvPr id="14" name="Picture 2" descr="Image result for p&amp;g logo transparen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2660" y="6191853"/>
            <a:ext cx="784939" cy="342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0159698"/>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Content with icon">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609601" y="175845"/>
            <a:ext cx="8302767" cy="967155"/>
          </a:xfrm>
          <a:prstGeom prst="rect">
            <a:avLst/>
          </a:prstGeom>
        </p:spPr>
        <p:txBody>
          <a:bodyPr vert="horz" lIns="0" tIns="0" rIns="0" bIns="0" rtlCol="0" anchor="b">
            <a:noAutofit/>
          </a:bodyPr>
          <a:lstStyle>
            <a:lvl1pPr>
              <a:defRPr sz="2933"/>
            </a:lvl1pPr>
          </a:lstStyle>
          <a:p>
            <a:r>
              <a:rPr lang="en-US"/>
              <a:t>Click to edit Master title style</a:t>
            </a:r>
          </a:p>
        </p:txBody>
      </p:sp>
      <p:sp>
        <p:nvSpPr>
          <p:cNvPr id="2" name="Slide Number Placeholder 1"/>
          <p:cNvSpPr>
            <a:spLocks noGrp="1"/>
          </p:cNvSpPr>
          <p:nvPr>
            <p:ph type="sldNum" sz="quarter" idx="10"/>
          </p:nvPr>
        </p:nvSpPr>
        <p:spPr/>
        <p:txBody>
          <a:bodyPr/>
          <a:lstStyle/>
          <a:p>
            <a:fld id="{5AEAC5AE-0824-4CFC-8DC9-0F8631CD6CF7}" type="slidenum">
              <a:rPr lang="en-US" smtClean="0"/>
              <a:pPr/>
              <a:t>‹#›</a:t>
            </a:fld>
            <a:endParaRPr lang="en-US"/>
          </a:p>
        </p:txBody>
      </p:sp>
    </p:spTree>
    <p:extLst>
      <p:ext uri="{BB962C8B-B14F-4D97-AF65-F5344CB8AC3E}">
        <p14:creationId xmlns:p14="http://schemas.microsoft.com/office/powerpoint/2010/main" val="2563810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8_Custom Layout">
    <p:spTree>
      <p:nvGrpSpPr>
        <p:cNvPr id="1" name=""/>
        <p:cNvGrpSpPr/>
        <p:nvPr/>
      </p:nvGrpSpPr>
      <p:grpSpPr>
        <a:xfrm>
          <a:off x="0" y="0"/>
          <a:ext cx="0" cy="0"/>
          <a:chOff x="0" y="0"/>
          <a:chExt cx="0" cy="0"/>
        </a:xfrm>
      </p:grpSpPr>
      <p:sp>
        <p:nvSpPr>
          <p:cNvPr id="24" name="Shape 40"/>
          <p:cNvSpPr>
            <a:spLocks noGrp="1"/>
          </p:cNvSpPr>
          <p:nvPr>
            <p:ph type="title" hasCustomPrompt="1"/>
          </p:nvPr>
        </p:nvSpPr>
        <p:spPr>
          <a:xfrm>
            <a:off x="1405723" y="1716478"/>
            <a:ext cx="4233863" cy="908189"/>
          </a:xfrm>
          <a:prstGeom prst="rect">
            <a:avLst/>
          </a:prstGeom>
        </p:spPr>
        <p:txBody>
          <a:bodyPr anchor="ctr">
            <a:noAutofit/>
          </a:bodyPr>
          <a:lstStyle>
            <a:lvl1pPr algn="l">
              <a:defRPr sz="2667">
                <a:solidFill>
                  <a:srgbClr val="00A1E2"/>
                </a:solidFill>
              </a:defRPr>
            </a:lvl1pPr>
          </a:lstStyle>
          <a:p>
            <a:r>
              <a:rPr lang="en-US"/>
              <a:t>TITLE TEXT</a:t>
            </a:r>
          </a:p>
        </p:txBody>
      </p:sp>
      <p:sp>
        <p:nvSpPr>
          <p:cNvPr id="25" name="Text Placeholder 2"/>
          <p:cNvSpPr txBox="1">
            <a:spLocks/>
          </p:cNvSpPr>
          <p:nvPr userDrawn="1"/>
        </p:nvSpPr>
        <p:spPr>
          <a:xfrm>
            <a:off x="519600" y="6147181"/>
            <a:ext cx="8033033" cy="507664"/>
          </a:xfrm>
          <a:prstGeom prst="rect">
            <a:avLst/>
          </a:prstGeom>
        </p:spPr>
        <p:txBody>
          <a:bodyPr anchor="t">
            <a:noAutofit/>
          </a:bodyPr>
          <a:lstStyle>
            <a:lvl1pPr marL="0" indent="0" algn="just" defTabSz="914400" rtl="0" eaLnBrk="1" latinLnBrk="0" hangingPunct="1">
              <a:lnSpc>
                <a:spcPct val="95000"/>
              </a:lnSpc>
              <a:spcBef>
                <a:spcPts val="0"/>
              </a:spcBef>
              <a:spcAft>
                <a:spcPts val="0"/>
              </a:spcAft>
              <a:buClr>
                <a:schemeClr val="accent1"/>
              </a:buClr>
              <a:buFont typeface="Arial" pitchFamily="34" charset="0"/>
              <a:buNone/>
              <a:defRPr sz="500" b="1" kern="1200" spc="-20" baseline="0">
                <a:solidFill>
                  <a:schemeClr val="bg1"/>
                </a:solidFill>
                <a:latin typeface="Arial" pitchFamily="34" charset="0"/>
                <a:ea typeface="+mn-ea"/>
                <a:cs typeface="Arial" pitchFamily="34" charset="0"/>
              </a:defRPr>
            </a:lvl1pPr>
            <a:lvl2pPr marL="457200" indent="0" algn="l" defTabSz="914400" rtl="0" eaLnBrk="1" latinLnBrk="0" hangingPunct="1">
              <a:lnSpc>
                <a:spcPct val="110000"/>
              </a:lnSpc>
              <a:spcBef>
                <a:spcPts val="600"/>
              </a:spcBef>
              <a:spcAft>
                <a:spcPts val="600"/>
              </a:spcAft>
              <a:buClr>
                <a:schemeClr val="accent1"/>
              </a:buClr>
              <a:buFont typeface="Arial" pitchFamily="34" charset="0"/>
              <a:buNone/>
              <a:defRPr sz="1800" kern="1200">
                <a:solidFill>
                  <a:schemeClr val="tx1">
                    <a:tint val="75000"/>
                  </a:schemeClr>
                </a:solidFill>
                <a:latin typeface="Arial" pitchFamily="34" charset="0"/>
                <a:ea typeface="+mn-ea"/>
                <a:cs typeface="Arial" pitchFamily="34" charset="0"/>
              </a:defRPr>
            </a:lvl2pPr>
            <a:lvl3pPr marL="914400" indent="0" algn="l" defTabSz="914400" rtl="0" eaLnBrk="1" latinLnBrk="0" hangingPunct="1">
              <a:lnSpc>
                <a:spcPct val="110000"/>
              </a:lnSpc>
              <a:spcBef>
                <a:spcPts val="600"/>
              </a:spcBef>
              <a:spcAft>
                <a:spcPts val="600"/>
              </a:spcAft>
              <a:buClr>
                <a:schemeClr val="accent1"/>
              </a:buClr>
              <a:buFont typeface="Arial" pitchFamily="34" charset="0"/>
              <a:buNone/>
              <a:defRPr sz="1600" kern="1200">
                <a:solidFill>
                  <a:schemeClr val="tx1">
                    <a:tint val="75000"/>
                  </a:schemeClr>
                </a:solidFill>
                <a:latin typeface="Arial" pitchFamily="34" charset="0"/>
                <a:ea typeface="+mn-ea"/>
                <a:cs typeface="Arial" pitchFamily="34" charset="0"/>
              </a:defRPr>
            </a:lvl3pPr>
            <a:lvl4pPr marL="13716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4pPr>
            <a:lvl5pPr marL="18288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pPr>
              <a:lnSpc>
                <a:spcPct val="100000"/>
              </a:lnSpc>
            </a:pPr>
            <a:r>
              <a:rPr lang="en-US" sz="667">
                <a:solidFill>
                  <a:schemeClr val="tx2">
                    <a:lumMod val="50000"/>
                  </a:schemeClr>
                </a:solidFill>
              </a:rPr>
              <a:t>© 2019 Infosys Limited, Bengaluru, India. All Rights Reserved. Infosys believes the information in this document is accurate as of its publication date; such information is subject to change without notice. Infosys acknowledges the proprietary rights of other companies to the trademarks, product names and such other intellectual property rights mentioned in this document. Except as expressly permitted, neither this documentation nor any part of it may be reproduced, stored in a retrieval system, or transmitted in any form or by any means, electronic, mechanical, printing, photocopying, recording or otherwise, without the prior permission of Infosys Limited and/ or any named intellectual property rights holders under this document.</a:t>
            </a:r>
          </a:p>
        </p:txBody>
      </p:sp>
      <p:pic>
        <p:nvPicPr>
          <p:cNvPr id="26" name="Picture 25"/>
          <p:cNvPicPr>
            <a:picLocks noChangeAspect="1"/>
          </p:cNvPicPr>
          <p:nvPr userDrawn="1"/>
        </p:nvPicPr>
        <p:blipFill>
          <a:blip r:embed="rId2"/>
          <a:stretch>
            <a:fillRect/>
          </a:stretch>
        </p:blipFill>
        <p:spPr>
          <a:xfrm>
            <a:off x="10713113" y="6015481"/>
            <a:ext cx="1212887" cy="620353"/>
          </a:xfrm>
          <a:prstGeom prst="rect">
            <a:avLst/>
          </a:prstGeom>
        </p:spPr>
      </p:pic>
      <p:grpSp>
        <p:nvGrpSpPr>
          <p:cNvPr id="37" name="Group 36"/>
          <p:cNvGrpSpPr/>
          <p:nvPr userDrawn="1"/>
        </p:nvGrpSpPr>
        <p:grpSpPr>
          <a:xfrm>
            <a:off x="-11894" y="2832016"/>
            <a:ext cx="12215771" cy="1153909"/>
            <a:chOff x="-8920" y="2124012"/>
            <a:chExt cx="9161828" cy="865432"/>
          </a:xfrm>
          <a:solidFill>
            <a:srgbClr val="00A1E2"/>
          </a:solidFill>
        </p:grpSpPr>
        <p:sp>
          <p:nvSpPr>
            <p:cNvPr id="38"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pPr lvl="0"/>
              <a:endParaRPr sz="2400"/>
            </a:p>
          </p:txBody>
        </p:sp>
        <p:sp>
          <p:nvSpPr>
            <p:cNvPr id="39"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grpFill/>
          </p:spPr>
          <p:txBody>
            <a:bodyPr wrap="square" lIns="0" tIns="0" rIns="0" bIns="0" rtlCol="0"/>
            <a:lstStyle/>
            <a:p>
              <a:pPr lvl="0"/>
              <a:endParaRPr sz="2400"/>
            </a:p>
          </p:txBody>
        </p:sp>
        <p:sp>
          <p:nvSpPr>
            <p:cNvPr id="41"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pPr lvl="0"/>
              <a:endParaRPr sz="2400"/>
            </a:p>
          </p:txBody>
        </p:sp>
        <p:sp>
          <p:nvSpPr>
            <p:cNvPr id="42"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pPr lvl="0"/>
              <a:endParaRPr sz="2400"/>
            </a:p>
          </p:txBody>
        </p:sp>
        <p:sp>
          <p:nvSpPr>
            <p:cNvPr id="43"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pPr lvl="0"/>
              <a:endParaRPr sz="2400"/>
            </a:p>
          </p:txBody>
        </p:sp>
        <p:sp>
          <p:nvSpPr>
            <p:cNvPr id="44"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pPr lvl="0"/>
              <a:endParaRPr sz="2400"/>
            </a:p>
          </p:txBody>
        </p:sp>
        <p:sp>
          <p:nvSpPr>
            <p:cNvPr id="45"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pPr lvl="0"/>
              <a:endParaRPr sz="2400"/>
            </a:p>
          </p:txBody>
        </p:sp>
        <p:sp>
          <p:nvSpPr>
            <p:cNvPr id="46"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pPr lvl="0"/>
              <a:endParaRPr sz="2400"/>
            </a:p>
          </p:txBody>
        </p:sp>
        <p:sp>
          <p:nvSpPr>
            <p:cNvPr id="47"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pPr lvl="0"/>
              <a:endParaRPr sz="2400"/>
            </a:p>
          </p:txBody>
        </p:sp>
        <p:sp>
          <p:nvSpPr>
            <p:cNvPr id="48"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pPr lvl="0"/>
              <a:endParaRPr sz="2400"/>
            </a:p>
          </p:txBody>
        </p:sp>
        <p:sp>
          <p:nvSpPr>
            <p:cNvPr id="49"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pPr lvl="0"/>
              <a:endParaRPr sz="2400"/>
            </a:p>
          </p:txBody>
        </p:sp>
        <p:sp>
          <p:nvSpPr>
            <p:cNvPr id="50"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pPr lvl="0"/>
              <a:endParaRPr sz="2400"/>
            </a:p>
          </p:txBody>
        </p:sp>
        <p:sp>
          <p:nvSpPr>
            <p:cNvPr id="51"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pPr lvl="0"/>
              <a:endParaRPr sz="2400"/>
            </a:p>
          </p:txBody>
        </p:sp>
        <p:sp>
          <p:nvSpPr>
            <p:cNvPr id="52"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pPr lvl="0"/>
              <a:endParaRPr sz="2400"/>
            </a:p>
          </p:txBody>
        </p:sp>
        <p:sp>
          <p:nvSpPr>
            <p:cNvPr id="53"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pPr lvl="0"/>
              <a:endParaRPr sz="2400"/>
            </a:p>
          </p:txBody>
        </p:sp>
        <p:sp>
          <p:nvSpPr>
            <p:cNvPr id="54"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pPr lvl="0"/>
              <a:endParaRPr sz="2400"/>
            </a:p>
          </p:txBody>
        </p:sp>
        <p:sp>
          <p:nvSpPr>
            <p:cNvPr id="55"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pPr lvl="0"/>
              <a:endParaRPr sz="2400"/>
            </a:p>
          </p:txBody>
        </p:sp>
        <p:sp>
          <p:nvSpPr>
            <p:cNvPr id="56"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pPr lvl="0"/>
              <a:endParaRPr sz="2400"/>
            </a:p>
          </p:txBody>
        </p:sp>
      </p:grpSp>
    </p:spTree>
    <p:extLst>
      <p:ext uri="{BB962C8B-B14F-4D97-AF65-F5344CB8AC3E}">
        <p14:creationId xmlns:p14="http://schemas.microsoft.com/office/powerpoint/2010/main" val="44416355"/>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2B1983F-22B4-427A-8853-4650809DA909}" type="datetimeFigureOut">
              <a:rPr lang="en-US" smtClean="0"/>
              <a:pPr/>
              <a:t>4/9/2023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EAC5AE-0824-4CFC-8DC9-0F8631CD6CF7}" type="slidenum">
              <a:rPr lang="en-US" smtClean="0"/>
              <a:pPr/>
              <a:t>‹#›</a:t>
            </a:fld>
            <a:endParaRPr lang="en-US"/>
          </a:p>
        </p:txBody>
      </p:sp>
    </p:spTree>
    <p:extLst>
      <p:ext uri="{BB962C8B-B14F-4D97-AF65-F5344CB8AC3E}">
        <p14:creationId xmlns:p14="http://schemas.microsoft.com/office/powerpoint/2010/main" val="208501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41172" y="1310871"/>
            <a:ext cx="12274344" cy="4584589"/>
          </a:xfrm>
          <a:prstGeom prst="rect">
            <a:avLst/>
          </a:prstGeom>
        </p:spPr>
      </p:pic>
      <p:sp>
        <p:nvSpPr>
          <p:cNvPr id="41" name="object 20"/>
          <p:cNvSpPr/>
          <p:nvPr userDrawn="1"/>
        </p:nvSpPr>
        <p:spPr>
          <a:xfrm>
            <a:off x="12064943" y="2832016"/>
            <a:ext cx="138935" cy="1153909"/>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A1E2"/>
          </a:solidFill>
        </p:spPr>
        <p:txBody>
          <a:bodyPr wrap="square" lIns="0" tIns="0" rIns="0" bIns="0" rtlCol="0"/>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000"/>
              </a:solidFill>
              <a:effectLst/>
              <a:uLnTx/>
              <a:uFillTx/>
              <a:latin typeface="Calibri"/>
              <a:sym typeface="Calibri"/>
            </a:endParaRPr>
          </a:p>
        </p:txBody>
      </p:sp>
      <p:pic>
        <p:nvPicPr>
          <p:cNvPr id="42" name="Picture 41"/>
          <p:cNvPicPr>
            <a:picLocks noChangeAspect="1"/>
          </p:cNvPicPr>
          <p:nvPr userDrawn="1"/>
        </p:nvPicPr>
        <p:blipFill>
          <a:blip r:embed="rId3"/>
          <a:stretch>
            <a:fillRect/>
          </a:stretch>
        </p:blipFill>
        <p:spPr>
          <a:xfrm>
            <a:off x="10713113" y="6015481"/>
            <a:ext cx="1212887" cy="620353"/>
          </a:xfrm>
          <a:prstGeom prst="rect">
            <a:avLst/>
          </a:prstGeom>
        </p:spPr>
      </p:pic>
      <p:sp>
        <p:nvSpPr>
          <p:cNvPr id="47" name="object 21"/>
          <p:cNvSpPr/>
          <p:nvPr userDrawn="1"/>
        </p:nvSpPr>
        <p:spPr>
          <a:xfrm>
            <a:off x="11382967" y="2832016"/>
            <a:ext cx="138935" cy="1153909"/>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A1E2"/>
          </a:solidFill>
        </p:spPr>
        <p:txBody>
          <a:bodyPr wrap="square" lIns="0" tIns="0" rIns="0" bIns="0" rtlCol="0"/>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000"/>
              </a:solidFill>
              <a:effectLst/>
              <a:uLnTx/>
              <a:uFillTx/>
              <a:latin typeface="Calibri"/>
              <a:sym typeface="Calibri"/>
            </a:endParaRPr>
          </a:p>
        </p:txBody>
      </p:sp>
      <p:sp>
        <p:nvSpPr>
          <p:cNvPr id="689" name="object 21"/>
          <p:cNvSpPr/>
          <p:nvPr userDrawn="1"/>
        </p:nvSpPr>
        <p:spPr>
          <a:xfrm>
            <a:off x="10700993" y="2832016"/>
            <a:ext cx="138935" cy="1153909"/>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A1E2"/>
          </a:solidFill>
        </p:spPr>
        <p:txBody>
          <a:bodyPr wrap="square" lIns="0" tIns="0" rIns="0" bIns="0" rtlCol="0"/>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000"/>
              </a:solidFill>
              <a:effectLst/>
              <a:uLnTx/>
              <a:uFillTx/>
              <a:latin typeface="Calibri"/>
              <a:sym typeface="Calibri"/>
            </a:endParaRPr>
          </a:p>
        </p:txBody>
      </p:sp>
      <p:sp>
        <p:nvSpPr>
          <p:cNvPr id="690" name="object 21"/>
          <p:cNvSpPr/>
          <p:nvPr userDrawn="1"/>
        </p:nvSpPr>
        <p:spPr>
          <a:xfrm>
            <a:off x="1365947" y="2832016"/>
            <a:ext cx="138935" cy="1153909"/>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A1E2"/>
          </a:solidFill>
        </p:spPr>
        <p:txBody>
          <a:bodyPr wrap="square" lIns="0" tIns="0" rIns="0" bIns="0" rtlCol="0"/>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000"/>
              </a:solidFill>
              <a:effectLst/>
              <a:uLnTx/>
              <a:uFillTx/>
              <a:latin typeface="Calibri"/>
              <a:sym typeface="Calibri"/>
            </a:endParaRPr>
          </a:p>
        </p:txBody>
      </p:sp>
      <p:sp>
        <p:nvSpPr>
          <p:cNvPr id="691" name="object 21"/>
          <p:cNvSpPr/>
          <p:nvPr userDrawn="1"/>
        </p:nvSpPr>
        <p:spPr>
          <a:xfrm>
            <a:off x="683973" y="2832016"/>
            <a:ext cx="138935" cy="1153909"/>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A1E2"/>
          </a:solidFill>
        </p:spPr>
        <p:txBody>
          <a:bodyPr wrap="square" lIns="0" tIns="0" rIns="0" bIns="0" rtlCol="0"/>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000"/>
              </a:solidFill>
              <a:effectLst/>
              <a:uLnTx/>
              <a:uFillTx/>
              <a:latin typeface="Calibri"/>
              <a:sym typeface="Calibri"/>
            </a:endParaRPr>
          </a:p>
        </p:txBody>
      </p:sp>
      <p:sp>
        <p:nvSpPr>
          <p:cNvPr id="692" name="object 21"/>
          <p:cNvSpPr/>
          <p:nvPr userDrawn="1"/>
        </p:nvSpPr>
        <p:spPr>
          <a:xfrm>
            <a:off x="1998" y="2832016"/>
            <a:ext cx="138935" cy="1153909"/>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A1E2"/>
          </a:solidFill>
        </p:spPr>
        <p:txBody>
          <a:bodyPr wrap="square" lIns="0" tIns="0" rIns="0" bIns="0" rtlCol="0"/>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000"/>
              </a:solidFill>
              <a:effectLst/>
              <a:uLnTx/>
              <a:uFillTx/>
              <a:latin typeface="Calibri"/>
              <a:sym typeface="Calibri"/>
            </a:endParaRPr>
          </a:p>
        </p:txBody>
      </p:sp>
      <p:grpSp>
        <p:nvGrpSpPr>
          <p:cNvPr id="726" name="Group 725"/>
          <p:cNvGrpSpPr/>
          <p:nvPr userDrawn="1"/>
        </p:nvGrpSpPr>
        <p:grpSpPr>
          <a:xfrm>
            <a:off x="9844746" y="3421006"/>
            <a:ext cx="609629" cy="609628"/>
            <a:chOff x="5732868" y="2050555"/>
            <a:chExt cx="381841" cy="381840"/>
          </a:xfrm>
        </p:grpSpPr>
        <p:sp>
          <p:nvSpPr>
            <p:cNvPr id="727" name="Oval 726"/>
            <p:cNvSpPr/>
            <p:nvPr/>
          </p:nvSpPr>
          <p:spPr>
            <a:xfrm>
              <a:off x="5732868" y="2050555"/>
              <a:ext cx="381841" cy="381840"/>
            </a:xfrm>
            <a:prstGeom prst="ellipse">
              <a:avLst/>
            </a:prstGeom>
            <a:solidFill>
              <a:srgbClr val="03B0F0"/>
            </a:solidFill>
            <a:ln w="3175">
              <a:noFill/>
            </a:ln>
          </p:spPr>
          <p:txBody>
            <a:bodyPr vert="horz" wrap="square" lIns="121920" tIns="60960" rIns="121920" bIns="6096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3200" b="0" i="0" u="none" strike="noStrike" kern="0" cap="none" spc="0" normalizeH="0" baseline="0" noProof="0">
                <a:ln>
                  <a:noFill/>
                </a:ln>
                <a:solidFill>
                  <a:srgbClr val="000000"/>
                </a:solidFill>
                <a:effectLst/>
                <a:uLnTx/>
                <a:uFillTx/>
                <a:latin typeface="Calibri"/>
                <a:sym typeface="Calibri"/>
              </a:endParaRPr>
            </a:p>
          </p:txBody>
        </p:sp>
        <p:grpSp>
          <p:nvGrpSpPr>
            <p:cNvPr id="728" name="Group 41"/>
            <p:cNvGrpSpPr>
              <a:grpSpLocks noChangeAspect="1"/>
            </p:cNvGrpSpPr>
            <p:nvPr/>
          </p:nvGrpSpPr>
          <p:grpSpPr bwMode="auto">
            <a:xfrm>
              <a:off x="5803705" y="2111978"/>
              <a:ext cx="241502" cy="273050"/>
              <a:chOff x="4930" y="1494"/>
              <a:chExt cx="222" cy="251"/>
            </a:xfrm>
            <a:solidFill>
              <a:schemeClr val="bg1"/>
            </a:solidFill>
          </p:grpSpPr>
          <p:sp>
            <p:nvSpPr>
              <p:cNvPr id="729" name="Freeform 728"/>
              <p:cNvSpPr>
                <a:spLocks/>
              </p:cNvSpPr>
              <p:nvPr/>
            </p:nvSpPr>
            <p:spPr bwMode="auto">
              <a:xfrm>
                <a:off x="5021" y="1666"/>
                <a:ext cx="40" cy="35"/>
              </a:xfrm>
              <a:custGeom>
                <a:avLst/>
                <a:gdLst>
                  <a:gd name="T0" fmla="*/ 0 w 40"/>
                  <a:gd name="T1" fmla="*/ 0 h 35"/>
                  <a:gd name="T2" fmla="*/ 20 w 40"/>
                  <a:gd name="T3" fmla="*/ 35 h 35"/>
                  <a:gd name="T4" fmla="*/ 40 w 40"/>
                  <a:gd name="T5" fmla="*/ 0 h 35"/>
                  <a:gd name="T6" fmla="*/ 0 w 40"/>
                  <a:gd name="T7" fmla="*/ 0 h 35"/>
                </a:gdLst>
                <a:ahLst/>
                <a:cxnLst>
                  <a:cxn ang="0">
                    <a:pos x="T0" y="T1"/>
                  </a:cxn>
                  <a:cxn ang="0">
                    <a:pos x="T2" y="T3"/>
                  </a:cxn>
                  <a:cxn ang="0">
                    <a:pos x="T4" y="T5"/>
                  </a:cxn>
                  <a:cxn ang="0">
                    <a:pos x="T6" y="T7"/>
                  </a:cxn>
                </a:cxnLst>
                <a:rect l="0" t="0" r="r" b="b"/>
                <a:pathLst>
                  <a:path w="40" h="35">
                    <a:moveTo>
                      <a:pt x="0" y="0"/>
                    </a:moveTo>
                    <a:lnTo>
                      <a:pt x="20" y="35"/>
                    </a:lnTo>
                    <a:lnTo>
                      <a:pt x="4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730" name="Oval 729"/>
              <p:cNvSpPr>
                <a:spLocks noChangeArrowheads="1"/>
              </p:cNvSpPr>
              <p:nvPr/>
            </p:nvSpPr>
            <p:spPr bwMode="auto">
              <a:xfrm>
                <a:off x="5028" y="1532"/>
                <a:ext cx="26" cy="27"/>
              </a:xfrm>
              <a:prstGeom prst="ellipse">
                <a:avLst/>
              </a:prstGeom>
              <a:solidFill>
                <a:srgbClr val="03B0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731" name="Freeform 730"/>
              <p:cNvSpPr>
                <a:spLocks noEditPoints="1"/>
              </p:cNvSpPr>
              <p:nvPr/>
            </p:nvSpPr>
            <p:spPr bwMode="auto">
              <a:xfrm>
                <a:off x="5023" y="1528"/>
                <a:ext cx="35" cy="35"/>
              </a:xfrm>
              <a:custGeom>
                <a:avLst/>
                <a:gdLst>
                  <a:gd name="T0" fmla="*/ 114 w 228"/>
                  <a:gd name="T1" fmla="*/ 227 h 227"/>
                  <a:gd name="T2" fmla="*/ 0 w 228"/>
                  <a:gd name="T3" fmla="*/ 113 h 227"/>
                  <a:gd name="T4" fmla="*/ 114 w 228"/>
                  <a:gd name="T5" fmla="*/ 0 h 227"/>
                  <a:gd name="T6" fmla="*/ 228 w 228"/>
                  <a:gd name="T7" fmla="*/ 113 h 227"/>
                  <a:gd name="T8" fmla="*/ 114 w 228"/>
                  <a:gd name="T9" fmla="*/ 227 h 227"/>
                  <a:gd name="T10" fmla="*/ 114 w 228"/>
                  <a:gd name="T11" fmla="*/ 55 h 227"/>
                  <a:gd name="T12" fmla="*/ 56 w 228"/>
                  <a:gd name="T13" fmla="*/ 113 h 227"/>
                  <a:gd name="T14" fmla="*/ 114 w 228"/>
                  <a:gd name="T15" fmla="*/ 171 h 227"/>
                  <a:gd name="T16" fmla="*/ 172 w 228"/>
                  <a:gd name="T17" fmla="*/ 113 h 227"/>
                  <a:gd name="T18" fmla="*/ 114 w 228"/>
                  <a:gd name="T19" fmla="*/ 55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8" h="227">
                    <a:moveTo>
                      <a:pt x="114" y="227"/>
                    </a:moveTo>
                    <a:cubicBezTo>
                      <a:pt x="51" y="227"/>
                      <a:pt x="0" y="176"/>
                      <a:pt x="0" y="113"/>
                    </a:cubicBezTo>
                    <a:cubicBezTo>
                      <a:pt x="0" y="51"/>
                      <a:pt x="51" y="0"/>
                      <a:pt x="114" y="0"/>
                    </a:cubicBezTo>
                    <a:cubicBezTo>
                      <a:pt x="177" y="0"/>
                      <a:pt x="228" y="51"/>
                      <a:pt x="228" y="113"/>
                    </a:cubicBezTo>
                    <a:cubicBezTo>
                      <a:pt x="228" y="176"/>
                      <a:pt x="177" y="227"/>
                      <a:pt x="114" y="227"/>
                    </a:cubicBezTo>
                    <a:close/>
                    <a:moveTo>
                      <a:pt x="114" y="55"/>
                    </a:moveTo>
                    <a:cubicBezTo>
                      <a:pt x="82" y="55"/>
                      <a:pt x="56" y="81"/>
                      <a:pt x="56" y="113"/>
                    </a:cubicBezTo>
                    <a:cubicBezTo>
                      <a:pt x="56" y="145"/>
                      <a:pt x="82" y="171"/>
                      <a:pt x="114" y="171"/>
                    </a:cubicBezTo>
                    <a:cubicBezTo>
                      <a:pt x="146" y="171"/>
                      <a:pt x="172" y="145"/>
                      <a:pt x="172" y="113"/>
                    </a:cubicBezTo>
                    <a:cubicBezTo>
                      <a:pt x="172" y="81"/>
                      <a:pt x="146" y="55"/>
                      <a:pt x="114"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732" name="Freeform 731"/>
              <p:cNvSpPr>
                <a:spLocks/>
              </p:cNvSpPr>
              <p:nvPr/>
            </p:nvSpPr>
            <p:spPr bwMode="auto">
              <a:xfrm>
                <a:off x="5020" y="1577"/>
                <a:ext cx="42" cy="71"/>
              </a:xfrm>
              <a:custGeom>
                <a:avLst/>
                <a:gdLst>
                  <a:gd name="T0" fmla="*/ 15 w 272"/>
                  <a:gd name="T1" fmla="*/ 385 h 463"/>
                  <a:gd name="T2" fmla="*/ 119 w 272"/>
                  <a:gd name="T3" fmla="*/ 415 h 463"/>
                  <a:gd name="T4" fmla="*/ 213 w 272"/>
                  <a:gd name="T5" fmla="*/ 338 h 463"/>
                  <a:gd name="T6" fmla="*/ 128 w 272"/>
                  <a:gd name="T7" fmla="*/ 249 h 463"/>
                  <a:gd name="T8" fmla="*/ 9 w 272"/>
                  <a:gd name="T9" fmla="*/ 122 h 463"/>
                  <a:gd name="T10" fmla="*/ 155 w 272"/>
                  <a:gd name="T11" fmla="*/ 0 h 463"/>
                  <a:gd name="T12" fmla="*/ 254 w 272"/>
                  <a:gd name="T13" fmla="*/ 22 h 463"/>
                  <a:gd name="T14" fmla="*/ 238 w 272"/>
                  <a:gd name="T15" fmla="*/ 69 h 463"/>
                  <a:gd name="T16" fmla="*/ 153 w 272"/>
                  <a:gd name="T17" fmla="*/ 48 h 463"/>
                  <a:gd name="T18" fmla="*/ 68 w 272"/>
                  <a:gd name="T19" fmla="*/ 115 h 463"/>
                  <a:gd name="T20" fmla="*/ 157 w 272"/>
                  <a:gd name="T21" fmla="*/ 202 h 463"/>
                  <a:gd name="T22" fmla="*/ 272 w 272"/>
                  <a:gd name="T23" fmla="*/ 334 h 463"/>
                  <a:gd name="T24" fmla="*/ 115 w 272"/>
                  <a:gd name="T25" fmla="*/ 463 h 463"/>
                  <a:gd name="T26" fmla="*/ 0 w 272"/>
                  <a:gd name="T27" fmla="*/ 434 h 463"/>
                  <a:gd name="T28" fmla="*/ 15 w 272"/>
                  <a:gd name="T29" fmla="*/ 385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72" h="463">
                    <a:moveTo>
                      <a:pt x="15" y="385"/>
                    </a:moveTo>
                    <a:cubicBezTo>
                      <a:pt x="41" y="401"/>
                      <a:pt x="79" y="415"/>
                      <a:pt x="119" y="415"/>
                    </a:cubicBezTo>
                    <a:cubicBezTo>
                      <a:pt x="178" y="415"/>
                      <a:pt x="213" y="383"/>
                      <a:pt x="213" y="338"/>
                    </a:cubicBezTo>
                    <a:cubicBezTo>
                      <a:pt x="213" y="296"/>
                      <a:pt x="189" y="272"/>
                      <a:pt x="128" y="249"/>
                    </a:cubicBezTo>
                    <a:cubicBezTo>
                      <a:pt x="55" y="223"/>
                      <a:pt x="9" y="185"/>
                      <a:pt x="9" y="122"/>
                    </a:cubicBezTo>
                    <a:cubicBezTo>
                      <a:pt x="9" y="52"/>
                      <a:pt x="67" y="0"/>
                      <a:pt x="155" y="0"/>
                    </a:cubicBezTo>
                    <a:cubicBezTo>
                      <a:pt x="201" y="0"/>
                      <a:pt x="234" y="11"/>
                      <a:pt x="254" y="22"/>
                    </a:cubicBezTo>
                    <a:cubicBezTo>
                      <a:pt x="238" y="69"/>
                      <a:pt x="238" y="69"/>
                      <a:pt x="238" y="69"/>
                    </a:cubicBezTo>
                    <a:cubicBezTo>
                      <a:pt x="223" y="61"/>
                      <a:pt x="193" y="48"/>
                      <a:pt x="153" y="48"/>
                    </a:cubicBezTo>
                    <a:cubicBezTo>
                      <a:pt x="91" y="48"/>
                      <a:pt x="68" y="84"/>
                      <a:pt x="68" y="115"/>
                    </a:cubicBezTo>
                    <a:cubicBezTo>
                      <a:pt x="68" y="157"/>
                      <a:pt x="95" y="178"/>
                      <a:pt x="157" y="202"/>
                    </a:cubicBezTo>
                    <a:cubicBezTo>
                      <a:pt x="233" y="231"/>
                      <a:pt x="272" y="268"/>
                      <a:pt x="272" y="334"/>
                    </a:cubicBezTo>
                    <a:cubicBezTo>
                      <a:pt x="272" y="403"/>
                      <a:pt x="221" y="463"/>
                      <a:pt x="115" y="463"/>
                    </a:cubicBezTo>
                    <a:cubicBezTo>
                      <a:pt x="71" y="463"/>
                      <a:pt x="24" y="450"/>
                      <a:pt x="0" y="434"/>
                    </a:cubicBezTo>
                    <a:lnTo>
                      <a:pt x="15" y="3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733" name="Rectangle 732"/>
              <p:cNvSpPr>
                <a:spLocks noChangeArrowheads="1"/>
              </p:cNvSpPr>
              <p:nvPr/>
            </p:nvSpPr>
            <p:spPr bwMode="auto">
              <a:xfrm>
                <a:off x="5037" y="1556"/>
                <a:ext cx="8" cy="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734" name="Rectangle 733"/>
              <p:cNvSpPr>
                <a:spLocks noChangeArrowheads="1"/>
              </p:cNvSpPr>
              <p:nvPr/>
            </p:nvSpPr>
            <p:spPr bwMode="auto">
              <a:xfrm>
                <a:off x="5037" y="1645"/>
                <a:ext cx="8" cy="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735" name="Freeform 734"/>
              <p:cNvSpPr>
                <a:spLocks noEditPoints="1"/>
              </p:cNvSpPr>
              <p:nvPr/>
            </p:nvSpPr>
            <p:spPr bwMode="auto">
              <a:xfrm>
                <a:off x="4930" y="1494"/>
                <a:ext cx="222" cy="251"/>
              </a:xfrm>
              <a:custGeom>
                <a:avLst/>
                <a:gdLst>
                  <a:gd name="T0" fmla="*/ 723 w 1446"/>
                  <a:gd name="T1" fmla="*/ 1638 h 1638"/>
                  <a:gd name="T2" fmla="*/ 709 w 1446"/>
                  <a:gd name="T3" fmla="*/ 1635 h 1638"/>
                  <a:gd name="T4" fmla="*/ 16 w 1446"/>
                  <a:gd name="T5" fmla="*/ 1246 h 1638"/>
                  <a:gd name="T6" fmla="*/ 3 w 1446"/>
                  <a:gd name="T7" fmla="*/ 1215 h 1638"/>
                  <a:gd name="T8" fmla="*/ 30 w 1446"/>
                  <a:gd name="T9" fmla="*/ 1194 h 1638"/>
                  <a:gd name="T10" fmla="*/ 237 w 1446"/>
                  <a:gd name="T11" fmla="*/ 1194 h 1638"/>
                  <a:gd name="T12" fmla="*/ 237 w 1446"/>
                  <a:gd name="T13" fmla="*/ 28 h 1638"/>
                  <a:gd name="T14" fmla="*/ 265 w 1446"/>
                  <a:gd name="T15" fmla="*/ 0 h 1638"/>
                  <a:gd name="T16" fmla="*/ 1181 w 1446"/>
                  <a:gd name="T17" fmla="*/ 0 h 1638"/>
                  <a:gd name="T18" fmla="*/ 1209 w 1446"/>
                  <a:gd name="T19" fmla="*/ 28 h 1638"/>
                  <a:gd name="T20" fmla="*/ 1209 w 1446"/>
                  <a:gd name="T21" fmla="*/ 1194 h 1638"/>
                  <a:gd name="T22" fmla="*/ 1416 w 1446"/>
                  <a:gd name="T23" fmla="*/ 1194 h 1638"/>
                  <a:gd name="T24" fmla="*/ 1443 w 1446"/>
                  <a:gd name="T25" fmla="*/ 1215 h 1638"/>
                  <a:gd name="T26" fmla="*/ 1430 w 1446"/>
                  <a:gd name="T27" fmla="*/ 1246 h 1638"/>
                  <a:gd name="T28" fmla="*/ 737 w 1446"/>
                  <a:gd name="T29" fmla="*/ 1635 h 1638"/>
                  <a:gd name="T30" fmla="*/ 723 w 1446"/>
                  <a:gd name="T31" fmla="*/ 1638 h 1638"/>
                  <a:gd name="T32" fmla="*/ 137 w 1446"/>
                  <a:gd name="T33" fmla="*/ 1249 h 1638"/>
                  <a:gd name="T34" fmla="*/ 723 w 1446"/>
                  <a:gd name="T35" fmla="*/ 1578 h 1638"/>
                  <a:gd name="T36" fmla="*/ 1309 w 1446"/>
                  <a:gd name="T37" fmla="*/ 1249 h 1638"/>
                  <a:gd name="T38" fmla="*/ 1181 w 1446"/>
                  <a:gd name="T39" fmla="*/ 1249 h 1638"/>
                  <a:gd name="T40" fmla="*/ 1154 w 1446"/>
                  <a:gd name="T41" fmla="*/ 1222 h 1638"/>
                  <a:gd name="T42" fmla="*/ 1154 w 1446"/>
                  <a:gd name="T43" fmla="*/ 56 h 1638"/>
                  <a:gd name="T44" fmla="*/ 292 w 1446"/>
                  <a:gd name="T45" fmla="*/ 56 h 1638"/>
                  <a:gd name="T46" fmla="*/ 292 w 1446"/>
                  <a:gd name="T47" fmla="*/ 1222 h 1638"/>
                  <a:gd name="T48" fmla="*/ 265 w 1446"/>
                  <a:gd name="T49" fmla="*/ 1249 h 1638"/>
                  <a:gd name="T50" fmla="*/ 137 w 1446"/>
                  <a:gd name="T51" fmla="*/ 1249 h 1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6" h="1638">
                    <a:moveTo>
                      <a:pt x="723" y="1638"/>
                    </a:moveTo>
                    <a:cubicBezTo>
                      <a:pt x="718" y="1638"/>
                      <a:pt x="714" y="1637"/>
                      <a:pt x="709" y="1635"/>
                    </a:cubicBezTo>
                    <a:cubicBezTo>
                      <a:pt x="16" y="1246"/>
                      <a:pt x="16" y="1246"/>
                      <a:pt x="16" y="1246"/>
                    </a:cubicBezTo>
                    <a:cubicBezTo>
                      <a:pt x="5" y="1240"/>
                      <a:pt x="0" y="1227"/>
                      <a:pt x="3" y="1215"/>
                    </a:cubicBezTo>
                    <a:cubicBezTo>
                      <a:pt x="6" y="1202"/>
                      <a:pt x="17" y="1194"/>
                      <a:pt x="30" y="1194"/>
                    </a:cubicBezTo>
                    <a:cubicBezTo>
                      <a:pt x="237" y="1194"/>
                      <a:pt x="237" y="1194"/>
                      <a:pt x="237" y="1194"/>
                    </a:cubicBezTo>
                    <a:cubicBezTo>
                      <a:pt x="237" y="28"/>
                      <a:pt x="237" y="28"/>
                      <a:pt x="237" y="28"/>
                    </a:cubicBezTo>
                    <a:cubicBezTo>
                      <a:pt x="237" y="12"/>
                      <a:pt x="249" y="0"/>
                      <a:pt x="265" y="0"/>
                    </a:cubicBezTo>
                    <a:cubicBezTo>
                      <a:pt x="1181" y="0"/>
                      <a:pt x="1181" y="0"/>
                      <a:pt x="1181" y="0"/>
                    </a:cubicBezTo>
                    <a:cubicBezTo>
                      <a:pt x="1197" y="0"/>
                      <a:pt x="1209" y="12"/>
                      <a:pt x="1209" y="28"/>
                    </a:cubicBezTo>
                    <a:cubicBezTo>
                      <a:pt x="1209" y="1194"/>
                      <a:pt x="1209" y="1194"/>
                      <a:pt x="1209" y="1194"/>
                    </a:cubicBezTo>
                    <a:cubicBezTo>
                      <a:pt x="1416" y="1194"/>
                      <a:pt x="1416" y="1194"/>
                      <a:pt x="1416" y="1194"/>
                    </a:cubicBezTo>
                    <a:cubicBezTo>
                      <a:pt x="1429" y="1194"/>
                      <a:pt x="1440" y="1202"/>
                      <a:pt x="1443" y="1215"/>
                    </a:cubicBezTo>
                    <a:cubicBezTo>
                      <a:pt x="1446" y="1227"/>
                      <a:pt x="1441" y="1240"/>
                      <a:pt x="1430" y="1246"/>
                    </a:cubicBezTo>
                    <a:cubicBezTo>
                      <a:pt x="737" y="1635"/>
                      <a:pt x="737" y="1635"/>
                      <a:pt x="737" y="1635"/>
                    </a:cubicBezTo>
                    <a:cubicBezTo>
                      <a:pt x="732" y="1637"/>
                      <a:pt x="728" y="1638"/>
                      <a:pt x="723" y="1638"/>
                    </a:cubicBezTo>
                    <a:close/>
                    <a:moveTo>
                      <a:pt x="137" y="1249"/>
                    </a:moveTo>
                    <a:cubicBezTo>
                      <a:pt x="723" y="1578"/>
                      <a:pt x="723" y="1578"/>
                      <a:pt x="723" y="1578"/>
                    </a:cubicBezTo>
                    <a:cubicBezTo>
                      <a:pt x="1309" y="1249"/>
                      <a:pt x="1309" y="1249"/>
                      <a:pt x="1309" y="1249"/>
                    </a:cubicBezTo>
                    <a:cubicBezTo>
                      <a:pt x="1181" y="1249"/>
                      <a:pt x="1181" y="1249"/>
                      <a:pt x="1181" y="1249"/>
                    </a:cubicBezTo>
                    <a:cubicBezTo>
                      <a:pt x="1166" y="1249"/>
                      <a:pt x="1154" y="1237"/>
                      <a:pt x="1154" y="1222"/>
                    </a:cubicBezTo>
                    <a:cubicBezTo>
                      <a:pt x="1154" y="56"/>
                      <a:pt x="1154" y="56"/>
                      <a:pt x="1154" y="56"/>
                    </a:cubicBezTo>
                    <a:cubicBezTo>
                      <a:pt x="292" y="56"/>
                      <a:pt x="292" y="56"/>
                      <a:pt x="292" y="56"/>
                    </a:cubicBezTo>
                    <a:cubicBezTo>
                      <a:pt x="292" y="1222"/>
                      <a:pt x="292" y="1222"/>
                      <a:pt x="292" y="1222"/>
                    </a:cubicBezTo>
                    <a:cubicBezTo>
                      <a:pt x="292" y="1237"/>
                      <a:pt x="280" y="1249"/>
                      <a:pt x="265" y="1249"/>
                    </a:cubicBezTo>
                    <a:lnTo>
                      <a:pt x="137" y="12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grpSp>
      </p:grpSp>
      <p:grpSp>
        <p:nvGrpSpPr>
          <p:cNvPr id="737" name="Group 736"/>
          <p:cNvGrpSpPr/>
          <p:nvPr userDrawn="1"/>
        </p:nvGrpSpPr>
        <p:grpSpPr>
          <a:xfrm>
            <a:off x="4365545" y="4422207"/>
            <a:ext cx="509121" cy="509120"/>
            <a:chOff x="3027265" y="2109805"/>
            <a:chExt cx="381841" cy="381840"/>
          </a:xfrm>
        </p:grpSpPr>
        <p:sp>
          <p:nvSpPr>
            <p:cNvPr id="738" name="Oval 737"/>
            <p:cNvSpPr/>
            <p:nvPr/>
          </p:nvSpPr>
          <p:spPr>
            <a:xfrm flipH="1">
              <a:off x="3027265" y="2109805"/>
              <a:ext cx="381841" cy="381840"/>
            </a:xfrm>
            <a:prstGeom prst="ellipse">
              <a:avLst/>
            </a:prstGeom>
            <a:solidFill>
              <a:srgbClr val="03B0F0"/>
            </a:solidFill>
            <a:ln w="3175">
              <a:noFill/>
            </a:ln>
          </p:spPr>
          <p:txBody>
            <a:bodyPr vert="horz" wrap="square" lIns="121920" tIns="60960" rIns="121920" bIns="6096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3200" b="0" i="0" u="none" strike="noStrike" kern="0" cap="none" spc="0" normalizeH="0" baseline="0" noProof="0">
                <a:ln>
                  <a:noFill/>
                </a:ln>
                <a:solidFill>
                  <a:srgbClr val="000000"/>
                </a:solidFill>
                <a:effectLst/>
                <a:uLnTx/>
                <a:uFillTx/>
                <a:latin typeface="Calibri"/>
                <a:sym typeface="Calibri"/>
              </a:endParaRPr>
            </a:p>
          </p:txBody>
        </p:sp>
        <p:sp>
          <p:nvSpPr>
            <p:cNvPr id="739" name="Freeform 78"/>
            <p:cNvSpPr>
              <a:spLocks noEditPoints="1"/>
            </p:cNvSpPr>
            <p:nvPr/>
          </p:nvSpPr>
          <p:spPr bwMode="auto">
            <a:xfrm>
              <a:off x="3112860" y="2147792"/>
              <a:ext cx="220718" cy="272463"/>
            </a:xfrm>
            <a:custGeom>
              <a:avLst/>
              <a:gdLst>
                <a:gd name="T0" fmla="*/ 212 w 1392"/>
                <a:gd name="T1" fmla="*/ 1484 h 1727"/>
                <a:gd name="T2" fmla="*/ 340 w 1392"/>
                <a:gd name="T3" fmla="*/ 1577 h 1727"/>
                <a:gd name="T4" fmla="*/ 439 w 1392"/>
                <a:gd name="T5" fmla="*/ 738 h 1727"/>
                <a:gd name="T6" fmla="*/ 477 w 1392"/>
                <a:gd name="T7" fmla="*/ 520 h 1727"/>
                <a:gd name="T8" fmla="*/ 287 w 1392"/>
                <a:gd name="T9" fmla="*/ 320 h 1727"/>
                <a:gd name="T10" fmla="*/ 338 w 1392"/>
                <a:gd name="T11" fmla="*/ 291 h 1727"/>
                <a:gd name="T12" fmla="*/ 568 w 1392"/>
                <a:gd name="T13" fmla="*/ 243 h 1727"/>
                <a:gd name="T14" fmla="*/ 692 w 1392"/>
                <a:gd name="T15" fmla="*/ 0 h 1727"/>
                <a:gd name="T16" fmla="*/ 814 w 1392"/>
                <a:gd name="T17" fmla="*/ 242 h 1727"/>
                <a:gd name="T18" fmla="*/ 1102 w 1392"/>
                <a:gd name="T19" fmla="*/ 299 h 1727"/>
                <a:gd name="T20" fmla="*/ 1117 w 1392"/>
                <a:gd name="T21" fmla="*/ 309 h 1727"/>
                <a:gd name="T22" fmla="*/ 916 w 1392"/>
                <a:gd name="T23" fmla="*/ 493 h 1727"/>
                <a:gd name="T24" fmla="*/ 945 w 1392"/>
                <a:gd name="T25" fmla="*/ 737 h 1727"/>
                <a:gd name="T26" fmla="*/ 1043 w 1392"/>
                <a:gd name="T27" fmla="*/ 1024 h 1727"/>
                <a:gd name="T28" fmla="*/ 1059 w 1392"/>
                <a:gd name="T29" fmla="*/ 1224 h 1727"/>
                <a:gd name="T30" fmla="*/ 1044 w 1392"/>
                <a:gd name="T31" fmla="*/ 1567 h 1727"/>
                <a:gd name="T32" fmla="*/ 1179 w 1392"/>
                <a:gd name="T33" fmla="*/ 1578 h 1727"/>
                <a:gd name="T34" fmla="*/ 1392 w 1392"/>
                <a:gd name="T35" fmla="*/ 1605 h 1727"/>
                <a:gd name="T36" fmla="*/ 1179 w 1392"/>
                <a:gd name="T37" fmla="*/ 1632 h 1727"/>
                <a:gd name="T38" fmla="*/ 214 w 1392"/>
                <a:gd name="T39" fmla="*/ 1727 h 1727"/>
                <a:gd name="T40" fmla="*/ 395 w 1392"/>
                <a:gd name="T41" fmla="*/ 790 h 1727"/>
                <a:gd name="T42" fmla="*/ 990 w 1392"/>
                <a:gd name="T43" fmla="*/ 1577 h 1727"/>
                <a:gd name="T44" fmla="*/ 991 w 1392"/>
                <a:gd name="T45" fmla="*/ 1244 h 1727"/>
                <a:gd name="T46" fmla="*/ 910 w 1392"/>
                <a:gd name="T47" fmla="*/ 1126 h 1727"/>
                <a:gd name="T48" fmla="*/ 991 w 1392"/>
                <a:gd name="T49" fmla="*/ 1007 h 1727"/>
                <a:gd name="T50" fmla="*/ 991 w 1392"/>
                <a:gd name="T51" fmla="*/ 790 h 1727"/>
                <a:gd name="T52" fmla="*/ 692 w 1392"/>
                <a:gd name="T53" fmla="*/ 117 h 1727"/>
                <a:gd name="T54" fmla="*/ 603 w 1392"/>
                <a:gd name="T55" fmla="*/ 292 h 1727"/>
                <a:gd name="T56" fmla="*/ 461 w 1392"/>
                <a:gd name="T57" fmla="*/ 326 h 1727"/>
                <a:gd name="T58" fmla="*/ 494 w 1392"/>
                <a:gd name="T59" fmla="*/ 444 h 1727"/>
                <a:gd name="T60" fmla="*/ 500 w 1392"/>
                <a:gd name="T61" fmla="*/ 696 h 1727"/>
                <a:gd name="T62" fmla="*/ 677 w 1392"/>
                <a:gd name="T63" fmla="*/ 605 h 1727"/>
                <a:gd name="T64" fmla="*/ 864 w 1392"/>
                <a:gd name="T65" fmla="*/ 686 h 1727"/>
                <a:gd name="T66" fmla="*/ 853 w 1392"/>
                <a:gd name="T67" fmla="*/ 522 h 1727"/>
                <a:gd name="T68" fmla="*/ 1001 w 1392"/>
                <a:gd name="T69" fmla="*/ 339 h 1727"/>
                <a:gd name="T70" fmla="*/ 808 w 1392"/>
                <a:gd name="T71" fmla="*/ 310 h 1727"/>
                <a:gd name="T72" fmla="*/ 722 w 1392"/>
                <a:gd name="T73" fmla="*/ 175 h 1727"/>
                <a:gd name="T74" fmla="*/ 840 w 1392"/>
                <a:gd name="T75" fmla="*/ 736 h 1727"/>
                <a:gd name="T76" fmla="*/ 702 w 1392"/>
                <a:gd name="T77" fmla="*/ 662 h 1727"/>
                <a:gd name="T78" fmla="*/ 584 w 1392"/>
                <a:gd name="T79" fmla="*/ 712 h 1727"/>
                <a:gd name="T80" fmla="*/ 547 w 1392"/>
                <a:gd name="T81" fmla="*/ 736 h 1727"/>
                <a:gd name="T82" fmla="*/ 1017 w 1392"/>
                <a:gd name="T83" fmla="*/ 1073 h 1727"/>
                <a:gd name="T84" fmla="*/ 1018 w 1392"/>
                <a:gd name="T85" fmla="*/ 1182 h 1727"/>
                <a:gd name="T86" fmla="*/ 1017 w 1392"/>
                <a:gd name="T87" fmla="*/ 1073 h 1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92" h="1727">
                  <a:moveTo>
                    <a:pt x="0" y="1605"/>
                  </a:moveTo>
                  <a:cubicBezTo>
                    <a:pt x="72" y="1564"/>
                    <a:pt x="141" y="1525"/>
                    <a:pt x="212" y="1484"/>
                  </a:cubicBezTo>
                  <a:cubicBezTo>
                    <a:pt x="212" y="1517"/>
                    <a:pt x="212" y="1546"/>
                    <a:pt x="212" y="1577"/>
                  </a:cubicBezTo>
                  <a:cubicBezTo>
                    <a:pt x="255" y="1577"/>
                    <a:pt x="297" y="1577"/>
                    <a:pt x="340" y="1577"/>
                  </a:cubicBezTo>
                  <a:cubicBezTo>
                    <a:pt x="340" y="1298"/>
                    <a:pt x="340" y="1019"/>
                    <a:pt x="340" y="738"/>
                  </a:cubicBezTo>
                  <a:cubicBezTo>
                    <a:pt x="373" y="738"/>
                    <a:pt x="405" y="738"/>
                    <a:pt x="439" y="738"/>
                  </a:cubicBezTo>
                  <a:cubicBezTo>
                    <a:pt x="446" y="699"/>
                    <a:pt x="452" y="662"/>
                    <a:pt x="459" y="625"/>
                  </a:cubicBezTo>
                  <a:cubicBezTo>
                    <a:pt x="465" y="590"/>
                    <a:pt x="470" y="555"/>
                    <a:pt x="477" y="520"/>
                  </a:cubicBezTo>
                  <a:cubicBezTo>
                    <a:pt x="480" y="508"/>
                    <a:pt x="476" y="501"/>
                    <a:pt x="468" y="493"/>
                  </a:cubicBezTo>
                  <a:cubicBezTo>
                    <a:pt x="407" y="435"/>
                    <a:pt x="347" y="378"/>
                    <a:pt x="287" y="320"/>
                  </a:cubicBezTo>
                  <a:cubicBezTo>
                    <a:pt x="282" y="315"/>
                    <a:pt x="276" y="310"/>
                    <a:pt x="267" y="302"/>
                  </a:cubicBezTo>
                  <a:cubicBezTo>
                    <a:pt x="294" y="298"/>
                    <a:pt x="316" y="294"/>
                    <a:pt x="338" y="291"/>
                  </a:cubicBezTo>
                  <a:cubicBezTo>
                    <a:pt x="407" y="281"/>
                    <a:pt x="476" y="272"/>
                    <a:pt x="545" y="261"/>
                  </a:cubicBezTo>
                  <a:cubicBezTo>
                    <a:pt x="554" y="260"/>
                    <a:pt x="564" y="251"/>
                    <a:pt x="568" y="243"/>
                  </a:cubicBezTo>
                  <a:cubicBezTo>
                    <a:pt x="606" y="169"/>
                    <a:pt x="643" y="95"/>
                    <a:pt x="680" y="20"/>
                  </a:cubicBezTo>
                  <a:cubicBezTo>
                    <a:pt x="684" y="14"/>
                    <a:pt x="687" y="8"/>
                    <a:pt x="692" y="0"/>
                  </a:cubicBezTo>
                  <a:cubicBezTo>
                    <a:pt x="697" y="8"/>
                    <a:pt x="700" y="14"/>
                    <a:pt x="704" y="21"/>
                  </a:cubicBezTo>
                  <a:cubicBezTo>
                    <a:pt x="741" y="94"/>
                    <a:pt x="778" y="168"/>
                    <a:pt x="814" y="242"/>
                  </a:cubicBezTo>
                  <a:cubicBezTo>
                    <a:pt x="821" y="255"/>
                    <a:pt x="828" y="260"/>
                    <a:pt x="843" y="262"/>
                  </a:cubicBezTo>
                  <a:cubicBezTo>
                    <a:pt x="929" y="274"/>
                    <a:pt x="1015" y="286"/>
                    <a:pt x="1102" y="299"/>
                  </a:cubicBezTo>
                  <a:cubicBezTo>
                    <a:pt x="1105" y="299"/>
                    <a:pt x="1108" y="301"/>
                    <a:pt x="1111" y="301"/>
                  </a:cubicBezTo>
                  <a:cubicBezTo>
                    <a:pt x="1113" y="304"/>
                    <a:pt x="1115" y="306"/>
                    <a:pt x="1117" y="309"/>
                  </a:cubicBezTo>
                  <a:cubicBezTo>
                    <a:pt x="1111" y="312"/>
                    <a:pt x="1103" y="314"/>
                    <a:pt x="1098" y="319"/>
                  </a:cubicBezTo>
                  <a:cubicBezTo>
                    <a:pt x="1037" y="377"/>
                    <a:pt x="977" y="435"/>
                    <a:pt x="916" y="493"/>
                  </a:cubicBezTo>
                  <a:cubicBezTo>
                    <a:pt x="907" y="501"/>
                    <a:pt x="905" y="508"/>
                    <a:pt x="907" y="521"/>
                  </a:cubicBezTo>
                  <a:cubicBezTo>
                    <a:pt x="920" y="592"/>
                    <a:pt x="932" y="663"/>
                    <a:pt x="945" y="737"/>
                  </a:cubicBezTo>
                  <a:cubicBezTo>
                    <a:pt x="977" y="737"/>
                    <a:pt x="1009" y="737"/>
                    <a:pt x="1043" y="737"/>
                  </a:cubicBezTo>
                  <a:cubicBezTo>
                    <a:pt x="1043" y="834"/>
                    <a:pt x="1043" y="929"/>
                    <a:pt x="1043" y="1024"/>
                  </a:cubicBezTo>
                  <a:cubicBezTo>
                    <a:pt x="1082" y="1037"/>
                    <a:pt x="1109" y="1060"/>
                    <a:pt x="1120" y="1098"/>
                  </a:cubicBezTo>
                  <a:cubicBezTo>
                    <a:pt x="1135" y="1150"/>
                    <a:pt x="1110" y="1202"/>
                    <a:pt x="1059" y="1224"/>
                  </a:cubicBezTo>
                  <a:cubicBezTo>
                    <a:pt x="1049" y="1228"/>
                    <a:pt x="1043" y="1231"/>
                    <a:pt x="1043" y="1243"/>
                  </a:cubicBezTo>
                  <a:cubicBezTo>
                    <a:pt x="1044" y="1351"/>
                    <a:pt x="1044" y="1459"/>
                    <a:pt x="1044" y="1567"/>
                  </a:cubicBezTo>
                  <a:cubicBezTo>
                    <a:pt x="1044" y="1570"/>
                    <a:pt x="1044" y="1574"/>
                    <a:pt x="1045" y="1578"/>
                  </a:cubicBezTo>
                  <a:cubicBezTo>
                    <a:pt x="1089" y="1578"/>
                    <a:pt x="1133" y="1578"/>
                    <a:pt x="1179" y="1578"/>
                  </a:cubicBezTo>
                  <a:cubicBezTo>
                    <a:pt x="1179" y="1547"/>
                    <a:pt x="1179" y="1518"/>
                    <a:pt x="1179" y="1484"/>
                  </a:cubicBezTo>
                  <a:cubicBezTo>
                    <a:pt x="1251" y="1525"/>
                    <a:pt x="1320" y="1564"/>
                    <a:pt x="1392" y="1605"/>
                  </a:cubicBezTo>
                  <a:cubicBezTo>
                    <a:pt x="1321" y="1646"/>
                    <a:pt x="1252" y="1685"/>
                    <a:pt x="1179" y="1726"/>
                  </a:cubicBezTo>
                  <a:cubicBezTo>
                    <a:pt x="1179" y="1693"/>
                    <a:pt x="1179" y="1663"/>
                    <a:pt x="1179" y="1632"/>
                  </a:cubicBezTo>
                  <a:cubicBezTo>
                    <a:pt x="857" y="1632"/>
                    <a:pt x="537" y="1632"/>
                    <a:pt x="214" y="1632"/>
                  </a:cubicBezTo>
                  <a:cubicBezTo>
                    <a:pt x="214" y="1662"/>
                    <a:pt x="214" y="1692"/>
                    <a:pt x="214" y="1727"/>
                  </a:cubicBezTo>
                  <a:cubicBezTo>
                    <a:pt x="141" y="1685"/>
                    <a:pt x="72" y="1646"/>
                    <a:pt x="0" y="1605"/>
                  </a:cubicBezTo>
                  <a:close/>
                  <a:moveTo>
                    <a:pt x="395" y="790"/>
                  </a:moveTo>
                  <a:cubicBezTo>
                    <a:pt x="395" y="1054"/>
                    <a:pt x="395" y="1315"/>
                    <a:pt x="395" y="1577"/>
                  </a:cubicBezTo>
                  <a:cubicBezTo>
                    <a:pt x="594" y="1577"/>
                    <a:pt x="792" y="1577"/>
                    <a:pt x="990" y="1577"/>
                  </a:cubicBezTo>
                  <a:cubicBezTo>
                    <a:pt x="990" y="1573"/>
                    <a:pt x="991" y="1570"/>
                    <a:pt x="991" y="1568"/>
                  </a:cubicBezTo>
                  <a:cubicBezTo>
                    <a:pt x="991" y="1460"/>
                    <a:pt x="991" y="1352"/>
                    <a:pt x="991" y="1244"/>
                  </a:cubicBezTo>
                  <a:cubicBezTo>
                    <a:pt x="991" y="1232"/>
                    <a:pt x="985" y="1228"/>
                    <a:pt x="976" y="1224"/>
                  </a:cubicBezTo>
                  <a:cubicBezTo>
                    <a:pt x="934" y="1207"/>
                    <a:pt x="908" y="1169"/>
                    <a:pt x="910" y="1126"/>
                  </a:cubicBezTo>
                  <a:cubicBezTo>
                    <a:pt x="911" y="1081"/>
                    <a:pt x="934" y="1048"/>
                    <a:pt x="976" y="1030"/>
                  </a:cubicBezTo>
                  <a:cubicBezTo>
                    <a:pt x="988" y="1025"/>
                    <a:pt x="991" y="1019"/>
                    <a:pt x="991" y="1007"/>
                  </a:cubicBezTo>
                  <a:cubicBezTo>
                    <a:pt x="990" y="955"/>
                    <a:pt x="991" y="903"/>
                    <a:pt x="991" y="851"/>
                  </a:cubicBezTo>
                  <a:cubicBezTo>
                    <a:pt x="991" y="831"/>
                    <a:pt x="991" y="811"/>
                    <a:pt x="991" y="790"/>
                  </a:cubicBezTo>
                  <a:cubicBezTo>
                    <a:pt x="791" y="790"/>
                    <a:pt x="593" y="790"/>
                    <a:pt x="395" y="790"/>
                  </a:cubicBezTo>
                  <a:close/>
                  <a:moveTo>
                    <a:pt x="692" y="117"/>
                  </a:moveTo>
                  <a:cubicBezTo>
                    <a:pt x="688" y="125"/>
                    <a:pt x="684" y="131"/>
                    <a:pt x="681" y="137"/>
                  </a:cubicBezTo>
                  <a:cubicBezTo>
                    <a:pt x="655" y="188"/>
                    <a:pt x="630" y="240"/>
                    <a:pt x="603" y="292"/>
                  </a:cubicBezTo>
                  <a:cubicBezTo>
                    <a:pt x="599" y="299"/>
                    <a:pt x="590" y="307"/>
                    <a:pt x="582" y="308"/>
                  </a:cubicBezTo>
                  <a:cubicBezTo>
                    <a:pt x="542" y="315"/>
                    <a:pt x="501" y="320"/>
                    <a:pt x="461" y="326"/>
                  </a:cubicBezTo>
                  <a:cubicBezTo>
                    <a:pt x="436" y="330"/>
                    <a:pt x="411" y="334"/>
                    <a:pt x="382" y="338"/>
                  </a:cubicBezTo>
                  <a:cubicBezTo>
                    <a:pt x="421" y="376"/>
                    <a:pt x="454" y="413"/>
                    <a:pt x="494" y="444"/>
                  </a:cubicBezTo>
                  <a:cubicBezTo>
                    <a:pt x="531" y="473"/>
                    <a:pt x="538" y="504"/>
                    <a:pt x="527" y="548"/>
                  </a:cubicBezTo>
                  <a:cubicBezTo>
                    <a:pt x="514" y="595"/>
                    <a:pt x="509" y="645"/>
                    <a:pt x="500" y="696"/>
                  </a:cubicBezTo>
                  <a:cubicBezTo>
                    <a:pt x="509" y="692"/>
                    <a:pt x="515" y="689"/>
                    <a:pt x="521" y="686"/>
                  </a:cubicBezTo>
                  <a:cubicBezTo>
                    <a:pt x="573" y="659"/>
                    <a:pt x="625" y="633"/>
                    <a:pt x="677" y="605"/>
                  </a:cubicBezTo>
                  <a:cubicBezTo>
                    <a:pt x="688" y="599"/>
                    <a:pt x="696" y="600"/>
                    <a:pt x="708" y="605"/>
                  </a:cubicBezTo>
                  <a:cubicBezTo>
                    <a:pt x="759" y="633"/>
                    <a:pt x="812" y="660"/>
                    <a:pt x="864" y="686"/>
                  </a:cubicBezTo>
                  <a:cubicBezTo>
                    <a:pt x="869" y="689"/>
                    <a:pt x="875" y="692"/>
                    <a:pt x="884" y="696"/>
                  </a:cubicBezTo>
                  <a:cubicBezTo>
                    <a:pt x="873" y="636"/>
                    <a:pt x="865" y="579"/>
                    <a:pt x="853" y="522"/>
                  </a:cubicBezTo>
                  <a:cubicBezTo>
                    <a:pt x="847" y="496"/>
                    <a:pt x="852" y="480"/>
                    <a:pt x="872" y="462"/>
                  </a:cubicBezTo>
                  <a:cubicBezTo>
                    <a:pt x="916" y="423"/>
                    <a:pt x="957" y="381"/>
                    <a:pt x="1001" y="339"/>
                  </a:cubicBezTo>
                  <a:cubicBezTo>
                    <a:pt x="994" y="337"/>
                    <a:pt x="990" y="335"/>
                    <a:pt x="986" y="335"/>
                  </a:cubicBezTo>
                  <a:cubicBezTo>
                    <a:pt x="926" y="326"/>
                    <a:pt x="867" y="318"/>
                    <a:pt x="808" y="310"/>
                  </a:cubicBezTo>
                  <a:cubicBezTo>
                    <a:pt x="794" y="308"/>
                    <a:pt x="785" y="303"/>
                    <a:pt x="779" y="290"/>
                  </a:cubicBezTo>
                  <a:cubicBezTo>
                    <a:pt x="761" y="251"/>
                    <a:pt x="741" y="214"/>
                    <a:pt x="722" y="175"/>
                  </a:cubicBezTo>
                  <a:cubicBezTo>
                    <a:pt x="713" y="157"/>
                    <a:pt x="703" y="138"/>
                    <a:pt x="692" y="117"/>
                  </a:cubicBezTo>
                  <a:close/>
                  <a:moveTo>
                    <a:pt x="840" y="736"/>
                  </a:moveTo>
                  <a:cubicBezTo>
                    <a:pt x="837" y="733"/>
                    <a:pt x="836" y="731"/>
                    <a:pt x="834" y="730"/>
                  </a:cubicBezTo>
                  <a:cubicBezTo>
                    <a:pt x="790" y="707"/>
                    <a:pt x="746" y="684"/>
                    <a:pt x="702" y="662"/>
                  </a:cubicBezTo>
                  <a:cubicBezTo>
                    <a:pt x="696" y="659"/>
                    <a:pt x="686" y="660"/>
                    <a:pt x="680" y="663"/>
                  </a:cubicBezTo>
                  <a:cubicBezTo>
                    <a:pt x="648" y="679"/>
                    <a:pt x="616" y="696"/>
                    <a:pt x="584" y="712"/>
                  </a:cubicBezTo>
                  <a:cubicBezTo>
                    <a:pt x="571" y="719"/>
                    <a:pt x="558" y="726"/>
                    <a:pt x="545" y="733"/>
                  </a:cubicBezTo>
                  <a:cubicBezTo>
                    <a:pt x="546" y="734"/>
                    <a:pt x="546" y="735"/>
                    <a:pt x="547" y="736"/>
                  </a:cubicBezTo>
                  <a:cubicBezTo>
                    <a:pt x="643" y="736"/>
                    <a:pt x="740" y="736"/>
                    <a:pt x="840" y="736"/>
                  </a:cubicBezTo>
                  <a:close/>
                  <a:moveTo>
                    <a:pt x="1017" y="1073"/>
                  </a:moveTo>
                  <a:cubicBezTo>
                    <a:pt x="987" y="1073"/>
                    <a:pt x="962" y="1097"/>
                    <a:pt x="961" y="1126"/>
                  </a:cubicBezTo>
                  <a:cubicBezTo>
                    <a:pt x="961" y="1156"/>
                    <a:pt x="987" y="1182"/>
                    <a:pt x="1018" y="1182"/>
                  </a:cubicBezTo>
                  <a:cubicBezTo>
                    <a:pt x="1047" y="1181"/>
                    <a:pt x="1072" y="1157"/>
                    <a:pt x="1072" y="1127"/>
                  </a:cubicBezTo>
                  <a:cubicBezTo>
                    <a:pt x="1072" y="1096"/>
                    <a:pt x="1048" y="1073"/>
                    <a:pt x="1017" y="107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grpSp>
      <p:grpSp>
        <p:nvGrpSpPr>
          <p:cNvPr id="741" name="Group 740"/>
          <p:cNvGrpSpPr/>
          <p:nvPr userDrawn="1"/>
        </p:nvGrpSpPr>
        <p:grpSpPr>
          <a:xfrm>
            <a:off x="1125534" y="4750649"/>
            <a:ext cx="509121" cy="509120"/>
            <a:chOff x="5218333" y="1438599"/>
            <a:chExt cx="381841" cy="381840"/>
          </a:xfrm>
        </p:grpSpPr>
        <p:sp>
          <p:nvSpPr>
            <p:cNvPr id="742" name="Oval 741"/>
            <p:cNvSpPr/>
            <p:nvPr/>
          </p:nvSpPr>
          <p:spPr>
            <a:xfrm flipH="1">
              <a:off x="5218333" y="1438599"/>
              <a:ext cx="381841" cy="381840"/>
            </a:xfrm>
            <a:prstGeom prst="ellipse">
              <a:avLst/>
            </a:prstGeom>
            <a:solidFill>
              <a:srgbClr val="03B0F0"/>
            </a:solidFill>
            <a:ln w="3175">
              <a:noFill/>
            </a:ln>
          </p:spPr>
          <p:txBody>
            <a:bodyPr vert="horz" wrap="square" lIns="121920" tIns="60960" rIns="121920" bIns="6096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3200" b="0" i="0" u="none" strike="noStrike" kern="0" cap="none" spc="0" normalizeH="0" baseline="0" noProof="0">
                <a:ln>
                  <a:noFill/>
                </a:ln>
                <a:solidFill>
                  <a:srgbClr val="000000"/>
                </a:solidFill>
                <a:effectLst/>
                <a:uLnTx/>
                <a:uFillTx/>
                <a:latin typeface="Calibri"/>
                <a:sym typeface="Calibri"/>
              </a:endParaRPr>
            </a:p>
          </p:txBody>
        </p:sp>
        <p:grpSp>
          <p:nvGrpSpPr>
            <p:cNvPr id="743" name="Group 742"/>
            <p:cNvGrpSpPr>
              <a:grpSpLocks noChangeAspect="1"/>
            </p:cNvGrpSpPr>
            <p:nvPr/>
          </p:nvGrpSpPr>
          <p:grpSpPr bwMode="auto">
            <a:xfrm>
              <a:off x="5287276" y="1480054"/>
              <a:ext cx="253316" cy="288407"/>
              <a:chOff x="358" y="2214"/>
              <a:chExt cx="231" cy="263"/>
            </a:xfrm>
            <a:solidFill>
              <a:schemeClr val="bg1"/>
            </a:solidFill>
          </p:grpSpPr>
          <p:sp>
            <p:nvSpPr>
              <p:cNvPr id="744" name="Freeform 52"/>
              <p:cNvSpPr>
                <a:spLocks noEditPoints="1"/>
              </p:cNvSpPr>
              <p:nvPr/>
            </p:nvSpPr>
            <p:spPr bwMode="auto">
              <a:xfrm>
                <a:off x="358" y="2214"/>
                <a:ext cx="231" cy="147"/>
              </a:xfrm>
              <a:custGeom>
                <a:avLst/>
                <a:gdLst>
                  <a:gd name="T0" fmla="*/ 332 w 1401"/>
                  <a:gd name="T1" fmla="*/ 870 h 902"/>
                  <a:gd name="T2" fmla="*/ 170 w 1401"/>
                  <a:gd name="T3" fmla="*/ 788 h 902"/>
                  <a:gd name="T4" fmla="*/ 246 w 1401"/>
                  <a:gd name="T5" fmla="*/ 673 h 902"/>
                  <a:gd name="T6" fmla="*/ 15 w 1401"/>
                  <a:gd name="T7" fmla="*/ 446 h 902"/>
                  <a:gd name="T8" fmla="*/ 140 w 1401"/>
                  <a:gd name="T9" fmla="*/ 361 h 902"/>
                  <a:gd name="T10" fmla="*/ 601 w 1401"/>
                  <a:gd name="T11" fmla="*/ 104 h 902"/>
                  <a:gd name="T12" fmla="*/ 801 w 1401"/>
                  <a:gd name="T13" fmla="*/ 107 h 902"/>
                  <a:gd name="T14" fmla="*/ 1372 w 1401"/>
                  <a:gd name="T15" fmla="*/ 417 h 902"/>
                  <a:gd name="T16" fmla="*/ 1330 w 1401"/>
                  <a:gd name="T17" fmla="*/ 493 h 902"/>
                  <a:gd name="T18" fmla="*/ 1157 w 1401"/>
                  <a:gd name="T19" fmla="*/ 690 h 902"/>
                  <a:gd name="T20" fmla="*/ 1224 w 1401"/>
                  <a:gd name="T21" fmla="*/ 828 h 902"/>
                  <a:gd name="T22" fmla="*/ 1035 w 1401"/>
                  <a:gd name="T23" fmla="*/ 761 h 902"/>
                  <a:gd name="T24" fmla="*/ 360 w 1401"/>
                  <a:gd name="T25" fmla="*/ 744 h 902"/>
                  <a:gd name="T26" fmla="*/ 632 w 1401"/>
                  <a:gd name="T27" fmla="*/ 175 h 902"/>
                  <a:gd name="T28" fmla="*/ 137 w 1401"/>
                  <a:gd name="T29" fmla="*/ 418 h 902"/>
                  <a:gd name="T30" fmla="*/ 269 w 1401"/>
                  <a:gd name="T31" fmla="*/ 593 h 902"/>
                  <a:gd name="T32" fmla="*/ 661 w 1401"/>
                  <a:gd name="T33" fmla="*/ 477 h 902"/>
                  <a:gd name="T34" fmla="*/ 1134 w 1401"/>
                  <a:gd name="T35" fmla="*/ 591 h 902"/>
                  <a:gd name="T36" fmla="*/ 777 w 1401"/>
                  <a:gd name="T37" fmla="*/ 168 h 902"/>
                  <a:gd name="T38" fmla="*/ 1068 w 1401"/>
                  <a:gd name="T39" fmla="*/ 613 h 902"/>
                  <a:gd name="T40" fmla="*/ 495 w 1401"/>
                  <a:gd name="T41" fmla="*/ 543 h 902"/>
                  <a:gd name="T42" fmla="*/ 294 w 1401"/>
                  <a:gd name="T43" fmla="*/ 676 h 902"/>
                  <a:gd name="T44" fmla="*/ 430 w 1401"/>
                  <a:gd name="T45" fmla="*/ 661 h 902"/>
                  <a:gd name="T46" fmla="*/ 1040 w 1401"/>
                  <a:gd name="T47" fmla="*/ 694 h 902"/>
                  <a:gd name="T48" fmla="*/ 270 w 1401"/>
                  <a:gd name="T49" fmla="*/ 841 h 902"/>
                  <a:gd name="T50" fmla="*/ 269 w 1401"/>
                  <a:gd name="T51" fmla="*/ 741 h 902"/>
                  <a:gd name="T52" fmla="*/ 270 w 1401"/>
                  <a:gd name="T53" fmla="*/ 841 h 902"/>
                  <a:gd name="T54" fmla="*/ 699 w 1401"/>
                  <a:gd name="T55" fmla="*/ 50 h 902"/>
                  <a:gd name="T56" fmla="*/ 701 w 1401"/>
                  <a:gd name="T57" fmla="*/ 152 h 902"/>
                  <a:gd name="T58" fmla="*/ 1131 w 1401"/>
                  <a:gd name="T59" fmla="*/ 741 h 902"/>
                  <a:gd name="T60" fmla="*/ 1130 w 1401"/>
                  <a:gd name="T61" fmla="*/ 841 h 902"/>
                  <a:gd name="T62" fmla="*/ 1131 w 1401"/>
                  <a:gd name="T63" fmla="*/ 741 h 9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01" h="902">
                    <a:moveTo>
                      <a:pt x="360" y="744"/>
                    </a:moveTo>
                    <a:cubicBezTo>
                      <a:pt x="379" y="800"/>
                      <a:pt x="370" y="841"/>
                      <a:pt x="332" y="870"/>
                    </a:cubicBezTo>
                    <a:cubicBezTo>
                      <a:pt x="299" y="895"/>
                      <a:pt x="262" y="899"/>
                      <a:pt x="225" y="880"/>
                    </a:cubicBezTo>
                    <a:cubicBezTo>
                      <a:pt x="188" y="862"/>
                      <a:pt x="169" y="830"/>
                      <a:pt x="170" y="788"/>
                    </a:cubicBezTo>
                    <a:cubicBezTo>
                      <a:pt x="172" y="747"/>
                      <a:pt x="192" y="716"/>
                      <a:pt x="229" y="700"/>
                    </a:cubicBezTo>
                    <a:cubicBezTo>
                      <a:pt x="243" y="694"/>
                      <a:pt x="244" y="686"/>
                      <a:pt x="246" y="673"/>
                    </a:cubicBezTo>
                    <a:cubicBezTo>
                      <a:pt x="249" y="648"/>
                      <a:pt x="239" y="632"/>
                      <a:pt x="219" y="616"/>
                    </a:cubicBezTo>
                    <a:cubicBezTo>
                      <a:pt x="150" y="561"/>
                      <a:pt x="83" y="503"/>
                      <a:pt x="15" y="446"/>
                    </a:cubicBezTo>
                    <a:cubicBezTo>
                      <a:pt x="11" y="442"/>
                      <a:pt x="7" y="438"/>
                      <a:pt x="0" y="432"/>
                    </a:cubicBezTo>
                    <a:cubicBezTo>
                      <a:pt x="48" y="408"/>
                      <a:pt x="94" y="384"/>
                      <a:pt x="140" y="361"/>
                    </a:cubicBezTo>
                    <a:cubicBezTo>
                      <a:pt x="288" y="285"/>
                      <a:pt x="436" y="208"/>
                      <a:pt x="584" y="133"/>
                    </a:cubicBezTo>
                    <a:cubicBezTo>
                      <a:pt x="597" y="126"/>
                      <a:pt x="602" y="120"/>
                      <a:pt x="601" y="104"/>
                    </a:cubicBezTo>
                    <a:cubicBezTo>
                      <a:pt x="597" y="48"/>
                      <a:pt x="644" y="0"/>
                      <a:pt x="701" y="0"/>
                    </a:cubicBezTo>
                    <a:cubicBezTo>
                      <a:pt x="759" y="1"/>
                      <a:pt x="806" y="50"/>
                      <a:pt x="801" y="107"/>
                    </a:cubicBezTo>
                    <a:cubicBezTo>
                      <a:pt x="799" y="120"/>
                      <a:pt x="803" y="125"/>
                      <a:pt x="814" y="131"/>
                    </a:cubicBezTo>
                    <a:cubicBezTo>
                      <a:pt x="1000" y="226"/>
                      <a:pt x="1186" y="322"/>
                      <a:pt x="1372" y="417"/>
                    </a:cubicBezTo>
                    <a:cubicBezTo>
                      <a:pt x="1381" y="422"/>
                      <a:pt x="1389" y="427"/>
                      <a:pt x="1401" y="433"/>
                    </a:cubicBezTo>
                    <a:cubicBezTo>
                      <a:pt x="1376" y="454"/>
                      <a:pt x="1353" y="473"/>
                      <a:pt x="1330" y="493"/>
                    </a:cubicBezTo>
                    <a:cubicBezTo>
                      <a:pt x="1277" y="537"/>
                      <a:pt x="1224" y="582"/>
                      <a:pt x="1171" y="626"/>
                    </a:cubicBezTo>
                    <a:cubicBezTo>
                      <a:pt x="1158" y="637"/>
                      <a:pt x="1150" y="676"/>
                      <a:pt x="1157" y="690"/>
                    </a:cubicBezTo>
                    <a:cubicBezTo>
                      <a:pt x="1159" y="694"/>
                      <a:pt x="1164" y="696"/>
                      <a:pt x="1168" y="698"/>
                    </a:cubicBezTo>
                    <a:cubicBezTo>
                      <a:pt x="1221" y="722"/>
                      <a:pt x="1245" y="777"/>
                      <a:pt x="1224" y="828"/>
                    </a:cubicBezTo>
                    <a:cubicBezTo>
                      <a:pt x="1204" y="877"/>
                      <a:pt x="1151" y="902"/>
                      <a:pt x="1101" y="887"/>
                    </a:cubicBezTo>
                    <a:cubicBezTo>
                      <a:pt x="1048" y="870"/>
                      <a:pt x="1020" y="817"/>
                      <a:pt x="1035" y="761"/>
                    </a:cubicBezTo>
                    <a:cubicBezTo>
                      <a:pt x="1036" y="758"/>
                      <a:pt x="1037" y="755"/>
                      <a:pt x="1038" y="752"/>
                    </a:cubicBezTo>
                    <a:cubicBezTo>
                      <a:pt x="909" y="663"/>
                      <a:pt x="497" y="655"/>
                      <a:pt x="360" y="744"/>
                    </a:cubicBezTo>
                    <a:close/>
                    <a:moveTo>
                      <a:pt x="777" y="168"/>
                    </a:moveTo>
                    <a:cubicBezTo>
                      <a:pt x="725" y="211"/>
                      <a:pt x="684" y="212"/>
                      <a:pt x="632" y="175"/>
                    </a:cubicBezTo>
                    <a:cubicBezTo>
                      <a:pt x="627" y="172"/>
                      <a:pt x="616" y="173"/>
                      <a:pt x="610" y="176"/>
                    </a:cubicBezTo>
                    <a:cubicBezTo>
                      <a:pt x="452" y="257"/>
                      <a:pt x="294" y="338"/>
                      <a:pt x="137" y="418"/>
                    </a:cubicBezTo>
                    <a:cubicBezTo>
                      <a:pt x="122" y="426"/>
                      <a:pt x="107" y="434"/>
                      <a:pt x="90" y="443"/>
                    </a:cubicBezTo>
                    <a:cubicBezTo>
                      <a:pt x="152" y="495"/>
                      <a:pt x="211" y="544"/>
                      <a:pt x="269" y="593"/>
                    </a:cubicBezTo>
                    <a:cubicBezTo>
                      <a:pt x="318" y="550"/>
                      <a:pt x="351" y="532"/>
                      <a:pt x="412" y="512"/>
                    </a:cubicBezTo>
                    <a:cubicBezTo>
                      <a:pt x="493" y="487"/>
                      <a:pt x="576" y="479"/>
                      <a:pt x="661" y="477"/>
                    </a:cubicBezTo>
                    <a:cubicBezTo>
                      <a:pt x="778" y="476"/>
                      <a:pt x="894" y="483"/>
                      <a:pt x="1005" y="526"/>
                    </a:cubicBezTo>
                    <a:cubicBezTo>
                      <a:pt x="1049" y="543"/>
                      <a:pt x="1089" y="568"/>
                      <a:pt x="1134" y="591"/>
                    </a:cubicBezTo>
                    <a:cubicBezTo>
                      <a:pt x="1190" y="544"/>
                      <a:pt x="1250" y="494"/>
                      <a:pt x="1311" y="443"/>
                    </a:cubicBezTo>
                    <a:cubicBezTo>
                      <a:pt x="1131" y="350"/>
                      <a:pt x="954" y="259"/>
                      <a:pt x="777" y="168"/>
                    </a:cubicBezTo>
                    <a:close/>
                    <a:moveTo>
                      <a:pt x="1104" y="692"/>
                    </a:moveTo>
                    <a:cubicBezTo>
                      <a:pt x="1115" y="655"/>
                      <a:pt x="1101" y="629"/>
                      <a:pt x="1068" y="613"/>
                    </a:cubicBezTo>
                    <a:cubicBezTo>
                      <a:pt x="1031" y="595"/>
                      <a:pt x="994" y="573"/>
                      <a:pt x="954" y="562"/>
                    </a:cubicBezTo>
                    <a:cubicBezTo>
                      <a:pt x="803" y="519"/>
                      <a:pt x="649" y="518"/>
                      <a:pt x="495" y="543"/>
                    </a:cubicBezTo>
                    <a:cubicBezTo>
                      <a:pt x="434" y="554"/>
                      <a:pt x="376" y="572"/>
                      <a:pt x="326" y="610"/>
                    </a:cubicBezTo>
                    <a:cubicBezTo>
                      <a:pt x="303" y="627"/>
                      <a:pt x="291" y="646"/>
                      <a:pt x="294" y="676"/>
                    </a:cubicBezTo>
                    <a:cubicBezTo>
                      <a:pt x="297" y="696"/>
                      <a:pt x="315" y="707"/>
                      <a:pt x="334" y="699"/>
                    </a:cubicBezTo>
                    <a:cubicBezTo>
                      <a:pt x="366" y="686"/>
                      <a:pt x="397" y="671"/>
                      <a:pt x="430" y="661"/>
                    </a:cubicBezTo>
                    <a:cubicBezTo>
                      <a:pt x="540" y="630"/>
                      <a:pt x="654" y="627"/>
                      <a:pt x="767" y="634"/>
                    </a:cubicBezTo>
                    <a:cubicBezTo>
                      <a:pt x="861" y="639"/>
                      <a:pt x="954" y="653"/>
                      <a:pt x="1040" y="694"/>
                    </a:cubicBezTo>
                    <a:cubicBezTo>
                      <a:pt x="1064" y="706"/>
                      <a:pt x="1084" y="709"/>
                      <a:pt x="1104" y="692"/>
                    </a:cubicBezTo>
                    <a:close/>
                    <a:moveTo>
                      <a:pt x="270" y="841"/>
                    </a:moveTo>
                    <a:cubicBezTo>
                      <a:pt x="299" y="841"/>
                      <a:pt x="322" y="818"/>
                      <a:pt x="321" y="790"/>
                    </a:cubicBezTo>
                    <a:cubicBezTo>
                      <a:pt x="321" y="763"/>
                      <a:pt x="298" y="741"/>
                      <a:pt x="269" y="741"/>
                    </a:cubicBezTo>
                    <a:cubicBezTo>
                      <a:pt x="242" y="741"/>
                      <a:pt x="220" y="763"/>
                      <a:pt x="219" y="790"/>
                    </a:cubicBezTo>
                    <a:cubicBezTo>
                      <a:pt x="219" y="818"/>
                      <a:pt x="242" y="841"/>
                      <a:pt x="270" y="841"/>
                    </a:cubicBezTo>
                    <a:close/>
                    <a:moveTo>
                      <a:pt x="751" y="100"/>
                    </a:moveTo>
                    <a:cubicBezTo>
                      <a:pt x="751" y="72"/>
                      <a:pt x="726" y="49"/>
                      <a:pt x="699" y="50"/>
                    </a:cubicBezTo>
                    <a:cubicBezTo>
                      <a:pt x="672" y="51"/>
                      <a:pt x="649" y="75"/>
                      <a:pt x="650" y="103"/>
                    </a:cubicBezTo>
                    <a:cubicBezTo>
                      <a:pt x="651" y="129"/>
                      <a:pt x="674" y="152"/>
                      <a:pt x="701" y="152"/>
                    </a:cubicBezTo>
                    <a:cubicBezTo>
                      <a:pt x="728" y="151"/>
                      <a:pt x="752" y="128"/>
                      <a:pt x="751" y="100"/>
                    </a:cubicBezTo>
                    <a:close/>
                    <a:moveTo>
                      <a:pt x="1131" y="741"/>
                    </a:moveTo>
                    <a:cubicBezTo>
                      <a:pt x="1103" y="741"/>
                      <a:pt x="1079" y="764"/>
                      <a:pt x="1080" y="791"/>
                    </a:cubicBezTo>
                    <a:cubicBezTo>
                      <a:pt x="1080" y="818"/>
                      <a:pt x="1103" y="841"/>
                      <a:pt x="1130" y="841"/>
                    </a:cubicBezTo>
                    <a:cubicBezTo>
                      <a:pt x="1158" y="841"/>
                      <a:pt x="1181" y="819"/>
                      <a:pt x="1182" y="792"/>
                    </a:cubicBezTo>
                    <a:cubicBezTo>
                      <a:pt x="1182" y="764"/>
                      <a:pt x="1159" y="741"/>
                      <a:pt x="1131" y="7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745" name="Freeform 53"/>
              <p:cNvSpPr>
                <a:spLocks noEditPoints="1"/>
              </p:cNvSpPr>
              <p:nvPr/>
            </p:nvSpPr>
            <p:spPr bwMode="auto">
              <a:xfrm>
                <a:off x="412" y="2336"/>
                <a:ext cx="128" cy="141"/>
              </a:xfrm>
              <a:custGeom>
                <a:avLst/>
                <a:gdLst>
                  <a:gd name="T0" fmla="*/ 517 w 777"/>
                  <a:gd name="T1" fmla="*/ 546 h 863"/>
                  <a:gd name="T2" fmla="*/ 495 w 777"/>
                  <a:gd name="T3" fmla="*/ 546 h 863"/>
                  <a:gd name="T4" fmla="*/ 289 w 777"/>
                  <a:gd name="T5" fmla="*/ 546 h 863"/>
                  <a:gd name="T6" fmla="*/ 188 w 777"/>
                  <a:gd name="T7" fmla="*/ 459 h 863"/>
                  <a:gd name="T8" fmla="*/ 189 w 777"/>
                  <a:gd name="T9" fmla="*/ 342 h 863"/>
                  <a:gd name="T10" fmla="*/ 288 w 777"/>
                  <a:gd name="T11" fmla="*/ 247 h 863"/>
                  <a:gd name="T12" fmla="*/ 564 w 777"/>
                  <a:gd name="T13" fmla="*/ 245 h 863"/>
                  <a:gd name="T14" fmla="*/ 568 w 777"/>
                  <a:gd name="T15" fmla="*/ 248 h 863"/>
                  <a:gd name="T16" fmla="*/ 568 w 777"/>
                  <a:gd name="T17" fmla="*/ 269 h 863"/>
                  <a:gd name="T18" fmla="*/ 568 w 777"/>
                  <a:gd name="T19" fmla="*/ 533 h 863"/>
                  <a:gd name="T20" fmla="*/ 570 w 777"/>
                  <a:gd name="T21" fmla="*/ 567 h 863"/>
                  <a:gd name="T22" fmla="*/ 620 w 777"/>
                  <a:gd name="T23" fmla="*/ 595 h 863"/>
                  <a:gd name="T24" fmla="*/ 658 w 777"/>
                  <a:gd name="T25" fmla="*/ 559 h 863"/>
                  <a:gd name="T26" fmla="*/ 434 w 777"/>
                  <a:gd name="T27" fmla="*/ 74 h 863"/>
                  <a:gd name="T28" fmla="*/ 50 w 777"/>
                  <a:gd name="T29" fmla="*/ 404 h 863"/>
                  <a:gd name="T30" fmla="*/ 361 w 777"/>
                  <a:gd name="T31" fmla="*/ 721 h 863"/>
                  <a:gd name="T32" fmla="*/ 361 w 777"/>
                  <a:gd name="T33" fmla="*/ 631 h 863"/>
                  <a:gd name="T34" fmla="*/ 563 w 777"/>
                  <a:gd name="T35" fmla="*/ 747 h 863"/>
                  <a:gd name="T36" fmla="*/ 363 w 777"/>
                  <a:gd name="T37" fmla="*/ 863 h 863"/>
                  <a:gd name="T38" fmla="*/ 363 w 777"/>
                  <a:gd name="T39" fmla="*/ 773 h 863"/>
                  <a:gd name="T40" fmla="*/ 316 w 777"/>
                  <a:gd name="T41" fmla="*/ 767 h 863"/>
                  <a:gd name="T42" fmla="*/ 0 w 777"/>
                  <a:gd name="T43" fmla="*/ 396 h 863"/>
                  <a:gd name="T44" fmla="*/ 316 w 777"/>
                  <a:gd name="T45" fmla="*/ 24 h 863"/>
                  <a:gd name="T46" fmla="*/ 688 w 777"/>
                  <a:gd name="T47" fmla="*/ 186 h 863"/>
                  <a:gd name="T48" fmla="*/ 699 w 777"/>
                  <a:gd name="T49" fmla="*/ 590 h 863"/>
                  <a:gd name="T50" fmla="*/ 604 w 777"/>
                  <a:gd name="T51" fmla="*/ 650 h 863"/>
                  <a:gd name="T52" fmla="*/ 520 w 777"/>
                  <a:gd name="T53" fmla="*/ 575 h 863"/>
                  <a:gd name="T54" fmla="*/ 517 w 777"/>
                  <a:gd name="T55" fmla="*/ 546 h 863"/>
                  <a:gd name="T56" fmla="*/ 517 w 777"/>
                  <a:gd name="T57" fmla="*/ 294 h 863"/>
                  <a:gd name="T58" fmla="*/ 300 w 777"/>
                  <a:gd name="T59" fmla="*/ 295 h 863"/>
                  <a:gd name="T60" fmla="*/ 237 w 777"/>
                  <a:gd name="T61" fmla="*/ 360 h 863"/>
                  <a:gd name="T62" fmla="*/ 237 w 777"/>
                  <a:gd name="T63" fmla="*/ 444 h 863"/>
                  <a:gd name="T64" fmla="*/ 293 w 777"/>
                  <a:gd name="T65" fmla="*/ 496 h 863"/>
                  <a:gd name="T66" fmla="*/ 463 w 777"/>
                  <a:gd name="T67" fmla="*/ 496 h 863"/>
                  <a:gd name="T68" fmla="*/ 517 w 777"/>
                  <a:gd name="T69" fmla="*/ 496 h 863"/>
                  <a:gd name="T70" fmla="*/ 517 w 777"/>
                  <a:gd name="T71" fmla="*/ 294 h 8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77" h="863">
                    <a:moveTo>
                      <a:pt x="517" y="546"/>
                    </a:moveTo>
                    <a:cubicBezTo>
                      <a:pt x="509" y="546"/>
                      <a:pt x="502" y="546"/>
                      <a:pt x="495" y="546"/>
                    </a:cubicBezTo>
                    <a:cubicBezTo>
                      <a:pt x="426" y="546"/>
                      <a:pt x="358" y="546"/>
                      <a:pt x="289" y="546"/>
                    </a:cubicBezTo>
                    <a:cubicBezTo>
                      <a:pt x="233" y="546"/>
                      <a:pt x="193" y="514"/>
                      <a:pt x="188" y="459"/>
                    </a:cubicBezTo>
                    <a:cubicBezTo>
                      <a:pt x="184" y="420"/>
                      <a:pt x="184" y="380"/>
                      <a:pt x="189" y="342"/>
                    </a:cubicBezTo>
                    <a:cubicBezTo>
                      <a:pt x="195" y="287"/>
                      <a:pt x="233" y="249"/>
                      <a:pt x="288" y="247"/>
                    </a:cubicBezTo>
                    <a:cubicBezTo>
                      <a:pt x="380" y="243"/>
                      <a:pt x="472" y="245"/>
                      <a:pt x="564" y="245"/>
                    </a:cubicBezTo>
                    <a:cubicBezTo>
                      <a:pt x="564" y="245"/>
                      <a:pt x="565" y="246"/>
                      <a:pt x="568" y="248"/>
                    </a:cubicBezTo>
                    <a:cubicBezTo>
                      <a:pt x="568" y="254"/>
                      <a:pt x="568" y="262"/>
                      <a:pt x="568" y="269"/>
                    </a:cubicBezTo>
                    <a:cubicBezTo>
                      <a:pt x="568" y="357"/>
                      <a:pt x="568" y="445"/>
                      <a:pt x="568" y="533"/>
                    </a:cubicBezTo>
                    <a:cubicBezTo>
                      <a:pt x="568" y="545"/>
                      <a:pt x="569" y="556"/>
                      <a:pt x="570" y="567"/>
                    </a:cubicBezTo>
                    <a:cubicBezTo>
                      <a:pt x="574" y="596"/>
                      <a:pt x="595" y="609"/>
                      <a:pt x="620" y="595"/>
                    </a:cubicBezTo>
                    <a:cubicBezTo>
                      <a:pt x="635" y="587"/>
                      <a:pt x="649" y="574"/>
                      <a:pt x="658" y="559"/>
                    </a:cubicBezTo>
                    <a:cubicBezTo>
                      <a:pt x="775" y="370"/>
                      <a:pt x="654" y="109"/>
                      <a:pt x="434" y="74"/>
                    </a:cubicBezTo>
                    <a:cubicBezTo>
                      <a:pt x="227" y="41"/>
                      <a:pt x="46" y="196"/>
                      <a:pt x="50" y="404"/>
                    </a:cubicBezTo>
                    <a:cubicBezTo>
                      <a:pt x="55" y="588"/>
                      <a:pt x="206" y="716"/>
                      <a:pt x="361" y="721"/>
                    </a:cubicBezTo>
                    <a:cubicBezTo>
                      <a:pt x="361" y="693"/>
                      <a:pt x="361" y="664"/>
                      <a:pt x="361" y="631"/>
                    </a:cubicBezTo>
                    <a:cubicBezTo>
                      <a:pt x="430" y="671"/>
                      <a:pt x="495" y="708"/>
                      <a:pt x="563" y="747"/>
                    </a:cubicBezTo>
                    <a:cubicBezTo>
                      <a:pt x="495" y="786"/>
                      <a:pt x="430" y="824"/>
                      <a:pt x="363" y="863"/>
                    </a:cubicBezTo>
                    <a:cubicBezTo>
                      <a:pt x="363" y="832"/>
                      <a:pt x="363" y="803"/>
                      <a:pt x="363" y="773"/>
                    </a:cubicBezTo>
                    <a:cubicBezTo>
                      <a:pt x="346" y="771"/>
                      <a:pt x="331" y="770"/>
                      <a:pt x="316" y="767"/>
                    </a:cubicBezTo>
                    <a:cubicBezTo>
                      <a:pt x="131" y="735"/>
                      <a:pt x="0" y="581"/>
                      <a:pt x="0" y="396"/>
                    </a:cubicBezTo>
                    <a:cubicBezTo>
                      <a:pt x="0" y="211"/>
                      <a:pt x="130" y="54"/>
                      <a:pt x="316" y="24"/>
                    </a:cubicBezTo>
                    <a:cubicBezTo>
                      <a:pt x="472" y="0"/>
                      <a:pt x="600" y="55"/>
                      <a:pt x="688" y="186"/>
                    </a:cubicBezTo>
                    <a:cubicBezTo>
                      <a:pt x="775" y="316"/>
                      <a:pt x="777" y="453"/>
                      <a:pt x="699" y="590"/>
                    </a:cubicBezTo>
                    <a:cubicBezTo>
                      <a:pt x="679" y="626"/>
                      <a:pt x="647" y="649"/>
                      <a:pt x="604" y="650"/>
                    </a:cubicBezTo>
                    <a:cubicBezTo>
                      <a:pt x="559" y="651"/>
                      <a:pt x="529" y="624"/>
                      <a:pt x="520" y="575"/>
                    </a:cubicBezTo>
                    <a:cubicBezTo>
                      <a:pt x="519" y="566"/>
                      <a:pt x="518" y="557"/>
                      <a:pt x="517" y="546"/>
                    </a:cubicBezTo>
                    <a:close/>
                    <a:moveTo>
                      <a:pt x="517" y="294"/>
                    </a:moveTo>
                    <a:cubicBezTo>
                      <a:pt x="444" y="294"/>
                      <a:pt x="372" y="293"/>
                      <a:pt x="300" y="295"/>
                    </a:cubicBezTo>
                    <a:cubicBezTo>
                      <a:pt x="260" y="296"/>
                      <a:pt x="239" y="319"/>
                      <a:pt x="237" y="360"/>
                    </a:cubicBezTo>
                    <a:cubicBezTo>
                      <a:pt x="235" y="388"/>
                      <a:pt x="235" y="416"/>
                      <a:pt x="237" y="444"/>
                    </a:cubicBezTo>
                    <a:cubicBezTo>
                      <a:pt x="238" y="481"/>
                      <a:pt x="256" y="496"/>
                      <a:pt x="293" y="496"/>
                    </a:cubicBezTo>
                    <a:cubicBezTo>
                      <a:pt x="350" y="496"/>
                      <a:pt x="406" y="496"/>
                      <a:pt x="463" y="496"/>
                    </a:cubicBezTo>
                    <a:cubicBezTo>
                      <a:pt x="480" y="496"/>
                      <a:pt x="498" y="496"/>
                      <a:pt x="517" y="496"/>
                    </a:cubicBezTo>
                    <a:cubicBezTo>
                      <a:pt x="517" y="428"/>
                      <a:pt x="517" y="362"/>
                      <a:pt x="517" y="29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grpSp>
      </p:grpSp>
      <p:grpSp>
        <p:nvGrpSpPr>
          <p:cNvPr id="791" name="Group 790"/>
          <p:cNvGrpSpPr/>
          <p:nvPr userDrawn="1"/>
        </p:nvGrpSpPr>
        <p:grpSpPr>
          <a:xfrm>
            <a:off x="8510579" y="3910247"/>
            <a:ext cx="716535" cy="716533"/>
            <a:chOff x="6580574" y="3023127"/>
            <a:chExt cx="537401" cy="537400"/>
          </a:xfrm>
        </p:grpSpPr>
        <p:sp>
          <p:nvSpPr>
            <p:cNvPr id="792" name="Oval 791"/>
            <p:cNvSpPr/>
            <p:nvPr/>
          </p:nvSpPr>
          <p:spPr>
            <a:xfrm flipH="1">
              <a:off x="6580574" y="3023127"/>
              <a:ext cx="537401" cy="537400"/>
            </a:xfrm>
            <a:prstGeom prst="ellipse">
              <a:avLst/>
            </a:prstGeom>
            <a:solidFill>
              <a:schemeClr val="bg1">
                <a:alpha val="52000"/>
              </a:schemeClr>
            </a:solidFill>
            <a:ln w="47625" cap="sq">
              <a:noFill/>
              <a:bevel/>
            </a:ln>
            <a:effectLst/>
          </p:spPr>
          <p:txBody>
            <a:bodyPr vert="horz" wrap="square" lIns="121920" tIns="60960" rIns="121920" bIns="6096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3200" b="0" i="0" u="none" strike="noStrike" kern="0" cap="none" spc="0" normalizeH="0" baseline="0" noProof="0">
                <a:ln>
                  <a:noFill/>
                </a:ln>
                <a:solidFill>
                  <a:srgbClr val="000000"/>
                </a:solidFill>
                <a:effectLst/>
                <a:uLnTx/>
                <a:uFillTx/>
                <a:latin typeface="Calibri"/>
                <a:sym typeface="Calibri"/>
              </a:endParaRPr>
            </a:p>
          </p:txBody>
        </p:sp>
        <p:grpSp>
          <p:nvGrpSpPr>
            <p:cNvPr id="793" name="Group 792"/>
            <p:cNvGrpSpPr/>
            <p:nvPr/>
          </p:nvGrpSpPr>
          <p:grpSpPr>
            <a:xfrm>
              <a:off x="6648942" y="3094819"/>
              <a:ext cx="396786" cy="396785"/>
              <a:chOff x="4396081" y="1188341"/>
              <a:chExt cx="381841" cy="381840"/>
            </a:xfrm>
          </p:grpSpPr>
          <p:sp>
            <p:nvSpPr>
              <p:cNvPr id="794" name="Oval 793"/>
              <p:cNvSpPr/>
              <p:nvPr/>
            </p:nvSpPr>
            <p:spPr>
              <a:xfrm flipH="1">
                <a:off x="4396081" y="1188341"/>
                <a:ext cx="381841" cy="381840"/>
              </a:xfrm>
              <a:prstGeom prst="ellipse">
                <a:avLst/>
              </a:prstGeom>
              <a:solidFill>
                <a:srgbClr val="03B0F0"/>
              </a:solidFill>
              <a:ln w="47625" cap="sq">
                <a:noFill/>
                <a:bevel/>
              </a:ln>
              <a:effectLst/>
            </p:spPr>
            <p:txBody>
              <a:bodyPr vert="horz" wrap="square" lIns="121920" tIns="60960" rIns="121920" bIns="6096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3200" b="0" i="0" u="none" strike="noStrike" kern="0" cap="none" spc="0" normalizeH="0" baseline="0" noProof="0">
                  <a:ln>
                    <a:noFill/>
                  </a:ln>
                  <a:solidFill>
                    <a:srgbClr val="000000"/>
                  </a:solidFill>
                  <a:effectLst/>
                  <a:uLnTx/>
                  <a:uFillTx/>
                  <a:latin typeface="Calibri"/>
                  <a:sym typeface="Calibri"/>
                </a:endParaRPr>
              </a:p>
            </p:txBody>
          </p:sp>
          <p:grpSp>
            <p:nvGrpSpPr>
              <p:cNvPr id="795" name="Group 794"/>
              <p:cNvGrpSpPr>
                <a:grpSpLocks noChangeAspect="1"/>
              </p:cNvGrpSpPr>
              <p:nvPr/>
            </p:nvGrpSpPr>
            <p:grpSpPr bwMode="auto">
              <a:xfrm>
                <a:off x="4469590" y="1249762"/>
                <a:ext cx="234485" cy="267695"/>
                <a:chOff x="-1578" y="2070"/>
                <a:chExt cx="466" cy="532"/>
              </a:xfrm>
              <a:solidFill>
                <a:schemeClr val="bg1"/>
              </a:solidFill>
            </p:grpSpPr>
            <p:sp>
              <p:nvSpPr>
                <p:cNvPr id="796" name="Freeform 60"/>
                <p:cNvSpPr>
                  <a:spLocks noEditPoints="1"/>
                </p:cNvSpPr>
                <p:nvPr/>
              </p:nvSpPr>
              <p:spPr bwMode="auto">
                <a:xfrm>
                  <a:off x="-1578" y="2070"/>
                  <a:ext cx="466" cy="532"/>
                </a:xfrm>
                <a:custGeom>
                  <a:avLst/>
                  <a:gdLst>
                    <a:gd name="T0" fmla="*/ 163 w 1552"/>
                    <a:gd name="T1" fmla="*/ 309 h 1784"/>
                    <a:gd name="T2" fmla="*/ 803 w 1552"/>
                    <a:gd name="T3" fmla="*/ 7 h 1784"/>
                    <a:gd name="T4" fmla="*/ 1354 w 1552"/>
                    <a:gd name="T5" fmla="*/ 266 h 1784"/>
                    <a:gd name="T6" fmla="*/ 1549 w 1552"/>
                    <a:gd name="T7" fmla="*/ 372 h 1784"/>
                    <a:gd name="T8" fmla="*/ 1461 w 1552"/>
                    <a:gd name="T9" fmla="*/ 503 h 1784"/>
                    <a:gd name="T10" fmla="*/ 1436 w 1552"/>
                    <a:gd name="T11" fmla="*/ 1347 h 1784"/>
                    <a:gd name="T12" fmla="*/ 906 w 1552"/>
                    <a:gd name="T13" fmla="*/ 1638 h 1784"/>
                    <a:gd name="T14" fmla="*/ 715 w 1552"/>
                    <a:gd name="T15" fmla="*/ 1753 h 1784"/>
                    <a:gd name="T16" fmla="*/ 664 w 1552"/>
                    <a:gd name="T17" fmla="*/ 1623 h 1784"/>
                    <a:gd name="T18" fmla="*/ 124 w 1552"/>
                    <a:gd name="T19" fmla="*/ 1341 h 1784"/>
                    <a:gd name="T20" fmla="*/ 108 w 1552"/>
                    <a:gd name="T21" fmla="*/ 873 h 1784"/>
                    <a:gd name="T22" fmla="*/ 0 w 1552"/>
                    <a:gd name="T23" fmla="*/ 848 h 1784"/>
                    <a:gd name="T24" fmla="*/ 283 w 1552"/>
                    <a:gd name="T25" fmla="*/ 847 h 1784"/>
                    <a:gd name="T26" fmla="*/ 175 w 1552"/>
                    <a:gd name="T27" fmla="*/ 870 h 1784"/>
                    <a:gd name="T28" fmla="*/ 194 w 1552"/>
                    <a:gd name="T29" fmla="*/ 1302 h 1784"/>
                    <a:gd name="T30" fmla="*/ 711 w 1552"/>
                    <a:gd name="T31" fmla="*/ 1554 h 1784"/>
                    <a:gd name="T32" fmla="*/ 750 w 1552"/>
                    <a:gd name="T33" fmla="*/ 1488 h 1784"/>
                    <a:gd name="T34" fmla="*/ 731 w 1552"/>
                    <a:gd name="T35" fmla="*/ 703 h 1784"/>
                    <a:gd name="T36" fmla="*/ 68 w 1552"/>
                    <a:gd name="T37" fmla="*/ 357 h 1784"/>
                    <a:gd name="T38" fmla="*/ 818 w 1552"/>
                    <a:gd name="T39" fmla="*/ 1499 h 1784"/>
                    <a:gd name="T40" fmla="*/ 857 w 1552"/>
                    <a:gd name="T41" fmla="*/ 1553 h 1784"/>
                    <a:gd name="T42" fmla="*/ 1374 w 1552"/>
                    <a:gd name="T43" fmla="*/ 1303 h 1784"/>
                    <a:gd name="T44" fmla="*/ 1394 w 1552"/>
                    <a:gd name="T45" fmla="*/ 510 h 1784"/>
                    <a:gd name="T46" fmla="*/ 1345 w 1552"/>
                    <a:gd name="T47" fmla="*/ 455 h 1784"/>
                    <a:gd name="T48" fmla="*/ 833 w 1552"/>
                    <a:gd name="T49" fmla="*/ 705 h 1784"/>
                    <a:gd name="T50" fmla="*/ 819 w 1552"/>
                    <a:gd name="T51" fmla="*/ 1122 h 1784"/>
                    <a:gd name="T52" fmla="*/ 225 w 1552"/>
                    <a:gd name="T53" fmla="*/ 362 h 1784"/>
                    <a:gd name="T54" fmla="*/ 800 w 1552"/>
                    <a:gd name="T55" fmla="*/ 645 h 1784"/>
                    <a:gd name="T56" fmla="*/ 1306 w 1552"/>
                    <a:gd name="T57" fmla="*/ 350 h 1784"/>
                    <a:gd name="T58" fmla="*/ 797 w 1552"/>
                    <a:gd name="T59" fmla="*/ 81 h 1784"/>
                    <a:gd name="T60" fmla="*/ 661 w 1552"/>
                    <a:gd name="T61" fmla="*/ 135 h 1784"/>
                    <a:gd name="T62" fmla="*/ 1489 w 1552"/>
                    <a:gd name="T63" fmla="*/ 364 h 1784"/>
                    <a:gd name="T64" fmla="*/ 1365 w 1552"/>
                    <a:gd name="T65" fmla="*/ 365 h 1784"/>
                    <a:gd name="T66" fmla="*/ 1489 w 1552"/>
                    <a:gd name="T67" fmla="*/ 364 h 1784"/>
                    <a:gd name="T68" fmla="*/ 785 w 1552"/>
                    <a:gd name="T69" fmla="*/ 1590 h 1784"/>
                    <a:gd name="T70" fmla="*/ 783 w 1552"/>
                    <a:gd name="T71" fmla="*/ 1714 h 17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52" h="1784">
                      <a:moveTo>
                        <a:pt x="68" y="357"/>
                      </a:moveTo>
                      <a:cubicBezTo>
                        <a:pt x="101" y="340"/>
                        <a:pt x="132" y="325"/>
                        <a:pt x="163" y="309"/>
                      </a:cubicBezTo>
                      <a:cubicBezTo>
                        <a:pt x="364" y="209"/>
                        <a:pt x="565" y="108"/>
                        <a:pt x="766" y="7"/>
                      </a:cubicBezTo>
                      <a:cubicBezTo>
                        <a:pt x="780" y="0"/>
                        <a:pt x="790" y="0"/>
                        <a:pt x="803" y="7"/>
                      </a:cubicBezTo>
                      <a:cubicBezTo>
                        <a:pt x="976" y="94"/>
                        <a:pt x="1150" y="181"/>
                        <a:pt x="1324" y="268"/>
                      </a:cubicBezTo>
                      <a:cubicBezTo>
                        <a:pt x="1336" y="274"/>
                        <a:pt x="1343" y="274"/>
                        <a:pt x="1354" y="266"/>
                      </a:cubicBezTo>
                      <a:cubicBezTo>
                        <a:pt x="1394" y="236"/>
                        <a:pt x="1439" y="232"/>
                        <a:pt x="1484" y="255"/>
                      </a:cubicBezTo>
                      <a:cubicBezTo>
                        <a:pt x="1530" y="279"/>
                        <a:pt x="1552" y="320"/>
                        <a:pt x="1549" y="372"/>
                      </a:cubicBezTo>
                      <a:cubicBezTo>
                        <a:pt x="1546" y="421"/>
                        <a:pt x="1521" y="457"/>
                        <a:pt x="1475" y="477"/>
                      </a:cubicBezTo>
                      <a:cubicBezTo>
                        <a:pt x="1461" y="483"/>
                        <a:pt x="1461" y="491"/>
                        <a:pt x="1461" y="503"/>
                      </a:cubicBezTo>
                      <a:cubicBezTo>
                        <a:pt x="1461" y="770"/>
                        <a:pt x="1461" y="1037"/>
                        <a:pt x="1462" y="1304"/>
                      </a:cubicBezTo>
                      <a:cubicBezTo>
                        <a:pt x="1462" y="1326"/>
                        <a:pt x="1455" y="1337"/>
                        <a:pt x="1436" y="1347"/>
                      </a:cubicBezTo>
                      <a:cubicBezTo>
                        <a:pt x="1263" y="1436"/>
                        <a:pt x="1091" y="1526"/>
                        <a:pt x="919" y="1615"/>
                      </a:cubicBezTo>
                      <a:cubicBezTo>
                        <a:pt x="908" y="1621"/>
                        <a:pt x="905" y="1626"/>
                        <a:pt x="906" y="1638"/>
                      </a:cubicBezTo>
                      <a:cubicBezTo>
                        <a:pt x="911" y="1690"/>
                        <a:pt x="892" y="1731"/>
                        <a:pt x="847" y="1758"/>
                      </a:cubicBezTo>
                      <a:cubicBezTo>
                        <a:pt x="802" y="1784"/>
                        <a:pt x="757" y="1782"/>
                        <a:pt x="715" y="1753"/>
                      </a:cubicBezTo>
                      <a:cubicBezTo>
                        <a:pt x="672" y="1723"/>
                        <a:pt x="656" y="1681"/>
                        <a:pt x="664" y="1629"/>
                      </a:cubicBezTo>
                      <a:cubicBezTo>
                        <a:pt x="664" y="1628"/>
                        <a:pt x="664" y="1627"/>
                        <a:pt x="664" y="1623"/>
                      </a:cubicBezTo>
                      <a:cubicBezTo>
                        <a:pt x="623" y="1601"/>
                        <a:pt x="580" y="1579"/>
                        <a:pt x="538" y="1557"/>
                      </a:cubicBezTo>
                      <a:cubicBezTo>
                        <a:pt x="400" y="1485"/>
                        <a:pt x="262" y="1413"/>
                        <a:pt x="124" y="1341"/>
                      </a:cubicBezTo>
                      <a:cubicBezTo>
                        <a:pt x="112" y="1335"/>
                        <a:pt x="108" y="1328"/>
                        <a:pt x="108" y="1315"/>
                      </a:cubicBezTo>
                      <a:cubicBezTo>
                        <a:pt x="109" y="1168"/>
                        <a:pt x="108" y="1021"/>
                        <a:pt x="108" y="873"/>
                      </a:cubicBezTo>
                      <a:cubicBezTo>
                        <a:pt x="108" y="866"/>
                        <a:pt x="108" y="858"/>
                        <a:pt x="108" y="848"/>
                      </a:cubicBezTo>
                      <a:cubicBezTo>
                        <a:pt x="73" y="848"/>
                        <a:pt x="38" y="848"/>
                        <a:pt x="0" y="848"/>
                      </a:cubicBezTo>
                      <a:cubicBezTo>
                        <a:pt x="48" y="765"/>
                        <a:pt x="94" y="685"/>
                        <a:pt x="142" y="602"/>
                      </a:cubicBezTo>
                      <a:cubicBezTo>
                        <a:pt x="189" y="684"/>
                        <a:pt x="235" y="764"/>
                        <a:pt x="283" y="847"/>
                      </a:cubicBezTo>
                      <a:cubicBezTo>
                        <a:pt x="246" y="847"/>
                        <a:pt x="212" y="847"/>
                        <a:pt x="175" y="847"/>
                      </a:cubicBezTo>
                      <a:cubicBezTo>
                        <a:pt x="175" y="856"/>
                        <a:pt x="175" y="863"/>
                        <a:pt x="175" y="870"/>
                      </a:cubicBezTo>
                      <a:cubicBezTo>
                        <a:pt x="175" y="1003"/>
                        <a:pt x="175" y="1137"/>
                        <a:pt x="175" y="1270"/>
                      </a:cubicBezTo>
                      <a:cubicBezTo>
                        <a:pt x="175" y="1286"/>
                        <a:pt x="180" y="1295"/>
                        <a:pt x="194" y="1302"/>
                      </a:cubicBezTo>
                      <a:cubicBezTo>
                        <a:pt x="357" y="1386"/>
                        <a:pt x="519" y="1471"/>
                        <a:pt x="681" y="1556"/>
                      </a:cubicBezTo>
                      <a:cubicBezTo>
                        <a:pt x="692" y="1562"/>
                        <a:pt x="701" y="1565"/>
                        <a:pt x="711" y="1554"/>
                      </a:cubicBezTo>
                      <a:cubicBezTo>
                        <a:pt x="713" y="1552"/>
                        <a:pt x="715" y="1550"/>
                        <a:pt x="717" y="1549"/>
                      </a:cubicBezTo>
                      <a:cubicBezTo>
                        <a:pt x="751" y="1541"/>
                        <a:pt x="750" y="1516"/>
                        <a:pt x="750" y="1488"/>
                      </a:cubicBezTo>
                      <a:cubicBezTo>
                        <a:pt x="749" y="1237"/>
                        <a:pt x="749" y="986"/>
                        <a:pt x="750" y="734"/>
                      </a:cubicBezTo>
                      <a:cubicBezTo>
                        <a:pt x="750" y="718"/>
                        <a:pt x="745" y="710"/>
                        <a:pt x="731" y="703"/>
                      </a:cubicBezTo>
                      <a:cubicBezTo>
                        <a:pt x="526" y="597"/>
                        <a:pt x="322" y="490"/>
                        <a:pt x="117" y="383"/>
                      </a:cubicBezTo>
                      <a:cubicBezTo>
                        <a:pt x="101" y="375"/>
                        <a:pt x="86" y="366"/>
                        <a:pt x="68" y="357"/>
                      </a:cubicBezTo>
                      <a:close/>
                      <a:moveTo>
                        <a:pt x="819" y="1122"/>
                      </a:moveTo>
                      <a:cubicBezTo>
                        <a:pt x="819" y="1248"/>
                        <a:pt x="819" y="1374"/>
                        <a:pt x="818" y="1499"/>
                      </a:cubicBezTo>
                      <a:cubicBezTo>
                        <a:pt x="818" y="1522"/>
                        <a:pt x="821" y="1539"/>
                        <a:pt x="846" y="1546"/>
                      </a:cubicBezTo>
                      <a:cubicBezTo>
                        <a:pt x="850" y="1547"/>
                        <a:pt x="854" y="1550"/>
                        <a:pt x="857" y="1553"/>
                      </a:cubicBezTo>
                      <a:cubicBezTo>
                        <a:pt x="867" y="1564"/>
                        <a:pt x="877" y="1562"/>
                        <a:pt x="889" y="1555"/>
                      </a:cubicBezTo>
                      <a:cubicBezTo>
                        <a:pt x="1050" y="1471"/>
                        <a:pt x="1212" y="1386"/>
                        <a:pt x="1374" y="1303"/>
                      </a:cubicBezTo>
                      <a:cubicBezTo>
                        <a:pt x="1389" y="1295"/>
                        <a:pt x="1394" y="1286"/>
                        <a:pt x="1394" y="1269"/>
                      </a:cubicBezTo>
                      <a:cubicBezTo>
                        <a:pt x="1393" y="1016"/>
                        <a:pt x="1393" y="763"/>
                        <a:pt x="1394" y="510"/>
                      </a:cubicBezTo>
                      <a:cubicBezTo>
                        <a:pt x="1394" y="491"/>
                        <a:pt x="1391" y="479"/>
                        <a:pt x="1371" y="473"/>
                      </a:cubicBezTo>
                      <a:cubicBezTo>
                        <a:pt x="1361" y="470"/>
                        <a:pt x="1352" y="463"/>
                        <a:pt x="1345" y="455"/>
                      </a:cubicBezTo>
                      <a:cubicBezTo>
                        <a:pt x="1336" y="446"/>
                        <a:pt x="1330" y="447"/>
                        <a:pt x="1319" y="452"/>
                      </a:cubicBezTo>
                      <a:cubicBezTo>
                        <a:pt x="1158" y="537"/>
                        <a:pt x="996" y="621"/>
                        <a:pt x="833" y="705"/>
                      </a:cubicBezTo>
                      <a:cubicBezTo>
                        <a:pt x="821" y="712"/>
                        <a:pt x="818" y="719"/>
                        <a:pt x="818" y="732"/>
                      </a:cubicBezTo>
                      <a:cubicBezTo>
                        <a:pt x="819" y="862"/>
                        <a:pt x="819" y="992"/>
                        <a:pt x="819" y="1122"/>
                      </a:cubicBezTo>
                      <a:close/>
                      <a:moveTo>
                        <a:pt x="219" y="357"/>
                      </a:moveTo>
                      <a:cubicBezTo>
                        <a:pt x="222" y="359"/>
                        <a:pt x="223" y="361"/>
                        <a:pt x="225" y="362"/>
                      </a:cubicBezTo>
                      <a:cubicBezTo>
                        <a:pt x="408" y="457"/>
                        <a:pt x="590" y="552"/>
                        <a:pt x="773" y="647"/>
                      </a:cubicBezTo>
                      <a:cubicBezTo>
                        <a:pt x="780" y="650"/>
                        <a:pt x="793" y="649"/>
                        <a:pt x="800" y="645"/>
                      </a:cubicBezTo>
                      <a:cubicBezTo>
                        <a:pt x="958" y="563"/>
                        <a:pt x="1115" y="481"/>
                        <a:pt x="1273" y="400"/>
                      </a:cubicBezTo>
                      <a:cubicBezTo>
                        <a:pt x="1295" y="388"/>
                        <a:pt x="1309" y="378"/>
                        <a:pt x="1306" y="350"/>
                      </a:cubicBezTo>
                      <a:cubicBezTo>
                        <a:pt x="1305" y="338"/>
                        <a:pt x="1303" y="333"/>
                        <a:pt x="1292" y="327"/>
                      </a:cubicBezTo>
                      <a:cubicBezTo>
                        <a:pt x="1127" y="245"/>
                        <a:pt x="963" y="163"/>
                        <a:pt x="797" y="81"/>
                      </a:cubicBezTo>
                      <a:cubicBezTo>
                        <a:pt x="790" y="77"/>
                        <a:pt x="778" y="78"/>
                        <a:pt x="770" y="81"/>
                      </a:cubicBezTo>
                      <a:cubicBezTo>
                        <a:pt x="734" y="99"/>
                        <a:pt x="698" y="117"/>
                        <a:pt x="661" y="135"/>
                      </a:cubicBezTo>
                      <a:cubicBezTo>
                        <a:pt x="514" y="209"/>
                        <a:pt x="367" y="282"/>
                        <a:pt x="219" y="357"/>
                      </a:cubicBezTo>
                      <a:close/>
                      <a:moveTo>
                        <a:pt x="1489" y="364"/>
                      </a:moveTo>
                      <a:cubicBezTo>
                        <a:pt x="1489" y="330"/>
                        <a:pt x="1461" y="302"/>
                        <a:pt x="1427" y="302"/>
                      </a:cubicBezTo>
                      <a:cubicBezTo>
                        <a:pt x="1393" y="302"/>
                        <a:pt x="1365" y="331"/>
                        <a:pt x="1365" y="365"/>
                      </a:cubicBezTo>
                      <a:cubicBezTo>
                        <a:pt x="1365" y="398"/>
                        <a:pt x="1393" y="426"/>
                        <a:pt x="1426" y="427"/>
                      </a:cubicBezTo>
                      <a:cubicBezTo>
                        <a:pt x="1460" y="427"/>
                        <a:pt x="1489" y="399"/>
                        <a:pt x="1489" y="364"/>
                      </a:cubicBezTo>
                      <a:close/>
                      <a:moveTo>
                        <a:pt x="846" y="1653"/>
                      </a:moveTo>
                      <a:cubicBezTo>
                        <a:pt x="847" y="1619"/>
                        <a:pt x="819" y="1590"/>
                        <a:pt x="785" y="1590"/>
                      </a:cubicBezTo>
                      <a:cubicBezTo>
                        <a:pt x="751" y="1590"/>
                        <a:pt x="723" y="1618"/>
                        <a:pt x="722" y="1652"/>
                      </a:cubicBezTo>
                      <a:cubicBezTo>
                        <a:pt x="722" y="1685"/>
                        <a:pt x="750" y="1713"/>
                        <a:pt x="783" y="1714"/>
                      </a:cubicBezTo>
                      <a:cubicBezTo>
                        <a:pt x="817" y="1716"/>
                        <a:pt x="846" y="1687"/>
                        <a:pt x="84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797" name="Freeform 61"/>
                <p:cNvSpPr>
                  <a:spLocks/>
                </p:cNvSpPr>
                <p:nvPr/>
              </p:nvSpPr>
              <p:spPr bwMode="auto">
                <a:xfrm>
                  <a:off x="-1307" y="2321"/>
                  <a:ext cx="130" cy="88"/>
                </a:xfrm>
                <a:custGeom>
                  <a:avLst/>
                  <a:gdLst>
                    <a:gd name="T0" fmla="*/ 432 w 432"/>
                    <a:gd name="T1" fmla="*/ 53 h 297"/>
                    <a:gd name="T2" fmla="*/ 129 w 432"/>
                    <a:gd name="T3" fmla="*/ 297 h 297"/>
                    <a:gd name="T4" fmla="*/ 0 w 432"/>
                    <a:gd name="T5" fmla="*/ 142 h 297"/>
                    <a:gd name="T6" fmla="*/ 52 w 432"/>
                    <a:gd name="T7" fmla="*/ 99 h 297"/>
                    <a:gd name="T8" fmla="*/ 139 w 432"/>
                    <a:gd name="T9" fmla="*/ 202 h 297"/>
                    <a:gd name="T10" fmla="*/ 390 w 432"/>
                    <a:gd name="T11" fmla="*/ 0 h 297"/>
                    <a:gd name="T12" fmla="*/ 432 w 432"/>
                    <a:gd name="T13" fmla="*/ 53 h 297"/>
                  </a:gdLst>
                  <a:ahLst/>
                  <a:cxnLst>
                    <a:cxn ang="0">
                      <a:pos x="T0" y="T1"/>
                    </a:cxn>
                    <a:cxn ang="0">
                      <a:pos x="T2" y="T3"/>
                    </a:cxn>
                    <a:cxn ang="0">
                      <a:pos x="T4" y="T5"/>
                    </a:cxn>
                    <a:cxn ang="0">
                      <a:pos x="T6" y="T7"/>
                    </a:cxn>
                    <a:cxn ang="0">
                      <a:pos x="T8" y="T9"/>
                    </a:cxn>
                    <a:cxn ang="0">
                      <a:pos x="T10" y="T11"/>
                    </a:cxn>
                    <a:cxn ang="0">
                      <a:pos x="T12" y="T13"/>
                    </a:cxn>
                  </a:cxnLst>
                  <a:rect l="0" t="0" r="r" b="b"/>
                  <a:pathLst>
                    <a:path w="432" h="297">
                      <a:moveTo>
                        <a:pt x="432" y="53"/>
                      </a:moveTo>
                      <a:cubicBezTo>
                        <a:pt x="331" y="135"/>
                        <a:pt x="231" y="215"/>
                        <a:pt x="129" y="297"/>
                      </a:cubicBezTo>
                      <a:cubicBezTo>
                        <a:pt x="86" y="244"/>
                        <a:pt x="43" y="194"/>
                        <a:pt x="0" y="142"/>
                      </a:cubicBezTo>
                      <a:cubicBezTo>
                        <a:pt x="17" y="127"/>
                        <a:pt x="34" y="114"/>
                        <a:pt x="52" y="99"/>
                      </a:cubicBezTo>
                      <a:cubicBezTo>
                        <a:pt x="80" y="133"/>
                        <a:pt x="109" y="167"/>
                        <a:pt x="139" y="202"/>
                      </a:cubicBezTo>
                      <a:cubicBezTo>
                        <a:pt x="222" y="135"/>
                        <a:pt x="305" y="69"/>
                        <a:pt x="390" y="0"/>
                      </a:cubicBezTo>
                      <a:cubicBezTo>
                        <a:pt x="404" y="18"/>
                        <a:pt x="417" y="35"/>
                        <a:pt x="432"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grpSp>
        </p:grpSp>
      </p:grpSp>
      <p:grpSp>
        <p:nvGrpSpPr>
          <p:cNvPr id="799" name="Group 798"/>
          <p:cNvGrpSpPr/>
          <p:nvPr userDrawn="1"/>
        </p:nvGrpSpPr>
        <p:grpSpPr>
          <a:xfrm>
            <a:off x="5892186" y="3679441"/>
            <a:ext cx="698695" cy="698692"/>
            <a:chOff x="3601681" y="1439519"/>
            <a:chExt cx="381841" cy="381840"/>
          </a:xfrm>
        </p:grpSpPr>
        <p:sp>
          <p:nvSpPr>
            <p:cNvPr id="800" name="Oval 799"/>
            <p:cNvSpPr/>
            <p:nvPr/>
          </p:nvSpPr>
          <p:spPr>
            <a:xfrm flipH="1">
              <a:off x="3601681" y="1439519"/>
              <a:ext cx="381841" cy="381840"/>
            </a:xfrm>
            <a:prstGeom prst="ellipse">
              <a:avLst/>
            </a:prstGeom>
            <a:solidFill>
              <a:srgbClr val="03B0F0"/>
            </a:solidFill>
            <a:ln w="3175">
              <a:noFill/>
            </a:ln>
          </p:spPr>
          <p:txBody>
            <a:bodyPr vert="horz" wrap="square" lIns="121920" tIns="60960" rIns="121920" bIns="6096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3200" b="0" i="0" u="none" strike="noStrike" kern="0" cap="none" spc="0" normalizeH="0" baseline="0" noProof="0">
                <a:ln>
                  <a:noFill/>
                </a:ln>
                <a:solidFill>
                  <a:srgbClr val="000000"/>
                </a:solidFill>
                <a:effectLst/>
                <a:uLnTx/>
                <a:uFillTx/>
                <a:latin typeface="Calibri"/>
                <a:sym typeface="Calibri"/>
              </a:endParaRPr>
            </a:p>
          </p:txBody>
        </p:sp>
        <p:grpSp>
          <p:nvGrpSpPr>
            <p:cNvPr id="801" name="Group 800"/>
            <p:cNvGrpSpPr>
              <a:grpSpLocks noChangeAspect="1"/>
            </p:cNvGrpSpPr>
            <p:nvPr/>
          </p:nvGrpSpPr>
          <p:grpSpPr bwMode="auto">
            <a:xfrm>
              <a:off x="3674360" y="1531286"/>
              <a:ext cx="253647" cy="200911"/>
              <a:chOff x="356" y="1333"/>
              <a:chExt cx="1188" cy="941"/>
            </a:xfrm>
            <a:solidFill>
              <a:schemeClr val="bg1"/>
            </a:solidFill>
          </p:grpSpPr>
          <p:sp>
            <p:nvSpPr>
              <p:cNvPr id="802" name="Freeform 65"/>
              <p:cNvSpPr>
                <a:spLocks noEditPoints="1"/>
              </p:cNvSpPr>
              <p:nvPr/>
            </p:nvSpPr>
            <p:spPr bwMode="auto">
              <a:xfrm>
                <a:off x="356" y="1333"/>
                <a:ext cx="1188" cy="928"/>
              </a:xfrm>
              <a:custGeom>
                <a:avLst/>
                <a:gdLst>
                  <a:gd name="T0" fmla="*/ 1011 w 1655"/>
                  <a:gd name="T1" fmla="*/ 1173 h 1297"/>
                  <a:gd name="T2" fmla="*/ 785 w 1655"/>
                  <a:gd name="T3" fmla="*/ 1297 h 1297"/>
                  <a:gd name="T4" fmla="*/ 785 w 1655"/>
                  <a:gd name="T5" fmla="*/ 1200 h 1297"/>
                  <a:gd name="T6" fmla="*/ 0 w 1655"/>
                  <a:gd name="T7" fmla="*/ 1200 h 1297"/>
                  <a:gd name="T8" fmla="*/ 0 w 1655"/>
                  <a:gd name="T9" fmla="*/ 0 h 1297"/>
                  <a:gd name="T10" fmla="*/ 1561 w 1655"/>
                  <a:gd name="T11" fmla="*/ 0 h 1297"/>
                  <a:gd name="T12" fmla="*/ 1561 w 1655"/>
                  <a:gd name="T13" fmla="*/ 23 h 1297"/>
                  <a:gd name="T14" fmla="*/ 1561 w 1655"/>
                  <a:gd name="T15" fmla="*/ 567 h 1297"/>
                  <a:gd name="T16" fmla="*/ 1579 w 1655"/>
                  <a:gd name="T17" fmla="*/ 595 h 1297"/>
                  <a:gd name="T18" fmla="*/ 1645 w 1655"/>
                  <a:gd name="T19" fmla="*/ 714 h 1297"/>
                  <a:gd name="T20" fmla="*/ 1532 w 1655"/>
                  <a:gd name="T21" fmla="*/ 803 h 1297"/>
                  <a:gd name="T22" fmla="*/ 1421 w 1655"/>
                  <a:gd name="T23" fmla="*/ 712 h 1297"/>
                  <a:gd name="T24" fmla="*/ 1489 w 1655"/>
                  <a:gd name="T25" fmla="*/ 594 h 1297"/>
                  <a:gd name="T26" fmla="*/ 1505 w 1655"/>
                  <a:gd name="T27" fmla="*/ 570 h 1297"/>
                  <a:gd name="T28" fmla="*/ 1505 w 1655"/>
                  <a:gd name="T29" fmla="*/ 74 h 1297"/>
                  <a:gd name="T30" fmla="*/ 1504 w 1655"/>
                  <a:gd name="T31" fmla="*/ 53 h 1297"/>
                  <a:gd name="T32" fmla="*/ 56 w 1655"/>
                  <a:gd name="T33" fmla="*/ 53 h 1297"/>
                  <a:gd name="T34" fmla="*/ 56 w 1655"/>
                  <a:gd name="T35" fmla="*/ 1145 h 1297"/>
                  <a:gd name="T36" fmla="*/ 783 w 1655"/>
                  <a:gd name="T37" fmla="*/ 1145 h 1297"/>
                  <a:gd name="T38" fmla="*/ 783 w 1655"/>
                  <a:gd name="T39" fmla="*/ 1047 h 1297"/>
                  <a:gd name="T40" fmla="*/ 1011 w 1655"/>
                  <a:gd name="T41" fmla="*/ 1173 h 1297"/>
                  <a:gd name="T42" fmla="*/ 1592 w 1655"/>
                  <a:gd name="T43" fmla="*/ 695 h 1297"/>
                  <a:gd name="T44" fmla="*/ 1534 w 1655"/>
                  <a:gd name="T45" fmla="*/ 636 h 1297"/>
                  <a:gd name="T46" fmla="*/ 1474 w 1655"/>
                  <a:gd name="T47" fmla="*/ 694 h 1297"/>
                  <a:gd name="T48" fmla="*/ 1532 w 1655"/>
                  <a:gd name="T49" fmla="*/ 751 h 1297"/>
                  <a:gd name="T50" fmla="*/ 1592 w 1655"/>
                  <a:gd name="T51" fmla="*/ 695 h 1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55" h="1297">
                    <a:moveTo>
                      <a:pt x="1011" y="1173"/>
                    </a:moveTo>
                    <a:cubicBezTo>
                      <a:pt x="935" y="1215"/>
                      <a:pt x="861" y="1255"/>
                      <a:pt x="785" y="1297"/>
                    </a:cubicBezTo>
                    <a:cubicBezTo>
                      <a:pt x="785" y="1263"/>
                      <a:pt x="785" y="1233"/>
                      <a:pt x="785" y="1200"/>
                    </a:cubicBezTo>
                    <a:cubicBezTo>
                      <a:pt x="522" y="1200"/>
                      <a:pt x="262" y="1200"/>
                      <a:pt x="0" y="1200"/>
                    </a:cubicBezTo>
                    <a:cubicBezTo>
                      <a:pt x="0" y="799"/>
                      <a:pt x="0" y="400"/>
                      <a:pt x="0" y="0"/>
                    </a:cubicBezTo>
                    <a:cubicBezTo>
                      <a:pt x="520" y="0"/>
                      <a:pt x="1039" y="0"/>
                      <a:pt x="1561" y="0"/>
                    </a:cubicBezTo>
                    <a:cubicBezTo>
                      <a:pt x="1561" y="8"/>
                      <a:pt x="1561" y="15"/>
                      <a:pt x="1561" y="23"/>
                    </a:cubicBezTo>
                    <a:cubicBezTo>
                      <a:pt x="1561" y="204"/>
                      <a:pt x="1562" y="386"/>
                      <a:pt x="1561" y="567"/>
                    </a:cubicBezTo>
                    <a:cubicBezTo>
                      <a:pt x="1561" y="581"/>
                      <a:pt x="1564" y="589"/>
                      <a:pt x="1579" y="595"/>
                    </a:cubicBezTo>
                    <a:cubicBezTo>
                      <a:pt x="1628" y="614"/>
                      <a:pt x="1655" y="665"/>
                      <a:pt x="1645" y="714"/>
                    </a:cubicBezTo>
                    <a:cubicBezTo>
                      <a:pt x="1634" y="766"/>
                      <a:pt x="1588" y="803"/>
                      <a:pt x="1532" y="803"/>
                    </a:cubicBezTo>
                    <a:cubicBezTo>
                      <a:pt x="1477" y="803"/>
                      <a:pt x="1431" y="765"/>
                      <a:pt x="1421" y="712"/>
                    </a:cubicBezTo>
                    <a:cubicBezTo>
                      <a:pt x="1411" y="664"/>
                      <a:pt x="1439" y="614"/>
                      <a:pt x="1489" y="594"/>
                    </a:cubicBezTo>
                    <a:cubicBezTo>
                      <a:pt x="1501" y="589"/>
                      <a:pt x="1505" y="583"/>
                      <a:pt x="1505" y="570"/>
                    </a:cubicBezTo>
                    <a:cubicBezTo>
                      <a:pt x="1505" y="404"/>
                      <a:pt x="1505" y="239"/>
                      <a:pt x="1505" y="74"/>
                    </a:cubicBezTo>
                    <a:cubicBezTo>
                      <a:pt x="1505" y="67"/>
                      <a:pt x="1504" y="61"/>
                      <a:pt x="1504" y="53"/>
                    </a:cubicBezTo>
                    <a:cubicBezTo>
                      <a:pt x="1020" y="53"/>
                      <a:pt x="539" y="53"/>
                      <a:pt x="56" y="53"/>
                    </a:cubicBezTo>
                    <a:cubicBezTo>
                      <a:pt x="56" y="417"/>
                      <a:pt x="56" y="780"/>
                      <a:pt x="56" y="1145"/>
                    </a:cubicBezTo>
                    <a:cubicBezTo>
                      <a:pt x="298" y="1145"/>
                      <a:pt x="540" y="1145"/>
                      <a:pt x="783" y="1145"/>
                    </a:cubicBezTo>
                    <a:cubicBezTo>
                      <a:pt x="783" y="1114"/>
                      <a:pt x="783" y="1083"/>
                      <a:pt x="783" y="1047"/>
                    </a:cubicBezTo>
                    <a:cubicBezTo>
                      <a:pt x="860" y="1090"/>
                      <a:pt x="934" y="1130"/>
                      <a:pt x="1011" y="1173"/>
                    </a:cubicBezTo>
                    <a:close/>
                    <a:moveTo>
                      <a:pt x="1592" y="695"/>
                    </a:moveTo>
                    <a:cubicBezTo>
                      <a:pt x="1592" y="661"/>
                      <a:pt x="1569" y="637"/>
                      <a:pt x="1534" y="636"/>
                    </a:cubicBezTo>
                    <a:cubicBezTo>
                      <a:pt x="1498" y="636"/>
                      <a:pt x="1474" y="660"/>
                      <a:pt x="1474" y="694"/>
                    </a:cubicBezTo>
                    <a:cubicBezTo>
                      <a:pt x="1474" y="727"/>
                      <a:pt x="1499" y="751"/>
                      <a:pt x="1532" y="751"/>
                    </a:cubicBezTo>
                    <a:cubicBezTo>
                      <a:pt x="1567" y="751"/>
                      <a:pt x="1592" y="728"/>
                      <a:pt x="1592" y="69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803" name="Freeform 66"/>
              <p:cNvSpPr>
                <a:spLocks/>
              </p:cNvSpPr>
              <p:nvPr/>
            </p:nvSpPr>
            <p:spPr bwMode="auto">
              <a:xfrm>
                <a:off x="442" y="1544"/>
                <a:ext cx="954" cy="569"/>
              </a:xfrm>
              <a:custGeom>
                <a:avLst/>
                <a:gdLst>
                  <a:gd name="T0" fmla="*/ 57 w 1329"/>
                  <a:gd name="T1" fmla="*/ 743 h 795"/>
                  <a:gd name="T2" fmla="*/ 537 w 1329"/>
                  <a:gd name="T3" fmla="*/ 743 h 795"/>
                  <a:gd name="T4" fmla="*/ 537 w 1329"/>
                  <a:gd name="T5" fmla="*/ 795 h 795"/>
                  <a:gd name="T6" fmla="*/ 0 w 1329"/>
                  <a:gd name="T7" fmla="*/ 795 h 795"/>
                  <a:gd name="T8" fmla="*/ 0 w 1329"/>
                  <a:gd name="T9" fmla="*/ 0 h 795"/>
                  <a:gd name="T10" fmla="*/ 1329 w 1329"/>
                  <a:gd name="T11" fmla="*/ 0 h 795"/>
                  <a:gd name="T12" fmla="*/ 1329 w 1329"/>
                  <a:gd name="T13" fmla="*/ 282 h 795"/>
                  <a:gd name="T14" fmla="*/ 1274 w 1329"/>
                  <a:gd name="T15" fmla="*/ 282 h 795"/>
                  <a:gd name="T16" fmla="*/ 1274 w 1329"/>
                  <a:gd name="T17" fmla="*/ 54 h 795"/>
                  <a:gd name="T18" fmla="*/ 57 w 1329"/>
                  <a:gd name="T19" fmla="*/ 54 h 795"/>
                  <a:gd name="T20" fmla="*/ 57 w 1329"/>
                  <a:gd name="T21" fmla="*/ 743 h 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29" h="795">
                    <a:moveTo>
                      <a:pt x="57" y="743"/>
                    </a:moveTo>
                    <a:cubicBezTo>
                      <a:pt x="217" y="743"/>
                      <a:pt x="376" y="743"/>
                      <a:pt x="537" y="743"/>
                    </a:cubicBezTo>
                    <a:cubicBezTo>
                      <a:pt x="537" y="761"/>
                      <a:pt x="537" y="778"/>
                      <a:pt x="537" y="795"/>
                    </a:cubicBezTo>
                    <a:cubicBezTo>
                      <a:pt x="358" y="795"/>
                      <a:pt x="180" y="795"/>
                      <a:pt x="0" y="795"/>
                    </a:cubicBezTo>
                    <a:cubicBezTo>
                      <a:pt x="0" y="530"/>
                      <a:pt x="0" y="266"/>
                      <a:pt x="0" y="0"/>
                    </a:cubicBezTo>
                    <a:cubicBezTo>
                      <a:pt x="442" y="0"/>
                      <a:pt x="885" y="0"/>
                      <a:pt x="1329" y="0"/>
                    </a:cubicBezTo>
                    <a:cubicBezTo>
                      <a:pt x="1329" y="94"/>
                      <a:pt x="1329" y="187"/>
                      <a:pt x="1329" y="282"/>
                    </a:cubicBezTo>
                    <a:cubicBezTo>
                      <a:pt x="1311" y="282"/>
                      <a:pt x="1294" y="282"/>
                      <a:pt x="1274" y="282"/>
                    </a:cubicBezTo>
                    <a:cubicBezTo>
                      <a:pt x="1274" y="207"/>
                      <a:pt x="1274" y="131"/>
                      <a:pt x="1274" y="54"/>
                    </a:cubicBezTo>
                    <a:cubicBezTo>
                      <a:pt x="868" y="54"/>
                      <a:pt x="463" y="54"/>
                      <a:pt x="57" y="54"/>
                    </a:cubicBezTo>
                    <a:cubicBezTo>
                      <a:pt x="57" y="283"/>
                      <a:pt x="57" y="512"/>
                      <a:pt x="57" y="7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804" name="Freeform 67"/>
              <p:cNvSpPr>
                <a:spLocks noEditPoints="1"/>
              </p:cNvSpPr>
              <p:nvPr/>
            </p:nvSpPr>
            <p:spPr bwMode="auto">
              <a:xfrm>
                <a:off x="1124" y="1916"/>
                <a:ext cx="378" cy="358"/>
              </a:xfrm>
              <a:custGeom>
                <a:avLst/>
                <a:gdLst>
                  <a:gd name="T0" fmla="*/ 28 w 527"/>
                  <a:gd name="T1" fmla="*/ 369 h 500"/>
                  <a:gd name="T2" fmla="*/ 25 w 527"/>
                  <a:gd name="T3" fmla="*/ 280 h 500"/>
                  <a:gd name="T4" fmla="*/ 11 w 527"/>
                  <a:gd name="T5" fmla="*/ 170 h 500"/>
                  <a:gd name="T6" fmla="*/ 71 w 527"/>
                  <a:gd name="T7" fmla="*/ 114 h 500"/>
                  <a:gd name="T8" fmla="*/ 140 w 527"/>
                  <a:gd name="T9" fmla="*/ 25 h 500"/>
                  <a:gd name="T10" fmla="*/ 221 w 527"/>
                  <a:gd name="T11" fmla="*/ 14 h 500"/>
                  <a:gd name="T12" fmla="*/ 335 w 527"/>
                  <a:gd name="T13" fmla="*/ 5 h 500"/>
                  <a:gd name="T14" fmla="*/ 410 w 527"/>
                  <a:gd name="T15" fmla="*/ 54 h 500"/>
                  <a:gd name="T16" fmla="*/ 496 w 527"/>
                  <a:gd name="T17" fmla="*/ 125 h 500"/>
                  <a:gd name="T18" fmla="*/ 513 w 527"/>
                  <a:gd name="T19" fmla="*/ 212 h 500"/>
                  <a:gd name="T20" fmla="*/ 522 w 527"/>
                  <a:gd name="T21" fmla="*/ 315 h 500"/>
                  <a:gd name="T22" fmla="*/ 454 w 527"/>
                  <a:gd name="T23" fmla="*/ 387 h 500"/>
                  <a:gd name="T24" fmla="*/ 381 w 527"/>
                  <a:gd name="T25" fmla="*/ 478 h 500"/>
                  <a:gd name="T26" fmla="*/ 296 w 527"/>
                  <a:gd name="T27" fmla="*/ 475 h 500"/>
                  <a:gd name="T28" fmla="*/ 176 w 527"/>
                  <a:gd name="T29" fmla="*/ 490 h 500"/>
                  <a:gd name="T30" fmla="*/ 118 w 527"/>
                  <a:gd name="T31" fmla="*/ 431 h 500"/>
                  <a:gd name="T32" fmla="*/ 62 w 527"/>
                  <a:gd name="T33" fmla="*/ 387 h 500"/>
                  <a:gd name="T34" fmla="*/ 163 w 527"/>
                  <a:gd name="T35" fmla="*/ 118 h 500"/>
                  <a:gd name="T36" fmla="*/ 81 w 527"/>
                  <a:gd name="T37" fmla="*/ 169 h 500"/>
                  <a:gd name="T38" fmla="*/ 74 w 527"/>
                  <a:gd name="T39" fmla="*/ 188 h 500"/>
                  <a:gd name="T40" fmla="*/ 93 w 527"/>
                  <a:gd name="T41" fmla="*/ 276 h 500"/>
                  <a:gd name="T42" fmla="*/ 69 w 527"/>
                  <a:gd name="T43" fmla="*/ 324 h 500"/>
                  <a:gd name="T44" fmla="*/ 124 w 527"/>
                  <a:gd name="T45" fmla="*/ 346 h 500"/>
                  <a:gd name="T46" fmla="*/ 177 w 527"/>
                  <a:gd name="T47" fmla="*/ 416 h 500"/>
                  <a:gd name="T48" fmla="*/ 200 w 527"/>
                  <a:gd name="T49" fmla="*/ 425 h 500"/>
                  <a:gd name="T50" fmla="*/ 287 w 527"/>
                  <a:gd name="T51" fmla="*/ 411 h 500"/>
                  <a:gd name="T52" fmla="*/ 346 w 527"/>
                  <a:gd name="T53" fmla="*/ 434 h 500"/>
                  <a:gd name="T54" fmla="*/ 366 w 527"/>
                  <a:gd name="T55" fmla="*/ 381 h 500"/>
                  <a:gd name="T56" fmla="*/ 439 w 527"/>
                  <a:gd name="T57" fmla="*/ 330 h 500"/>
                  <a:gd name="T58" fmla="*/ 447 w 527"/>
                  <a:gd name="T59" fmla="*/ 307 h 500"/>
                  <a:gd name="T60" fmla="*/ 435 w 527"/>
                  <a:gd name="T61" fmla="*/ 227 h 500"/>
                  <a:gd name="T62" fmla="*/ 459 w 527"/>
                  <a:gd name="T63" fmla="*/ 176 h 500"/>
                  <a:gd name="T64" fmla="*/ 404 w 527"/>
                  <a:gd name="T65" fmla="*/ 155 h 500"/>
                  <a:gd name="T66" fmla="*/ 350 w 527"/>
                  <a:gd name="T67" fmla="*/ 86 h 500"/>
                  <a:gd name="T68" fmla="*/ 326 w 527"/>
                  <a:gd name="T69" fmla="*/ 76 h 500"/>
                  <a:gd name="T70" fmla="*/ 235 w 527"/>
                  <a:gd name="T71" fmla="*/ 89 h 500"/>
                  <a:gd name="T72" fmla="*/ 183 w 527"/>
                  <a:gd name="T73" fmla="*/ 66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27" h="500">
                    <a:moveTo>
                      <a:pt x="62" y="387"/>
                    </a:moveTo>
                    <a:cubicBezTo>
                      <a:pt x="44" y="393"/>
                      <a:pt x="34" y="385"/>
                      <a:pt x="28" y="369"/>
                    </a:cubicBezTo>
                    <a:cubicBezTo>
                      <a:pt x="23" y="356"/>
                      <a:pt x="17" y="345"/>
                      <a:pt x="12" y="332"/>
                    </a:cubicBezTo>
                    <a:cubicBezTo>
                      <a:pt x="0" y="302"/>
                      <a:pt x="1" y="302"/>
                      <a:pt x="25" y="280"/>
                    </a:cubicBezTo>
                    <a:cubicBezTo>
                      <a:pt x="37" y="269"/>
                      <a:pt x="38" y="228"/>
                      <a:pt x="24" y="220"/>
                    </a:cubicBezTo>
                    <a:cubicBezTo>
                      <a:pt x="1" y="207"/>
                      <a:pt x="1" y="190"/>
                      <a:pt x="11" y="170"/>
                    </a:cubicBezTo>
                    <a:cubicBezTo>
                      <a:pt x="15" y="161"/>
                      <a:pt x="19" y="150"/>
                      <a:pt x="23" y="141"/>
                    </a:cubicBezTo>
                    <a:cubicBezTo>
                      <a:pt x="38" y="111"/>
                      <a:pt x="38" y="112"/>
                      <a:pt x="71" y="114"/>
                    </a:cubicBezTo>
                    <a:cubicBezTo>
                      <a:pt x="90" y="116"/>
                      <a:pt x="122" y="84"/>
                      <a:pt x="118" y="65"/>
                    </a:cubicBezTo>
                    <a:cubicBezTo>
                      <a:pt x="114" y="44"/>
                      <a:pt x="120" y="32"/>
                      <a:pt x="140" y="25"/>
                    </a:cubicBezTo>
                    <a:cubicBezTo>
                      <a:pt x="158" y="19"/>
                      <a:pt x="176" y="12"/>
                      <a:pt x="194" y="5"/>
                    </a:cubicBezTo>
                    <a:cubicBezTo>
                      <a:pt x="206" y="0"/>
                      <a:pt x="213" y="4"/>
                      <a:pt x="221" y="14"/>
                    </a:cubicBezTo>
                    <a:cubicBezTo>
                      <a:pt x="245" y="41"/>
                      <a:pt x="283" y="42"/>
                      <a:pt x="306" y="14"/>
                    </a:cubicBezTo>
                    <a:cubicBezTo>
                      <a:pt x="315" y="4"/>
                      <a:pt x="323" y="0"/>
                      <a:pt x="335" y="5"/>
                    </a:cubicBezTo>
                    <a:cubicBezTo>
                      <a:pt x="355" y="14"/>
                      <a:pt x="376" y="22"/>
                      <a:pt x="396" y="30"/>
                    </a:cubicBezTo>
                    <a:cubicBezTo>
                      <a:pt x="408" y="34"/>
                      <a:pt x="411" y="41"/>
                      <a:pt x="410" y="54"/>
                    </a:cubicBezTo>
                    <a:cubicBezTo>
                      <a:pt x="406" y="91"/>
                      <a:pt x="433" y="117"/>
                      <a:pt x="470" y="112"/>
                    </a:cubicBezTo>
                    <a:cubicBezTo>
                      <a:pt x="483" y="111"/>
                      <a:pt x="491" y="113"/>
                      <a:pt x="496" y="125"/>
                    </a:cubicBezTo>
                    <a:cubicBezTo>
                      <a:pt x="504" y="145"/>
                      <a:pt x="512" y="165"/>
                      <a:pt x="521" y="185"/>
                    </a:cubicBezTo>
                    <a:cubicBezTo>
                      <a:pt x="527" y="197"/>
                      <a:pt x="523" y="204"/>
                      <a:pt x="513" y="212"/>
                    </a:cubicBezTo>
                    <a:cubicBezTo>
                      <a:pt x="485" y="233"/>
                      <a:pt x="485" y="266"/>
                      <a:pt x="513" y="288"/>
                    </a:cubicBezTo>
                    <a:cubicBezTo>
                      <a:pt x="523" y="296"/>
                      <a:pt x="527" y="303"/>
                      <a:pt x="522" y="315"/>
                    </a:cubicBezTo>
                    <a:cubicBezTo>
                      <a:pt x="516" y="327"/>
                      <a:pt x="512" y="340"/>
                      <a:pt x="508" y="352"/>
                    </a:cubicBezTo>
                    <a:cubicBezTo>
                      <a:pt x="499" y="377"/>
                      <a:pt x="485" y="394"/>
                      <a:pt x="454" y="387"/>
                    </a:cubicBezTo>
                    <a:cubicBezTo>
                      <a:pt x="438" y="383"/>
                      <a:pt x="406" y="417"/>
                      <a:pt x="409" y="433"/>
                    </a:cubicBezTo>
                    <a:cubicBezTo>
                      <a:pt x="415" y="459"/>
                      <a:pt x="403" y="471"/>
                      <a:pt x="381" y="478"/>
                    </a:cubicBezTo>
                    <a:cubicBezTo>
                      <a:pt x="372" y="481"/>
                      <a:pt x="362" y="485"/>
                      <a:pt x="353" y="489"/>
                    </a:cubicBezTo>
                    <a:cubicBezTo>
                      <a:pt x="330" y="500"/>
                      <a:pt x="311" y="500"/>
                      <a:pt x="296" y="475"/>
                    </a:cubicBezTo>
                    <a:cubicBezTo>
                      <a:pt x="288" y="461"/>
                      <a:pt x="239" y="462"/>
                      <a:pt x="230" y="477"/>
                    </a:cubicBezTo>
                    <a:cubicBezTo>
                      <a:pt x="215" y="500"/>
                      <a:pt x="197" y="499"/>
                      <a:pt x="176" y="490"/>
                    </a:cubicBezTo>
                    <a:cubicBezTo>
                      <a:pt x="166" y="486"/>
                      <a:pt x="155" y="482"/>
                      <a:pt x="145" y="477"/>
                    </a:cubicBezTo>
                    <a:cubicBezTo>
                      <a:pt x="116" y="464"/>
                      <a:pt x="117" y="464"/>
                      <a:pt x="118" y="431"/>
                    </a:cubicBezTo>
                    <a:cubicBezTo>
                      <a:pt x="119" y="425"/>
                      <a:pt x="116" y="417"/>
                      <a:pt x="111" y="413"/>
                    </a:cubicBezTo>
                    <a:cubicBezTo>
                      <a:pt x="97" y="401"/>
                      <a:pt x="88" y="378"/>
                      <a:pt x="62" y="387"/>
                    </a:cubicBezTo>
                    <a:close/>
                    <a:moveTo>
                      <a:pt x="175" y="85"/>
                    </a:moveTo>
                    <a:cubicBezTo>
                      <a:pt x="182" y="102"/>
                      <a:pt x="175" y="110"/>
                      <a:pt x="163" y="118"/>
                    </a:cubicBezTo>
                    <a:cubicBezTo>
                      <a:pt x="151" y="126"/>
                      <a:pt x="139" y="135"/>
                      <a:pt x="130" y="147"/>
                    </a:cubicBezTo>
                    <a:cubicBezTo>
                      <a:pt x="118" y="165"/>
                      <a:pt x="105" y="176"/>
                      <a:pt x="81" y="169"/>
                    </a:cubicBezTo>
                    <a:cubicBezTo>
                      <a:pt x="78" y="168"/>
                      <a:pt x="71" y="172"/>
                      <a:pt x="70" y="175"/>
                    </a:cubicBezTo>
                    <a:cubicBezTo>
                      <a:pt x="68" y="179"/>
                      <a:pt x="71" y="186"/>
                      <a:pt x="74" y="188"/>
                    </a:cubicBezTo>
                    <a:cubicBezTo>
                      <a:pt x="95" y="199"/>
                      <a:pt x="96" y="216"/>
                      <a:pt x="92" y="237"/>
                    </a:cubicBezTo>
                    <a:cubicBezTo>
                      <a:pt x="90" y="249"/>
                      <a:pt x="91" y="263"/>
                      <a:pt x="93" y="276"/>
                    </a:cubicBezTo>
                    <a:cubicBezTo>
                      <a:pt x="96" y="290"/>
                      <a:pt x="92" y="298"/>
                      <a:pt x="81" y="306"/>
                    </a:cubicBezTo>
                    <a:cubicBezTo>
                      <a:pt x="75" y="310"/>
                      <a:pt x="73" y="318"/>
                      <a:pt x="69" y="324"/>
                    </a:cubicBezTo>
                    <a:cubicBezTo>
                      <a:pt x="76" y="326"/>
                      <a:pt x="84" y="331"/>
                      <a:pt x="91" y="330"/>
                    </a:cubicBezTo>
                    <a:cubicBezTo>
                      <a:pt x="107" y="328"/>
                      <a:pt x="115" y="334"/>
                      <a:pt x="124" y="346"/>
                    </a:cubicBezTo>
                    <a:cubicBezTo>
                      <a:pt x="134" y="359"/>
                      <a:pt x="146" y="371"/>
                      <a:pt x="160" y="380"/>
                    </a:cubicBezTo>
                    <a:cubicBezTo>
                      <a:pt x="174" y="389"/>
                      <a:pt x="180" y="399"/>
                      <a:pt x="177" y="416"/>
                    </a:cubicBezTo>
                    <a:cubicBezTo>
                      <a:pt x="176" y="421"/>
                      <a:pt x="181" y="428"/>
                      <a:pt x="183" y="435"/>
                    </a:cubicBezTo>
                    <a:cubicBezTo>
                      <a:pt x="189" y="432"/>
                      <a:pt x="197" y="430"/>
                      <a:pt x="200" y="425"/>
                    </a:cubicBezTo>
                    <a:cubicBezTo>
                      <a:pt x="210" y="409"/>
                      <a:pt x="223" y="409"/>
                      <a:pt x="240" y="411"/>
                    </a:cubicBezTo>
                    <a:cubicBezTo>
                      <a:pt x="255" y="413"/>
                      <a:pt x="272" y="414"/>
                      <a:pt x="287" y="411"/>
                    </a:cubicBezTo>
                    <a:cubicBezTo>
                      <a:pt x="304" y="409"/>
                      <a:pt x="318" y="410"/>
                      <a:pt x="328" y="426"/>
                    </a:cubicBezTo>
                    <a:cubicBezTo>
                      <a:pt x="331" y="431"/>
                      <a:pt x="340" y="432"/>
                      <a:pt x="346" y="434"/>
                    </a:cubicBezTo>
                    <a:cubicBezTo>
                      <a:pt x="347" y="428"/>
                      <a:pt x="351" y="422"/>
                      <a:pt x="350" y="417"/>
                    </a:cubicBezTo>
                    <a:cubicBezTo>
                      <a:pt x="346" y="400"/>
                      <a:pt x="352" y="390"/>
                      <a:pt x="366" y="381"/>
                    </a:cubicBezTo>
                    <a:cubicBezTo>
                      <a:pt x="380" y="372"/>
                      <a:pt x="393" y="360"/>
                      <a:pt x="402" y="347"/>
                    </a:cubicBezTo>
                    <a:cubicBezTo>
                      <a:pt x="412" y="334"/>
                      <a:pt x="422" y="328"/>
                      <a:pt x="439" y="330"/>
                    </a:cubicBezTo>
                    <a:cubicBezTo>
                      <a:pt x="445" y="331"/>
                      <a:pt x="452" y="326"/>
                      <a:pt x="459" y="324"/>
                    </a:cubicBezTo>
                    <a:cubicBezTo>
                      <a:pt x="455" y="318"/>
                      <a:pt x="452" y="311"/>
                      <a:pt x="447" y="307"/>
                    </a:cubicBezTo>
                    <a:cubicBezTo>
                      <a:pt x="435" y="298"/>
                      <a:pt x="431" y="290"/>
                      <a:pt x="434" y="275"/>
                    </a:cubicBezTo>
                    <a:cubicBezTo>
                      <a:pt x="437" y="259"/>
                      <a:pt x="438" y="242"/>
                      <a:pt x="435" y="227"/>
                    </a:cubicBezTo>
                    <a:cubicBezTo>
                      <a:pt x="432" y="211"/>
                      <a:pt x="435" y="201"/>
                      <a:pt x="449" y="192"/>
                    </a:cubicBezTo>
                    <a:cubicBezTo>
                      <a:pt x="453" y="189"/>
                      <a:pt x="455" y="181"/>
                      <a:pt x="459" y="176"/>
                    </a:cubicBezTo>
                    <a:cubicBezTo>
                      <a:pt x="452" y="174"/>
                      <a:pt x="445" y="169"/>
                      <a:pt x="439" y="170"/>
                    </a:cubicBezTo>
                    <a:cubicBezTo>
                      <a:pt x="423" y="173"/>
                      <a:pt x="414" y="168"/>
                      <a:pt x="404" y="155"/>
                    </a:cubicBezTo>
                    <a:cubicBezTo>
                      <a:pt x="393" y="140"/>
                      <a:pt x="379" y="127"/>
                      <a:pt x="363" y="117"/>
                    </a:cubicBezTo>
                    <a:cubicBezTo>
                      <a:pt x="351" y="108"/>
                      <a:pt x="348" y="100"/>
                      <a:pt x="350" y="86"/>
                    </a:cubicBezTo>
                    <a:cubicBezTo>
                      <a:pt x="350" y="79"/>
                      <a:pt x="346" y="72"/>
                      <a:pt x="344" y="65"/>
                    </a:cubicBezTo>
                    <a:cubicBezTo>
                      <a:pt x="338" y="69"/>
                      <a:pt x="330" y="71"/>
                      <a:pt x="326" y="76"/>
                    </a:cubicBezTo>
                    <a:cubicBezTo>
                      <a:pt x="317" y="89"/>
                      <a:pt x="306" y="91"/>
                      <a:pt x="290" y="89"/>
                    </a:cubicBezTo>
                    <a:cubicBezTo>
                      <a:pt x="272" y="86"/>
                      <a:pt x="253" y="86"/>
                      <a:pt x="235" y="89"/>
                    </a:cubicBezTo>
                    <a:cubicBezTo>
                      <a:pt x="220" y="92"/>
                      <a:pt x="211" y="89"/>
                      <a:pt x="202" y="77"/>
                    </a:cubicBezTo>
                    <a:cubicBezTo>
                      <a:pt x="198" y="72"/>
                      <a:pt x="189" y="69"/>
                      <a:pt x="183" y="66"/>
                    </a:cubicBezTo>
                    <a:cubicBezTo>
                      <a:pt x="180" y="72"/>
                      <a:pt x="177" y="79"/>
                      <a:pt x="175" y="8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805" name="Freeform 68"/>
              <p:cNvSpPr>
                <a:spLocks/>
              </p:cNvSpPr>
              <p:nvPr/>
            </p:nvSpPr>
            <p:spPr bwMode="auto">
              <a:xfrm>
                <a:off x="998" y="1725"/>
                <a:ext cx="191" cy="196"/>
              </a:xfrm>
              <a:custGeom>
                <a:avLst/>
                <a:gdLst>
                  <a:gd name="T0" fmla="*/ 204 w 266"/>
                  <a:gd name="T1" fmla="*/ 136 h 273"/>
                  <a:gd name="T2" fmla="*/ 29 w 266"/>
                  <a:gd name="T3" fmla="*/ 65 h 273"/>
                  <a:gd name="T4" fmla="*/ 3 w 266"/>
                  <a:gd name="T5" fmla="*/ 27 h 273"/>
                  <a:gd name="T6" fmla="*/ 4 w 266"/>
                  <a:gd name="T7" fmla="*/ 0 h 273"/>
                  <a:gd name="T8" fmla="*/ 24 w 266"/>
                  <a:gd name="T9" fmla="*/ 8 h 273"/>
                  <a:gd name="T10" fmla="*/ 247 w 266"/>
                  <a:gd name="T11" fmla="*/ 105 h 273"/>
                  <a:gd name="T12" fmla="*/ 263 w 266"/>
                  <a:gd name="T13" fmla="*/ 135 h 273"/>
                  <a:gd name="T14" fmla="*/ 248 w 266"/>
                  <a:gd name="T15" fmla="*/ 168 h 273"/>
                  <a:gd name="T16" fmla="*/ 19 w 266"/>
                  <a:gd name="T17" fmla="*/ 267 h 273"/>
                  <a:gd name="T18" fmla="*/ 4 w 266"/>
                  <a:gd name="T19" fmla="*/ 273 h 273"/>
                  <a:gd name="T20" fmla="*/ 4 w 266"/>
                  <a:gd name="T21" fmla="*/ 228 h 273"/>
                  <a:gd name="T22" fmla="*/ 17 w 266"/>
                  <a:gd name="T23" fmla="*/ 214 h 273"/>
                  <a:gd name="T24" fmla="*/ 183 w 266"/>
                  <a:gd name="T25" fmla="*/ 146 h 273"/>
                  <a:gd name="T26" fmla="*/ 204 w 266"/>
                  <a:gd name="T27" fmla="*/ 136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6" h="273">
                    <a:moveTo>
                      <a:pt x="204" y="136"/>
                    </a:moveTo>
                    <a:cubicBezTo>
                      <a:pt x="144" y="112"/>
                      <a:pt x="87" y="87"/>
                      <a:pt x="29" y="65"/>
                    </a:cubicBezTo>
                    <a:cubicBezTo>
                      <a:pt x="9" y="58"/>
                      <a:pt x="0" y="48"/>
                      <a:pt x="3" y="27"/>
                    </a:cubicBezTo>
                    <a:cubicBezTo>
                      <a:pt x="5" y="19"/>
                      <a:pt x="4" y="11"/>
                      <a:pt x="4" y="0"/>
                    </a:cubicBezTo>
                    <a:cubicBezTo>
                      <a:pt x="12" y="3"/>
                      <a:pt x="18" y="6"/>
                      <a:pt x="24" y="8"/>
                    </a:cubicBezTo>
                    <a:cubicBezTo>
                      <a:pt x="98" y="41"/>
                      <a:pt x="172" y="74"/>
                      <a:pt x="247" y="105"/>
                    </a:cubicBezTo>
                    <a:cubicBezTo>
                      <a:pt x="263" y="112"/>
                      <a:pt x="264" y="121"/>
                      <a:pt x="263" y="135"/>
                    </a:cubicBezTo>
                    <a:cubicBezTo>
                      <a:pt x="263" y="148"/>
                      <a:pt x="266" y="160"/>
                      <a:pt x="248" y="168"/>
                    </a:cubicBezTo>
                    <a:cubicBezTo>
                      <a:pt x="171" y="200"/>
                      <a:pt x="95" y="234"/>
                      <a:pt x="19" y="267"/>
                    </a:cubicBezTo>
                    <a:cubicBezTo>
                      <a:pt x="15" y="269"/>
                      <a:pt x="10" y="271"/>
                      <a:pt x="4" y="273"/>
                    </a:cubicBezTo>
                    <a:cubicBezTo>
                      <a:pt x="4" y="257"/>
                      <a:pt x="2" y="242"/>
                      <a:pt x="4" y="228"/>
                    </a:cubicBezTo>
                    <a:cubicBezTo>
                      <a:pt x="5" y="223"/>
                      <a:pt x="12" y="216"/>
                      <a:pt x="17" y="214"/>
                    </a:cubicBezTo>
                    <a:cubicBezTo>
                      <a:pt x="72" y="191"/>
                      <a:pt x="128" y="168"/>
                      <a:pt x="183" y="146"/>
                    </a:cubicBezTo>
                    <a:cubicBezTo>
                      <a:pt x="189" y="143"/>
                      <a:pt x="195" y="140"/>
                      <a:pt x="204" y="1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806" name="Freeform 69"/>
              <p:cNvSpPr>
                <a:spLocks/>
              </p:cNvSpPr>
              <p:nvPr/>
            </p:nvSpPr>
            <p:spPr bwMode="auto">
              <a:xfrm>
                <a:off x="637" y="1726"/>
                <a:ext cx="192" cy="194"/>
              </a:xfrm>
              <a:custGeom>
                <a:avLst/>
                <a:gdLst>
                  <a:gd name="T0" fmla="*/ 70 w 268"/>
                  <a:gd name="T1" fmla="*/ 136 h 271"/>
                  <a:gd name="T2" fmla="*/ 160 w 268"/>
                  <a:gd name="T3" fmla="*/ 174 h 271"/>
                  <a:gd name="T4" fmla="*/ 251 w 268"/>
                  <a:gd name="T5" fmla="*/ 211 h 271"/>
                  <a:gd name="T6" fmla="*/ 267 w 268"/>
                  <a:gd name="T7" fmla="*/ 236 h 271"/>
                  <a:gd name="T8" fmla="*/ 267 w 268"/>
                  <a:gd name="T9" fmla="*/ 271 h 271"/>
                  <a:gd name="T10" fmla="*/ 252 w 268"/>
                  <a:gd name="T11" fmla="*/ 267 h 271"/>
                  <a:gd name="T12" fmla="*/ 20 w 268"/>
                  <a:gd name="T13" fmla="*/ 164 h 271"/>
                  <a:gd name="T14" fmla="*/ 7 w 268"/>
                  <a:gd name="T15" fmla="*/ 141 h 271"/>
                  <a:gd name="T16" fmla="*/ 19 w 268"/>
                  <a:gd name="T17" fmla="*/ 108 h 271"/>
                  <a:gd name="T18" fmla="*/ 254 w 268"/>
                  <a:gd name="T19" fmla="*/ 4 h 271"/>
                  <a:gd name="T20" fmla="*/ 266 w 268"/>
                  <a:gd name="T21" fmla="*/ 0 h 271"/>
                  <a:gd name="T22" fmla="*/ 266 w 268"/>
                  <a:gd name="T23" fmla="*/ 46 h 271"/>
                  <a:gd name="T24" fmla="*/ 251 w 268"/>
                  <a:gd name="T25" fmla="*/ 59 h 271"/>
                  <a:gd name="T26" fmla="*/ 95 w 268"/>
                  <a:gd name="T27" fmla="*/ 125 h 271"/>
                  <a:gd name="T28" fmla="*/ 70 w 268"/>
                  <a:gd name="T29" fmla="*/ 136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8" h="271">
                    <a:moveTo>
                      <a:pt x="70" y="136"/>
                    </a:moveTo>
                    <a:cubicBezTo>
                      <a:pt x="102" y="149"/>
                      <a:pt x="131" y="161"/>
                      <a:pt x="160" y="174"/>
                    </a:cubicBezTo>
                    <a:cubicBezTo>
                      <a:pt x="191" y="186"/>
                      <a:pt x="220" y="200"/>
                      <a:pt x="251" y="211"/>
                    </a:cubicBezTo>
                    <a:cubicBezTo>
                      <a:pt x="264" y="216"/>
                      <a:pt x="268" y="223"/>
                      <a:pt x="267" y="236"/>
                    </a:cubicBezTo>
                    <a:cubicBezTo>
                      <a:pt x="266" y="247"/>
                      <a:pt x="267" y="259"/>
                      <a:pt x="267" y="271"/>
                    </a:cubicBezTo>
                    <a:cubicBezTo>
                      <a:pt x="260" y="270"/>
                      <a:pt x="256" y="269"/>
                      <a:pt x="252" y="267"/>
                    </a:cubicBezTo>
                    <a:cubicBezTo>
                      <a:pt x="175" y="233"/>
                      <a:pt x="98" y="198"/>
                      <a:pt x="20" y="164"/>
                    </a:cubicBezTo>
                    <a:cubicBezTo>
                      <a:pt x="9" y="159"/>
                      <a:pt x="5" y="152"/>
                      <a:pt x="7" y="141"/>
                    </a:cubicBezTo>
                    <a:cubicBezTo>
                      <a:pt x="9" y="130"/>
                      <a:pt x="0" y="116"/>
                      <a:pt x="19" y="108"/>
                    </a:cubicBezTo>
                    <a:cubicBezTo>
                      <a:pt x="98" y="74"/>
                      <a:pt x="176" y="38"/>
                      <a:pt x="254" y="4"/>
                    </a:cubicBezTo>
                    <a:cubicBezTo>
                      <a:pt x="257" y="2"/>
                      <a:pt x="260" y="2"/>
                      <a:pt x="266" y="0"/>
                    </a:cubicBezTo>
                    <a:cubicBezTo>
                      <a:pt x="266" y="16"/>
                      <a:pt x="268" y="32"/>
                      <a:pt x="266" y="46"/>
                    </a:cubicBezTo>
                    <a:cubicBezTo>
                      <a:pt x="265" y="51"/>
                      <a:pt x="257" y="57"/>
                      <a:pt x="251" y="59"/>
                    </a:cubicBezTo>
                    <a:cubicBezTo>
                      <a:pt x="199" y="82"/>
                      <a:pt x="147" y="103"/>
                      <a:pt x="95" y="125"/>
                    </a:cubicBezTo>
                    <a:cubicBezTo>
                      <a:pt x="87" y="128"/>
                      <a:pt x="80" y="131"/>
                      <a:pt x="70" y="1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807" name="Freeform 70"/>
              <p:cNvSpPr>
                <a:spLocks/>
              </p:cNvSpPr>
              <p:nvPr/>
            </p:nvSpPr>
            <p:spPr bwMode="auto">
              <a:xfrm>
                <a:off x="857" y="1667"/>
                <a:ext cx="122" cy="273"/>
              </a:xfrm>
              <a:custGeom>
                <a:avLst/>
                <a:gdLst>
                  <a:gd name="T0" fmla="*/ 170 w 170"/>
                  <a:gd name="T1" fmla="*/ 3 h 381"/>
                  <a:gd name="T2" fmla="*/ 129 w 170"/>
                  <a:gd name="T3" fmla="*/ 137 h 381"/>
                  <a:gd name="T4" fmla="*/ 62 w 170"/>
                  <a:gd name="T5" fmla="*/ 356 h 381"/>
                  <a:gd name="T6" fmla="*/ 32 w 170"/>
                  <a:gd name="T7" fmla="*/ 378 h 381"/>
                  <a:gd name="T8" fmla="*/ 0 w 170"/>
                  <a:gd name="T9" fmla="*/ 378 h 381"/>
                  <a:gd name="T10" fmla="*/ 48 w 170"/>
                  <a:gd name="T11" fmla="*/ 223 h 381"/>
                  <a:gd name="T12" fmla="*/ 109 w 170"/>
                  <a:gd name="T13" fmla="*/ 23 h 381"/>
                  <a:gd name="T14" fmla="*/ 136 w 170"/>
                  <a:gd name="T15" fmla="*/ 3 h 381"/>
                  <a:gd name="T16" fmla="*/ 170 w 170"/>
                  <a:gd name="T17" fmla="*/ 3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0" h="381">
                    <a:moveTo>
                      <a:pt x="170" y="3"/>
                    </a:moveTo>
                    <a:cubicBezTo>
                      <a:pt x="156" y="49"/>
                      <a:pt x="142" y="93"/>
                      <a:pt x="129" y="137"/>
                    </a:cubicBezTo>
                    <a:cubicBezTo>
                      <a:pt x="106" y="210"/>
                      <a:pt x="83" y="283"/>
                      <a:pt x="62" y="356"/>
                    </a:cubicBezTo>
                    <a:cubicBezTo>
                      <a:pt x="57" y="373"/>
                      <a:pt x="50" y="381"/>
                      <a:pt x="32" y="378"/>
                    </a:cubicBezTo>
                    <a:cubicBezTo>
                      <a:pt x="22" y="377"/>
                      <a:pt x="12" y="378"/>
                      <a:pt x="0" y="378"/>
                    </a:cubicBezTo>
                    <a:cubicBezTo>
                      <a:pt x="16" y="324"/>
                      <a:pt x="32" y="274"/>
                      <a:pt x="48" y="223"/>
                    </a:cubicBezTo>
                    <a:cubicBezTo>
                      <a:pt x="68" y="156"/>
                      <a:pt x="89" y="90"/>
                      <a:pt x="109" y="23"/>
                    </a:cubicBezTo>
                    <a:cubicBezTo>
                      <a:pt x="113" y="7"/>
                      <a:pt x="120" y="0"/>
                      <a:pt x="136" y="3"/>
                    </a:cubicBezTo>
                    <a:cubicBezTo>
                      <a:pt x="146" y="4"/>
                      <a:pt x="157" y="3"/>
                      <a:pt x="17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808" name="Freeform 71"/>
              <p:cNvSpPr>
                <a:spLocks noEditPoints="1"/>
              </p:cNvSpPr>
              <p:nvPr/>
            </p:nvSpPr>
            <p:spPr bwMode="auto">
              <a:xfrm>
                <a:off x="567" y="1407"/>
                <a:ext cx="112" cy="106"/>
              </a:xfrm>
              <a:custGeom>
                <a:avLst/>
                <a:gdLst>
                  <a:gd name="T0" fmla="*/ 78 w 156"/>
                  <a:gd name="T1" fmla="*/ 148 h 148"/>
                  <a:gd name="T2" fmla="*/ 1 w 156"/>
                  <a:gd name="T3" fmla="*/ 75 h 148"/>
                  <a:gd name="T4" fmla="*/ 79 w 156"/>
                  <a:gd name="T5" fmla="*/ 0 h 148"/>
                  <a:gd name="T6" fmla="*/ 156 w 156"/>
                  <a:gd name="T7" fmla="*/ 74 h 148"/>
                  <a:gd name="T8" fmla="*/ 78 w 156"/>
                  <a:gd name="T9" fmla="*/ 148 h 148"/>
                  <a:gd name="T10" fmla="*/ 102 w 156"/>
                  <a:gd name="T11" fmla="*/ 78 h 148"/>
                  <a:gd name="T12" fmla="*/ 102 w 156"/>
                  <a:gd name="T13" fmla="*/ 69 h 148"/>
                  <a:gd name="T14" fmla="*/ 78 w 156"/>
                  <a:gd name="T15" fmla="*/ 56 h 148"/>
                  <a:gd name="T16" fmla="*/ 57 w 156"/>
                  <a:gd name="T17" fmla="*/ 75 h 148"/>
                  <a:gd name="T18" fmla="*/ 79 w 156"/>
                  <a:gd name="T19" fmla="*/ 93 h 148"/>
                  <a:gd name="T20" fmla="*/ 102 w 156"/>
                  <a:gd name="T21" fmla="*/ 78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6" h="148">
                    <a:moveTo>
                      <a:pt x="78" y="148"/>
                    </a:moveTo>
                    <a:cubicBezTo>
                      <a:pt x="36" y="148"/>
                      <a:pt x="1" y="115"/>
                      <a:pt x="1" y="75"/>
                    </a:cubicBezTo>
                    <a:cubicBezTo>
                      <a:pt x="0" y="34"/>
                      <a:pt x="36" y="0"/>
                      <a:pt x="79" y="0"/>
                    </a:cubicBezTo>
                    <a:cubicBezTo>
                      <a:pt x="121" y="1"/>
                      <a:pt x="155" y="34"/>
                      <a:pt x="156" y="74"/>
                    </a:cubicBezTo>
                    <a:cubicBezTo>
                      <a:pt x="156" y="115"/>
                      <a:pt x="121" y="148"/>
                      <a:pt x="78" y="148"/>
                    </a:cubicBezTo>
                    <a:close/>
                    <a:moveTo>
                      <a:pt x="102" y="78"/>
                    </a:moveTo>
                    <a:cubicBezTo>
                      <a:pt x="102" y="75"/>
                      <a:pt x="102" y="72"/>
                      <a:pt x="102" y="69"/>
                    </a:cubicBezTo>
                    <a:cubicBezTo>
                      <a:pt x="94" y="64"/>
                      <a:pt x="85" y="55"/>
                      <a:pt x="78" y="56"/>
                    </a:cubicBezTo>
                    <a:cubicBezTo>
                      <a:pt x="70" y="57"/>
                      <a:pt x="64" y="68"/>
                      <a:pt x="57" y="75"/>
                    </a:cubicBezTo>
                    <a:cubicBezTo>
                      <a:pt x="65" y="82"/>
                      <a:pt x="71" y="93"/>
                      <a:pt x="79" y="93"/>
                    </a:cubicBezTo>
                    <a:cubicBezTo>
                      <a:pt x="86" y="94"/>
                      <a:pt x="95" y="84"/>
                      <a:pt x="102"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809" name="Freeform 72"/>
              <p:cNvSpPr>
                <a:spLocks noEditPoints="1"/>
              </p:cNvSpPr>
              <p:nvPr/>
            </p:nvSpPr>
            <p:spPr bwMode="auto">
              <a:xfrm>
                <a:off x="695" y="1407"/>
                <a:ext cx="111" cy="106"/>
              </a:xfrm>
              <a:custGeom>
                <a:avLst/>
                <a:gdLst>
                  <a:gd name="T0" fmla="*/ 77 w 155"/>
                  <a:gd name="T1" fmla="*/ 148 h 148"/>
                  <a:gd name="T2" fmla="*/ 0 w 155"/>
                  <a:gd name="T3" fmla="*/ 75 h 148"/>
                  <a:gd name="T4" fmla="*/ 78 w 155"/>
                  <a:gd name="T5" fmla="*/ 0 h 148"/>
                  <a:gd name="T6" fmla="*/ 154 w 155"/>
                  <a:gd name="T7" fmla="*/ 76 h 148"/>
                  <a:gd name="T8" fmla="*/ 77 w 155"/>
                  <a:gd name="T9" fmla="*/ 148 h 148"/>
                  <a:gd name="T10" fmla="*/ 101 w 155"/>
                  <a:gd name="T11" fmla="*/ 79 h 148"/>
                  <a:gd name="T12" fmla="*/ 101 w 155"/>
                  <a:gd name="T13" fmla="*/ 69 h 148"/>
                  <a:gd name="T14" fmla="*/ 77 w 155"/>
                  <a:gd name="T15" fmla="*/ 55 h 148"/>
                  <a:gd name="T16" fmla="*/ 58 w 155"/>
                  <a:gd name="T17" fmla="*/ 75 h 148"/>
                  <a:gd name="T18" fmla="*/ 78 w 155"/>
                  <a:gd name="T19" fmla="*/ 93 h 148"/>
                  <a:gd name="T20" fmla="*/ 101 w 155"/>
                  <a:gd name="T21" fmla="*/ 79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5" h="148">
                    <a:moveTo>
                      <a:pt x="77" y="148"/>
                    </a:moveTo>
                    <a:cubicBezTo>
                      <a:pt x="34" y="148"/>
                      <a:pt x="1" y="116"/>
                      <a:pt x="0" y="75"/>
                    </a:cubicBezTo>
                    <a:cubicBezTo>
                      <a:pt x="0" y="33"/>
                      <a:pt x="35" y="0"/>
                      <a:pt x="78" y="0"/>
                    </a:cubicBezTo>
                    <a:cubicBezTo>
                      <a:pt x="121" y="1"/>
                      <a:pt x="155" y="34"/>
                      <a:pt x="154" y="76"/>
                    </a:cubicBezTo>
                    <a:cubicBezTo>
                      <a:pt x="154" y="117"/>
                      <a:pt x="120" y="148"/>
                      <a:pt x="77" y="148"/>
                    </a:cubicBezTo>
                    <a:close/>
                    <a:moveTo>
                      <a:pt x="101" y="79"/>
                    </a:moveTo>
                    <a:cubicBezTo>
                      <a:pt x="101" y="75"/>
                      <a:pt x="101" y="72"/>
                      <a:pt x="101" y="69"/>
                    </a:cubicBezTo>
                    <a:cubicBezTo>
                      <a:pt x="93" y="64"/>
                      <a:pt x="86" y="57"/>
                      <a:pt x="77" y="55"/>
                    </a:cubicBezTo>
                    <a:cubicBezTo>
                      <a:pt x="65" y="54"/>
                      <a:pt x="55" y="63"/>
                      <a:pt x="58" y="75"/>
                    </a:cubicBezTo>
                    <a:cubicBezTo>
                      <a:pt x="60" y="82"/>
                      <a:pt x="70" y="92"/>
                      <a:pt x="78" y="93"/>
                    </a:cubicBezTo>
                    <a:cubicBezTo>
                      <a:pt x="85" y="94"/>
                      <a:pt x="93" y="84"/>
                      <a:pt x="101"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810" name="Freeform 73"/>
              <p:cNvSpPr>
                <a:spLocks noEditPoints="1"/>
              </p:cNvSpPr>
              <p:nvPr/>
            </p:nvSpPr>
            <p:spPr bwMode="auto">
              <a:xfrm>
                <a:off x="440" y="1407"/>
                <a:ext cx="112" cy="106"/>
              </a:xfrm>
              <a:custGeom>
                <a:avLst/>
                <a:gdLst>
                  <a:gd name="T0" fmla="*/ 78 w 156"/>
                  <a:gd name="T1" fmla="*/ 148 h 148"/>
                  <a:gd name="T2" fmla="*/ 1 w 156"/>
                  <a:gd name="T3" fmla="*/ 73 h 148"/>
                  <a:gd name="T4" fmla="*/ 78 w 156"/>
                  <a:gd name="T5" fmla="*/ 0 h 148"/>
                  <a:gd name="T6" fmla="*/ 156 w 156"/>
                  <a:gd name="T7" fmla="*/ 75 h 148"/>
                  <a:gd name="T8" fmla="*/ 78 w 156"/>
                  <a:gd name="T9" fmla="*/ 148 h 148"/>
                  <a:gd name="T10" fmla="*/ 102 w 156"/>
                  <a:gd name="T11" fmla="*/ 79 h 148"/>
                  <a:gd name="T12" fmla="*/ 102 w 156"/>
                  <a:gd name="T13" fmla="*/ 70 h 148"/>
                  <a:gd name="T14" fmla="*/ 79 w 156"/>
                  <a:gd name="T15" fmla="*/ 56 h 148"/>
                  <a:gd name="T16" fmla="*/ 57 w 156"/>
                  <a:gd name="T17" fmla="*/ 74 h 148"/>
                  <a:gd name="T18" fmla="*/ 78 w 156"/>
                  <a:gd name="T19" fmla="*/ 93 h 148"/>
                  <a:gd name="T20" fmla="*/ 102 w 156"/>
                  <a:gd name="T21" fmla="*/ 79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6" h="148">
                    <a:moveTo>
                      <a:pt x="78" y="148"/>
                    </a:moveTo>
                    <a:cubicBezTo>
                      <a:pt x="34" y="148"/>
                      <a:pt x="0" y="115"/>
                      <a:pt x="1" y="73"/>
                    </a:cubicBezTo>
                    <a:cubicBezTo>
                      <a:pt x="2" y="33"/>
                      <a:pt x="36" y="0"/>
                      <a:pt x="78" y="0"/>
                    </a:cubicBezTo>
                    <a:cubicBezTo>
                      <a:pt x="121" y="0"/>
                      <a:pt x="156" y="35"/>
                      <a:pt x="156" y="75"/>
                    </a:cubicBezTo>
                    <a:cubicBezTo>
                      <a:pt x="155" y="116"/>
                      <a:pt x="121" y="148"/>
                      <a:pt x="78" y="148"/>
                    </a:cubicBezTo>
                    <a:close/>
                    <a:moveTo>
                      <a:pt x="102" y="79"/>
                    </a:moveTo>
                    <a:cubicBezTo>
                      <a:pt x="102" y="76"/>
                      <a:pt x="102" y="73"/>
                      <a:pt x="102" y="70"/>
                    </a:cubicBezTo>
                    <a:cubicBezTo>
                      <a:pt x="94" y="65"/>
                      <a:pt x="86" y="55"/>
                      <a:pt x="79" y="56"/>
                    </a:cubicBezTo>
                    <a:cubicBezTo>
                      <a:pt x="71" y="57"/>
                      <a:pt x="64" y="68"/>
                      <a:pt x="57" y="74"/>
                    </a:cubicBezTo>
                    <a:cubicBezTo>
                      <a:pt x="64" y="81"/>
                      <a:pt x="70" y="92"/>
                      <a:pt x="78" y="93"/>
                    </a:cubicBezTo>
                    <a:cubicBezTo>
                      <a:pt x="85" y="94"/>
                      <a:pt x="94" y="84"/>
                      <a:pt x="102"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811" name="Freeform 74"/>
              <p:cNvSpPr>
                <a:spLocks noEditPoints="1"/>
              </p:cNvSpPr>
              <p:nvPr/>
            </p:nvSpPr>
            <p:spPr bwMode="auto">
              <a:xfrm>
                <a:off x="1213" y="2001"/>
                <a:ext cx="201" cy="189"/>
              </a:xfrm>
              <a:custGeom>
                <a:avLst/>
                <a:gdLst>
                  <a:gd name="T0" fmla="*/ 1 w 280"/>
                  <a:gd name="T1" fmla="*/ 133 h 265"/>
                  <a:gd name="T2" fmla="*/ 140 w 280"/>
                  <a:gd name="T3" fmla="*/ 0 h 265"/>
                  <a:gd name="T4" fmla="*/ 279 w 280"/>
                  <a:gd name="T5" fmla="*/ 131 h 265"/>
                  <a:gd name="T6" fmla="*/ 141 w 280"/>
                  <a:gd name="T7" fmla="*/ 264 h 265"/>
                  <a:gd name="T8" fmla="*/ 1 w 280"/>
                  <a:gd name="T9" fmla="*/ 133 h 265"/>
                  <a:gd name="T10" fmla="*/ 139 w 280"/>
                  <a:gd name="T11" fmla="*/ 210 h 265"/>
                  <a:gd name="T12" fmla="*/ 222 w 280"/>
                  <a:gd name="T13" fmla="*/ 134 h 265"/>
                  <a:gd name="T14" fmla="*/ 141 w 280"/>
                  <a:gd name="T15" fmla="*/ 53 h 265"/>
                  <a:gd name="T16" fmla="*/ 57 w 280"/>
                  <a:gd name="T17" fmla="*/ 132 h 265"/>
                  <a:gd name="T18" fmla="*/ 139 w 280"/>
                  <a:gd name="T19" fmla="*/ 210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0" h="265">
                    <a:moveTo>
                      <a:pt x="1" y="133"/>
                    </a:moveTo>
                    <a:cubicBezTo>
                      <a:pt x="0" y="59"/>
                      <a:pt x="62" y="0"/>
                      <a:pt x="140" y="0"/>
                    </a:cubicBezTo>
                    <a:cubicBezTo>
                      <a:pt x="216" y="0"/>
                      <a:pt x="278" y="58"/>
                      <a:pt x="279" y="131"/>
                    </a:cubicBezTo>
                    <a:cubicBezTo>
                      <a:pt x="280" y="202"/>
                      <a:pt x="217" y="264"/>
                      <a:pt x="141" y="264"/>
                    </a:cubicBezTo>
                    <a:cubicBezTo>
                      <a:pt x="64" y="265"/>
                      <a:pt x="1" y="205"/>
                      <a:pt x="1" y="133"/>
                    </a:cubicBezTo>
                    <a:close/>
                    <a:moveTo>
                      <a:pt x="139" y="210"/>
                    </a:moveTo>
                    <a:cubicBezTo>
                      <a:pt x="184" y="210"/>
                      <a:pt x="221" y="177"/>
                      <a:pt x="222" y="134"/>
                    </a:cubicBezTo>
                    <a:cubicBezTo>
                      <a:pt x="223" y="90"/>
                      <a:pt x="187" y="54"/>
                      <a:pt x="141" y="53"/>
                    </a:cubicBezTo>
                    <a:cubicBezTo>
                      <a:pt x="95" y="53"/>
                      <a:pt x="57" y="89"/>
                      <a:pt x="57" y="132"/>
                    </a:cubicBezTo>
                    <a:cubicBezTo>
                      <a:pt x="57" y="175"/>
                      <a:pt x="93" y="210"/>
                      <a:pt x="139" y="2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grpSp>
      </p:grpSp>
      <p:sp>
        <p:nvSpPr>
          <p:cNvPr id="22" name="Title 21"/>
          <p:cNvSpPr>
            <a:spLocks noGrp="1"/>
          </p:cNvSpPr>
          <p:nvPr>
            <p:ph type="title" hasCustomPrompt="1"/>
          </p:nvPr>
        </p:nvSpPr>
        <p:spPr>
          <a:xfrm>
            <a:off x="509273" y="360819"/>
            <a:ext cx="4957031" cy="1562941"/>
          </a:xfrm>
          <a:prstGeom prst="rect">
            <a:avLst/>
          </a:prstGeom>
        </p:spPr>
        <p:txBody>
          <a:bodyPr vert="horz"/>
          <a:lstStyle>
            <a:lvl1pPr algn="l">
              <a:defRPr>
                <a:solidFill>
                  <a:srgbClr val="00A1E2"/>
                </a:solidFill>
              </a:defRPr>
            </a:lvl1pPr>
          </a:lstStyle>
          <a:p>
            <a:r>
              <a:rPr lang="en-US"/>
              <a:t>CLICK TO EDIT MASTER TITLE STYLE</a:t>
            </a:r>
          </a:p>
        </p:txBody>
      </p:sp>
      <p:pic>
        <p:nvPicPr>
          <p:cNvPr id="813" name="Picture 81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83677" y="6006895"/>
            <a:ext cx="599329" cy="599831"/>
          </a:xfrm>
          <a:prstGeom prst="rect">
            <a:avLst/>
          </a:prstGeom>
        </p:spPr>
      </p:pic>
    </p:spTree>
    <p:extLst>
      <p:ext uri="{BB962C8B-B14F-4D97-AF65-F5344CB8AC3E}">
        <p14:creationId xmlns:p14="http://schemas.microsoft.com/office/powerpoint/2010/main" val="238619890"/>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9_Custom Layout">
    <p:spTree>
      <p:nvGrpSpPr>
        <p:cNvPr id="1" name=""/>
        <p:cNvGrpSpPr/>
        <p:nvPr/>
      </p:nvGrpSpPr>
      <p:grpSpPr>
        <a:xfrm>
          <a:off x="0" y="0"/>
          <a:ext cx="0" cy="0"/>
          <a:chOff x="0" y="0"/>
          <a:chExt cx="0" cy="0"/>
        </a:xfrm>
      </p:grpSpPr>
      <p:sp>
        <p:nvSpPr>
          <p:cNvPr id="3" name="Rectangle 2"/>
          <p:cNvSpPr/>
          <p:nvPr/>
        </p:nvSpPr>
        <p:spPr>
          <a:xfrm>
            <a:off x="3077029" y="0"/>
            <a:ext cx="9114972" cy="6858000"/>
          </a:xfrm>
          <a:prstGeom prst="rect">
            <a:avLst/>
          </a:prstGeom>
          <a:solidFill>
            <a:schemeClr val="bg1">
              <a:alpha val="76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sp>
        <p:nvSpPr>
          <p:cNvPr id="7" name="Flowchart: Manual Input 6"/>
          <p:cNvSpPr/>
          <p:nvPr/>
        </p:nvSpPr>
        <p:spPr>
          <a:xfrm rot="16200000" flipV="1">
            <a:off x="-847607" y="847607"/>
            <a:ext cx="6858001" cy="5162784"/>
          </a:xfrm>
          <a:prstGeom prst="flowChartManualInput">
            <a:avLst/>
          </a:prstGeom>
          <a:solidFill>
            <a:schemeClr val="accent5"/>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sp>
        <p:nvSpPr>
          <p:cNvPr id="40" name="Shape 40"/>
          <p:cNvSpPr>
            <a:spLocks noGrp="1"/>
          </p:cNvSpPr>
          <p:nvPr>
            <p:ph type="title" hasCustomPrompt="1"/>
          </p:nvPr>
        </p:nvSpPr>
        <p:spPr>
          <a:xfrm>
            <a:off x="4887005" y="2191655"/>
            <a:ext cx="4242480" cy="2341536"/>
          </a:xfrm>
          <a:prstGeom prst="rect">
            <a:avLst/>
          </a:prstGeom>
        </p:spPr>
        <p:txBody>
          <a:bodyPr anchor="t">
            <a:noAutofit/>
          </a:bodyPr>
          <a:lstStyle>
            <a:lvl1pPr>
              <a:defRPr sz="2667" b="0">
                <a:solidFill>
                  <a:schemeClr val="tx1"/>
                </a:solidFill>
              </a:defRPr>
            </a:lvl1pPr>
          </a:lstStyle>
          <a:p>
            <a:r>
              <a:rPr lang="en-US"/>
              <a:t>Title text</a:t>
            </a:r>
          </a:p>
        </p:txBody>
      </p:sp>
      <p:sp>
        <p:nvSpPr>
          <p:cNvPr id="19" name="Shape 42"/>
          <p:cNvSpPr>
            <a:spLocks noGrp="1"/>
          </p:cNvSpPr>
          <p:nvPr>
            <p:ph type="sldNum" sz="quarter" idx="2"/>
          </p:nvPr>
        </p:nvSpPr>
        <p:spPr>
          <a:xfrm>
            <a:off x="5783810" y="6340177"/>
            <a:ext cx="624383" cy="372535"/>
          </a:xfrm>
          <a:prstGeom prst="rect">
            <a:avLst/>
          </a:prstGeom>
        </p:spPr>
        <p:txBody>
          <a:bodyPr/>
          <a:lstStyle>
            <a:lvl1pPr algn="l">
              <a:defRPr sz="1333">
                <a:solidFill>
                  <a:schemeClr val="bg1"/>
                </a:solidFill>
                <a:latin typeface="Arial" panose="020B0604020202020204" pitchFamily="34" charset="0"/>
                <a:cs typeface="Arial" panose="020B0604020202020204" pitchFamily="34" charset="0"/>
              </a:defRPr>
            </a:lvl1pPr>
          </a:lstStyle>
          <a:p>
            <a:fld id="{5AEAC5AE-0824-4CFC-8DC9-0F8631CD6CF7}" type="slidenum">
              <a:rPr lang="en-US" smtClean="0"/>
              <a:pPr/>
              <a:t>‹#›</a:t>
            </a:fld>
            <a:endParaRPr lang="en-US"/>
          </a:p>
        </p:txBody>
      </p:sp>
      <p:sp>
        <p:nvSpPr>
          <p:cNvPr id="6" name="Rectangle 5"/>
          <p:cNvSpPr/>
          <p:nvPr/>
        </p:nvSpPr>
        <p:spPr>
          <a:xfrm>
            <a:off x="275772" y="2670622"/>
            <a:ext cx="159656" cy="1364343"/>
          </a:xfrm>
          <a:prstGeom prst="rect">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sp>
        <p:nvSpPr>
          <p:cNvPr id="39" name="Rectangle 38"/>
          <p:cNvSpPr/>
          <p:nvPr/>
        </p:nvSpPr>
        <p:spPr>
          <a:xfrm>
            <a:off x="914400" y="2670622"/>
            <a:ext cx="159656" cy="1364343"/>
          </a:xfrm>
          <a:prstGeom prst="rect">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sp>
        <p:nvSpPr>
          <p:cNvPr id="44" name="Rectangle 43"/>
          <p:cNvSpPr/>
          <p:nvPr/>
        </p:nvSpPr>
        <p:spPr>
          <a:xfrm>
            <a:off x="1625600" y="2670622"/>
            <a:ext cx="159656" cy="1364343"/>
          </a:xfrm>
          <a:prstGeom prst="rect">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sp>
        <p:nvSpPr>
          <p:cNvPr id="45" name="Rectangle 44"/>
          <p:cNvSpPr/>
          <p:nvPr/>
        </p:nvSpPr>
        <p:spPr>
          <a:xfrm>
            <a:off x="2365828" y="2670622"/>
            <a:ext cx="159656" cy="1364343"/>
          </a:xfrm>
          <a:prstGeom prst="rect">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sp>
        <p:nvSpPr>
          <p:cNvPr id="46" name="Rectangle 45"/>
          <p:cNvSpPr/>
          <p:nvPr/>
        </p:nvSpPr>
        <p:spPr>
          <a:xfrm>
            <a:off x="9615715" y="2670622"/>
            <a:ext cx="159656" cy="1364343"/>
          </a:xfrm>
          <a:prstGeom prst="rect">
            <a:avLst/>
          </a:prstGeom>
          <a:solidFill>
            <a:schemeClr val="accent5"/>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sp>
        <p:nvSpPr>
          <p:cNvPr id="47" name="Rectangle 46"/>
          <p:cNvSpPr/>
          <p:nvPr/>
        </p:nvSpPr>
        <p:spPr>
          <a:xfrm>
            <a:off x="10312400" y="2670622"/>
            <a:ext cx="159656" cy="1364343"/>
          </a:xfrm>
          <a:prstGeom prst="rect">
            <a:avLst/>
          </a:prstGeom>
          <a:solidFill>
            <a:schemeClr val="accent5"/>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sp>
        <p:nvSpPr>
          <p:cNvPr id="48" name="Rectangle 47"/>
          <p:cNvSpPr/>
          <p:nvPr/>
        </p:nvSpPr>
        <p:spPr>
          <a:xfrm>
            <a:off x="10994572" y="2670622"/>
            <a:ext cx="159656" cy="1364343"/>
          </a:xfrm>
          <a:prstGeom prst="rect">
            <a:avLst/>
          </a:prstGeom>
          <a:solidFill>
            <a:schemeClr val="accent5"/>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sp>
        <p:nvSpPr>
          <p:cNvPr id="49" name="Rectangle 48"/>
          <p:cNvSpPr/>
          <p:nvPr/>
        </p:nvSpPr>
        <p:spPr>
          <a:xfrm>
            <a:off x="11749317" y="2670622"/>
            <a:ext cx="159656" cy="1364343"/>
          </a:xfrm>
          <a:prstGeom prst="rect">
            <a:avLst/>
          </a:prstGeom>
          <a:solidFill>
            <a:schemeClr val="accent5"/>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pic>
        <p:nvPicPr>
          <p:cNvPr id="53" name="Picture 5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59405" y="6073088"/>
            <a:ext cx="1049568" cy="534176"/>
          </a:xfrm>
          <a:prstGeom prst="rect">
            <a:avLst/>
          </a:prstGeom>
        </p:spPr>
      </p:pic>
      <p:sp>
        <p:nvSpPr>
          <p:cNvPr id="54" name="Rectangle 53"/>
          <p:cNvSpPr/>
          <p:nvPr/>
        </p:nvSpPr>
        <p:spPr>
          <a:xfrm>
            <a:off x="3078645" y="2670622"/>
            <a:ext cx="159656" cy="1364343"/>
          </a:xfrm>
          <a:prstGeom prst="rect">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sp>
        <p:nvSpPr>
          <p:cNvPr id="55" name="Rectangle 54"/>
          <p:cNvSpPr/>
          <p:nvPr/>
        </p:nvSpPr>
        <p:spPr>
          <a:xfrm>
            <a:off x="3833389" y="2670622"/>
            <a:ext cx="159656" cy="1364343"/>
          </a:xfrm>
          <a:prstGeom prst="rect">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pic>
        <p:nvPicPr>
          <p:cNvPr id="18" name="Picture 17"/>
          <p:cNvPicPr>
            <a:picLocks noChangeAspect="1"/>
          </p:cNvPicPr>
          <p:nvPr/>
        </p:nvPicPr>
        <p:blipFill>
          <a:blip r:embed="rId3"/>
          <a:stretch>
            <a:fillRect/>
          </a:stretch>
        </p:blipFill>
        <p:spPr>
          <a:xfrm>
            <a:off x="10921523" y="6073040"/>
            <a:ext cx="1212887" cy="620353"/>
          </a:xfrm>
          <a:prstGeom prst="rect">
            <a:avLst/>
          </a:prstGeom>
        </p:spPr>
      </p:pic>
      <p:pic>
        <p:nvPicPr>
          <p:cNvPr id="20" name="Picture 2" descr="Image result for p&amp;g logo transparen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2660" y="6191853"/>
            <a:ext cx="784939" cy="342625"/>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20"/>
          <p:cNvSpPr/>
          <p:nvPr/>
        </p:nvSpPr>
        <p:spPr>
          <a:xfrm flipH="1">
            <a:off x="522513" y="6784343"/>
            <a:ext cx="11681361" cy="130367"/>
          </a:xfrm>
          <a:prstGeom prst="rect">
            <a:avLst/>
          </a:prstGeom>
          <a:solidFill>
            <a:srgbClr val="474747"/>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sp>
        <p:nvSpPr>
          <p:cNvPr id="22" name="Rectangle 21"/>
          <p:cNvSpPr/>
          <p:nvPr/>
        </p:nvSpPr>
        <p:spPr>
          <a:xfrm>
            <a:off x="1" y="6784342"/>
            <a:ext cx="3788228" cy="130367"/>
          </a:xfrm>
          <a:prstGeom prst="rect">
            <a:avLst/>
          </a:prstGeom>
          <a:solidFill>
            <a:schemeClr val="accent5"/>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spTree>
    <p:extLst>
      <p:ext uri="{BB962C8B-B14F-4D97-AF65-F5344CB8AC3E}">
        <p14:creationId xmlns:p14="http://schemas.microsoft.com/office/powerpoint/2010/main" val="517947650"/>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25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261347" y="200352"/>
            <a:ext cx="11630733" cy="603981"/>
          </a:xfrm>
          <a:prstGeom prst="rect">
            <a:avLst/>
          </a:prstGeom>
        </p:spPr>
        <p:txBody>
          <a:bodyPr anchor="t">
            <a:noAutofit/>
          </a:bodyPr>
          <a:lstStyle>
            <a:lvl1pPr>
              <a:defRPr sz="3200" b="1">
                <a:solidFill>
                  <a:schemeClr val="accent5"/>
                </a:solidFill>
                <a:latin typeface="+mn-lt"/>
              </a:defRPr>
            </a:lvl1pPr>
          </a:lstStyle>
          <a:p>
            <a:r>
              <a:rPr lang="en-US"/>
              <a:t>Title text</a:t>
            </a:r>
          </a:p>
        </p:txBody>
      </p:sp>
      <p:sp>
        <p:nvSpPr>
          <p:cNvPr id="19" name="object 20"/>
          <p:cNvSpPr/>
          <p:nvPr/>
        </p:nvSpPr>
        <p:spPr>
          <a:xfrm>
            <a:off x="12064943" y="2832016"/>
            <a:ext cx="138935" cy="1153909"/>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474747"/>
          </a:solidFill>
        </p:spPr>
        <p:txBody>
          <a:bodyPr wrap="square" lIns="0" tIns="0" rIns="0" bIns="0" rtlCol="0"/>
          <a:lstStyle/>
          <a:p>
            <a:endParaRPr sz="2400"/>
          </a:p>
        </p:txBody>
      </p:sp>
      <p:sp>
        <p:nvSpPr>
          <p:cNvPr id="20" name="object 9"/>
          <p:cNvSpPr/>
          <p:nvPr/>
        </p:nvSpPr>
        <p:spPr>
          <a:xfrm>
            <a:off x="-11893" y="2832016"/>
            <a:ext cx="138935" cy="1153909"/>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474747"/>
          </a:solidFill>
        </p:spPr>
        <p:txBody>
          <a:bodyPr wrap="square" lIns="0" tIns="0" rIns="0" bIns="0" rtlCol="0"/>
          <a:lstStyle/>
          <a:p>
            <a:endParaRPr sz="2400"/>
          </a:p>
        </p:txBody>
      </p:sp>
      <p:sp>
        <p:nvSpPr>
          <p:cNvPr id="8" name="Shape 42"/>
          <p:cNvSpPr>
            <a:spLocks noGrp="1"/>
          </p:cNvSpPr>
          <p:nvPr>
            <p:ph type="sldNum" sz="quarter" idx="2"/>
          </p:nvPr>
        </p:nvSpPr>
        <p:spPr>
          <a:xfrm>
            <a:off x="5783810" y="6340177"/>
            <a:ext cx="624383" cy="372535"/>
          </a:xfrm>
          <a:prstGeom prst="rect">
            <a:avLst/>
          </a:prstGeom>
        </p:spPr>
        <p:txBody>
          <a:bodyPr/>
          <a:lstStyle>
            <a:lvl1pPr algn="ctr">
              <a:defRPr sz="1333">
                <a:solidFill>
                  <a:schemeClr val="tx1"/>
                </a:solidFill>
                <a:latin typeface="Arial" panose="020B0604020202020204" pitchFamily="34" charset="0"/>
                <a:cs typeface="Arial" panose="020B0604020202020204" pitchFamily="34" charset="0"/>
              </a:defRPr>
            </a:lvl1pPr>
          </a:lstStyle>
          <a:p>
            <a:fld id="{5AEAC5AE-0824-4CFC-8DC9-0F8631CD6CF7}" type="slidenum">
              <a:rPr lang="en-US" smtClean="0"/>
              <a:pPr/>
              <a:t>‹#›</a:t>
            </a:fld>
            <a:endParaRPr lang="en-US"/>
          </a:p>
        </p:txBody>
      </p:sp>
      <p:sp>
        <p:nvSpPr>
          <p:cNvPr id="10" name="Rectangle 9"/>
          <p:cNvSpPr/>
          <p:nvPr/>
        </p:nvSpPr>
        <p:spPr>
          <a:xfrm flipH="1">
            <a:off x="522513" y="6727634"/>
            <a:ext cx="11681361" cy="130367"/>
          </a:xfrm>
          <a:prstGeom prst="rect">
            <a:avLst/>
          </a:prstGeom>
          <a:solidFill>
            <a:srgbClr val="474747"/>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sp>
        <p:nvSpPr>
          <p:cNvPr id="11" name="Rectangle 10"/>
          <p:cNvSpPr/>
          <p:nvPr/>
        </p:nvSpPr>
        <p:spPr>
          <a:xfrm>
            <a:off x="1" y="6727633"/>
            <a:ext cx="3788228" cy="130367"/>
          </a:xfrm>
          <a:prstGeom prst="rect">
            <a:avLst/>
          </a:prstGeom>
          <a:solidFill>
            <a:schemeClr val="accent5"/>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pic>
        <p:nvPicPr>
          <p:cNvPr id="12" name="Picture 11"/>
          <p:cNvPicPr>
            <a:picLocks noChangeAspect="1"/>
          </p:cNvPicPr>
          <p:nvPr/>
        </p:nvPicPr>
        <p:blipFill>
          <a:blip r:embed="rId2"/>
          <a:stretch>
            <a:fillRect/>
          </a:stretch>
        </p:blipFill>
        <p:spPr>
          <a:xfrm>
            <a:off x="10921524" y="6114960"/>
            <a:ext cx="970557" cy="496409"/>
          </a:xfrm>
          <a:prstGeom prst="rect">
            <a:avLst/>
          </a:prstGeom>
        </p:spPr>
      </p:pic>
      <p:pic>
        <p:nvPicPr>
          <p:cNvPr id="14" name="Picture 2" descr="Image result for p&amp;g logo transparen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2660" y="6191853"/>
            <a:ext cx="784939" cy="342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9820396"/>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41172" y="1310871"/>
            <a:ext cx="12274344" cy="4584589"/>
          </a:xfrm>
          <a:prstGeom prst="rect">
            <a:avLst/>
          </a:prstGeom>
        </p:spPr>
      </p:pic>
      <p:sp>
        <p:nvSpPr>
          <p:cNvPr id="41" name="object 20"/>
          <p:cNvSpPr/>
          <p:nvPr userDrawn="1"/>
        </p:nvSpPr>
        <p:spPr>
          <a:xfrm>
            <a:off x="12064943" y="2832016"/>
            <a:ext cx="138935" cy="1153909"/>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A1E2"/>
          </a:solidFill>
        </p:spPr>
        <p:txBody>
          <a:bodyPr wrap="square" lIns="0" tIns="0" rIns="0" bIns="0" rtlCol="0"/>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000"/>
              </a:solidFill>
              <a:effectLst/>
              <a:uLnTx/>
              <a:uFillTx/>
              <a:latin typeface="Calibri"/>
              <a:sym typeface="Calibri"/>
            </a:endParaRPr>
          </a:p>
        </p:txBody>
      </p:sp>
      <p:pic>
        <p:nvPicPr>
          <p:cNvPr id="42" name="Picture 41"/>
          <p:cNvPicPr>
            <a:picLocks noChangeAspect="1"/>
          </p:cNvPicPr>
          <p:nvPr userDrawn="1"/>
        </p:nvPicPr>
        <p:blipFill>
          <a:blip r:embed="rId3"/>
          <a:stretch>
            <a:fillRect/>
          </a:stretch>
        </p:blipFill>
        <p:spPr>
          <a:xfrm>
            <a:off x="10713113" y="6015481"/>
            <a:ext cx="1212887" cy="620353"/>
          </a:xfrm>
          <a:prstGeom prst="rect">
            <a:avLst/>
          </a:prstGeom>
        </p:spPr>
      </p:pic>
      <p:sp>
        <p:nvSpPr>
          <p:cNvPr id="47" name="object 21"/>
          <p:cNvSpPr/>
          <p:nvPr userDrawn="1"/>
        </p:nvSpPr>
        <p:spPr>
          <a:xfrm>
            <a:off x="11382967" y="2832016"/>
            <a:ext cx="138935" cy="1153909"/>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A1E2"/>
          </a:solidFill>
        </p:spPr>
        <p:txBody>
          <a:bodyPr wrap="square" lIns="0" tIns="0" rIns="0" bIns="0" rtlCol="0"/>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000"/>
              </a:solidFill>
              <a:effectLst/>
              <a:uLnTx/>
              <a:uFillTx/>
              <a:latin typeface="Calibri"/>
              <a:sym typeface="Calibri"/>
            </a:endParaRPr>
          </a:p>
        </p:txBody>
      </p:sp>
      <p:sp>
        <p:nvSpPr>
          <p:cNvPr id="689" name="object 21"/>
          <p:cNvSpPr/>
          <p:nvPr userDrawn="1"/>
        </p:nvSpPr>
        <p:spPr>
          <a:xfrm>
            <a:off x="10700993" y="2832016"/>
            <a:ext cx="138935" cy="1153909"/>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A1E2"/>
          </a:solidFill>
        </p:spPr>
        <p:txBody>
          <a:bodyPr wrap="square" lIns="0" tIns="0" rIns="0" bIns="0" rtlCol="0"/>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000"/>
              </a:solidFill>
              <a:effectLst/>
              <a:uLnTx/>
              <a:uFillTx/>
              <a:latin typeface="Calibri"/>
              <a:sym typeface="Calibri"/>
            </a:endParaRPr>
          </a:p>
        </p:txBody>
      </p:sp>
      <p:sp>
        <p:nvSpPr>
          <p:cNvPr id="690" name="object 21"/>
          <p:cNvSpPr/>
          <p:nvPr userDrawn="1"/>
        </p:nvSpPr>
        <p:spPr>
          <a:xfrm>
            <a:off x="1365947" y="2832016"/>
            <a:ext cx="138935" cy="1153909"/>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A1E2"/>
          </a:solidFill>
        </p:spPr>
        <p:txBody>
          <a:bodyPr wrap="square" lIns="0" tIns="0" rIns="0" bIns="0" rtlCol="0"/>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000"/>
              </a:solidFill>
              <a:effectLst/>
              <a:uLnTx/>
              <a:uFillTx/>
              <a:latin typeface="Calibri"/>
              <a:sym typeface="Calibri"/>
            </a:endParaRPr>
          </a:p>
        </p:txBody>
      </p:sp>
      <p:sp>
        <p:nvSpPr>
          <p:cNvPr id="691" name="object 21"/>
          <p:cNvSpPr/>
          <p:nvPr userDrawn="1"/>
        </p:nvSpPr>
        <p:spPr>
          <a:xfrm>
            <a:off x="683973" y="2832016"/>
            <a:ext cx="138935" cy="1153909"/>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A1E2"/>
          </a:solidFill>
        </p:spPr>
        <p:txBody>
          <a:bodyPr wrap="square" lIns="0" tIns="0" rIns="0" bIns="0" rtlCol="0"/>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000"/>
              </a:solidFill>
              <a:effectLst/>
              <a:uLnTx/>
              <a:uFillTx/>
              <a:latin typeface="Calibri"/>
              <a:sym typeface="Calibri"/>
            </a:endParaRPr>
          </a:p>
        </p:txBody>
      </p:sp>
      <p:sp>
        <p:nvSpPr>
          <p:cNvPr id="692" name="object 21"/>
          <p:cNvSpPr/>
          <p:nvPr userDrawn="1"/>
        </p:nvSpPr>
        <p:spPr>
          <a:xfrm>
            <a:off x="1998" y="2832016"/>
            <a:ext cx="138935" cy="1153909"/>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A1E2"/>
          </a:solidFill>
        </p:spPr>
        <p:txBody>
          <a:bodyPr wrap="square" lIns="0" tIns="0" rIns="0" bIns="0" rtlCol="0"/>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000"/>
              </a:solidFill>
              <a:effectLst/>
              <a:uLnTx/>
              <a:uFillTx/>
              <a:latin typeface="Calibri"/>
              <a:sym typeface="Calibri"/>
            </a:endParaRPr>
          </a:p>
        </p:txBody>
      </p:sp>
      <p:grpSp>
        <p:nvGrpSpPr>
          <p:cNvPr id="726" name="Group 725"/>
          <p:cNvGrpSpPr/>
          <p:nvPr userDrawn="1"/>
        </p:nvGrpSpPr>
        <p:grpSpPr>
          <a:xfrm>
            <a:off x="9844746" y="3421006"/>
            <a:ext cx="609629" cy="609628"/>
            <a:chOff x="5732868" y="2050555"/>
            <a:chExt cx="381841" cy="381840"/>
          </a:xfrm>
        </p:grpSpPr>
        <p:sp>
          <p:nvSpPr>
            <p:cNvPr id="727" name="Oval 726"/>
            <p:cNvSpPr/>
            <p:nvPr/>
          </p:nvSpPr>
          <p:spPr>
            <a:xfrm>
              <a:off x="5732868" y="2050555"/>
              <a:ext cx="381841" cy="381840"/>
            </a:xfrm>
            <a:prstGeom prst="ellipse">
              <a:avLst/>
            </a:prstGeom>
            <a:solidFill>
              <a:srgbClr val="03B0F0"/>
            </a:solidFill>
            <a:ln w="3175">
              <a:noFill/>
            </a:ln>
          </p:spPr>
          <p:txBody>
            <a:bodyPr vert="horz" wrap="square" lIns="121920" tIns="60960" rIns="121920" bIns="6096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3200" b="0" i="0" u="none" strike="noStrike" kern="0" cap="none" spc="0" normalizeH="0" baseline="0" noProof="0">
                <a:ln>
                  <a:noFill/>
                </a:ln>
                <a:solidFill>
                  <a:srgbClr val="000000"/>
                </a:solidFill>
                <a:effectLst/>
                <a:uLnTx/>
                <a:uFillTx/>
                <a:latin typeface="Calibri"/>
                <a:sym typeface="Calibri"/>
              </a:endParaRPr>
            </a:p>
          </p:txBody>
        </p:sp>
        <p:grpSp>
          <p:nvGrpSpPr>
            <p:cNvPr id="728" name="Group 41"/>
            <p:cNvGrpSpPr>
              <a:grpSpLocks noChangeAspect="1"/>
            </p:cNvGrpSpPr>
            <p:nvPr/>
          </p:nvGrpSpPr>
          <p:grpSpPr bwMode="auto">
            <a:xfrm>
              <a:off x="5803705" y="2111978"/>
              <a:ext cx="241502" cy="273050"/>
              <a:chOff x="4930" y="1494"/>
              <a:chExt cx="222" cy="251"/>
            </a:xfrm>
            <a:solidFill>
              <a:schemeClr val="bg1"/>
            </a:solidFill>
          </p:grpSpPr>
          <p:sp>
            <p:nvSpPr>
              <p:cNvPr id="729" name="Freeform 728"/>
              <p:cNvSpPr>
                <a:spLocks/>
              </p:cNvSpPr>
              <p:nvPr/>
            </p:nvSpPr>
            <p:spPr bwMode="auto">
              <a:xfrm>
                <a:off x="5021" y="1666"/>
                <a:ext cx="40" cy="35"/>
              </a:xfrm>
              <a:custGeom>
                <a:avLst/>
                <a:gdLst>
                  <a:gd name="T0" fmla="*/ 0 w 40"/>
                  <a:gd name="T1" fmla="*/ 0 h 35"/>
                  <a:gd name="T2" fmla="*/ 20 w 40"/>
                  <a:gd name="T3" fmla="*/ 35 h 35"/>
                  <a:gd name="T4" fmla="*/ 40 w 40"/>
                  <a:gd name="T5" fmla="*/ 0 h 35"/>
                  <a:gd name="T6" fmla="*/ 0 w 40"/>
                  <a:gd name="T7" fmla="*/ 0 h 35"/>
                </a:gdLst>
                <a:ahLst/>
                <a:cxnLst>
                  <a:cxn ang="0">
                    <a:pos x="T0" y="T1"/>
                  </a:cxn>
                  <a:cxn ang="0">
                    <a:pos x="T2" y="T3"/>
                  </a:cxn>
                  <a:cxn ang="0">
                    <a:pos x="T4" y="T5"/>
                  </a:cxn>
                  <a:cxn ang="0">
                    <a:pos x="T6" y="T7"/>
                  </a:cxn>
                </a:cxnLst>
                <a:rect l="0" t="0" r="r" b="b"/>
                <a:pathLst>
                  <a:path w="40" h="35">
                    <a:moveTo>
                      <a:pt x="0" y="0"/>
                    </a:moveTo>
                    <a:lnTo>
                      <a:pt x="20" y="35"/>
                    </a:lnTo>
                    <a:lnTo>
                      <a:pt x="4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730" name="Oval 729"/>
              <p:cNvSpPr>
                <a:spLocks noChangeArrowheads="1"/>
              </p:cNvSpPr>
              <p:nvPr/>
            </p:nvSpPr>
            <p:spPr bwMode="auto">
              <a:xfrm>
                <a:off x="5028" y="1532"/>
                <a:ext cx="26" cy="27"/>
              </a:xfrm>
              <a:prstGeom prst="ellipse">
                <a:avLst/>
              </a:prstGeom>
              <a:solidFill>
                <a:srgbClr val="03B0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731" name="Freeform 730"/>
              <p:cNvSpPr>
                <a:spLocks noEditPoints="1"/>
              </p:cNvSpPr>
              <p:nvPr/>
            </p:nvSpPr>
            <p:spPr bwMode="auto">
              <a:xfrm>
                <a:off x="5023" y="1528"/>
                <a:ext cx="35" cy="35"/>
              </a:xfrm>
              <a:custGeom>
                <a:avLst/>
                <a:gdLst>
                  <a:gd name="T0" fmla="*/ 114 w 228"/>
                  <a:gd name="T1" fmla="*/ 227 h 227"/>
                  <a:gd name="T2" fmla="*/ 0 w 228"/>
                  <a:gd name="T3" fmla="*/ 113 h 227"/>
                  <a:gd name="T4" fmla="*/ 114 w 228"/>
                  <a:gd name="T5" fmla="*/ 0 h 227"/>
                  <a:gd name="T6" fmla="*/ 228 w 228"/>
                  <a:gd name="T7" fmla="*/ 113 h 227"/>
                  <a:gd name="T8" fmla="*/ 114 w 228"/>
                  <a:gd name="T9" fmla="*/ 227 h 227"/>
                  <a:gd name="T10" fmla="*/ 114 w 228"/>
                  <a:gd name="T11" fmla="*/ 55 h 227"/>
                  <a:gd name="T12" fmla="*/ 56 w 228"/>
                  <a:gd name="T13" fmla="*/ 113 h 227"/>
                  <a:gd name="T14" fmla="*/ 114 w 228"/>
                  <a:gd name="T15" fmla="*/ 171 h 227"/>
                  <a:gd name="T16" fmla="*/ 172 w 228"/>
                  <a:gd name="T17" fmla="*/ 113 h 227"/>
                  <a:gd name="T18" fmla="*/ 114 w 228"/>
                  <a:gd name="T19" fmla="*/ 55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8" h="227">
                    <a:moveTo>
                      <a:pt x="114" y="227"/>
                    </a:moveTo>
                    <a:cubicBezTo>
                      <a:pt x="51" y="227"/>
                      <a:pt x="0" y="176"/>
                      <a:pt x="0" y="113"/>
                    </a:cubicBezTo>
                    <a:cubicBezTo>
                      <a:pt x="0" y="51"/>
                      <a:pt x="51" y="0"/>
                      <a:pt x="114" y="0"/>
                    </a:cubicBezTo>
                    <a:cubicBezTo>
                      <a:pt x="177" y="0"/>
                      <a:pt x="228" y="51"/>
                      <a:pt x="228" y="113"/>
                    </a:cubicBezTo>
                    <a:cubicBezTo>
                      <a:pt x="228" y="176"/>
                      <a:pt x="177" y="227"/>
                      <a:pt x="114" y="227"/>
                    </a:cubicBezTo>
                    <a:close/>
                    <a:moveTo>
                      <a:pt x="114" y="55"/>
                    </a:moveTo>
                    <a:cubicBezTo>
                      <a:pt x="82" y="55"/>
                      <a:pt x="56" y="81"/>
                      <a:pt x="56" y="113"/>
                    </a:cubicBezTo>
                    <a:cubicBezTo>
                      <a:pt x="56" y="145"/>
                      <a:pt x="82" y="171"/>
                      <a:pt x="114" y="171"/>
                    </a:cubicBezTo>
                    <a:cubicBezTo>
                      <a:pt x="146" y="171"/>
                      <a:pt x="172" y="145"/>
                      <a:pt x="172" y="113"/>
                    </a:cubicBezTo>
                    <a:cubicBezTo>
                      <a:pt x="172" y="81"/>
                      <a:pt x="146" y="55"/>
                      <a:pt x="114"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732" name="Freeform 731"/>
              <p:cNvSpPr>
                <a:spLocks/>
              </p:cNvSpPr>
              <p:nvPr/>
            </p:nvSpPr>
            <p:spPr bwMode="auto">
              <a:xfrm>
                <a:off x="5020" y="1577"/>
                <a:ext cx="42" cy="71"/>
              </a:xfrm>
              <a:custGeom>
                <a:avLst/>
                <a:gdLst>
                  <a:gd name="T0" fmla="*/ 15 w 272"/>
                  <a:gd name="T1" fmla="*/ 385 h 463"/>
                  <a:gd name="T2" fmla="*/ 119 w 272"/>
                  <a:gd name="T3" fmla="*/ 415 h 463"/>
                  <a:gd name="T4" fmla="*/ 213 w 272"/>
                  <a:gd name="T5" fmla="*/ 338 h 463"/>
                  <a:gd name="T6" fmla="*/ 128 w 272"/>
                  <a:gd name="T7" fmla="*/ 249 h 463"/>
                  <a:gd name="T8" fmla="*/ 9 w 272"/>
                  <a:gd name="T9" fmla="*/ 122 h 463"/>
                  <a:gd name="T10" fmla="*/ 155 w 272"/>
                  <a:gd name="T11" fmla="*/ 0 h 463"/>
                  <a:gd name="T12" fmla="*/ 254 w 272"/>
                  <a:gd name="T13" fmla="*/ 22 h 463"/>
                  <a:gd name="T14" fmla="*/ 238 w 272"/>
                  <a:gd name="T15" fmla="*/ 69 h 463"/>
                  <a:gd name="T16" fmla="*/ 153 w 272"/>
                  <a:gd name="T17" fmla="*/ 48 h 463"/>
                  <a:gd name="T18" fmla="*/ 68 w 272"/>
                  <a:gd name="T19" fmla="*/ 115 h 463"/>
                  <a:gd name="T20" fmla="*/ 157 w 272"/>
                  <a:gd name="T21" fmla="*/ 202 h 463"/>
                  <a:gd name="T22" fmla="*/ 272 w 272"/>
                  <a:gd name="T23" fmla="*/ 334 h 463"/>
                  <a:gd name="T24" fmla="*/ 115 w 272"/>
                  <a:gd name="T25" fmla="*/ 463 h 463"/>
                  <a:gd name="T26" fmla="*/ 0 w 272"/>
                  <a:gd name="T27" fmla="*/ 434 h 463"/>
                  <a:gd name="T28" fmla="*/ 15 w 272"/>
                  <a:gd name="T29" fmla="*/ 385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72" h="463">
                    <a:moveTo>
                      <a:pt x="15" y="385"/>
                    </a:moveTo>
                    <a:cubicBezTo>
                      <a:pt x="41" y="401"/>
                      <a:pt x="79" y="415"/>
                      <a:pt x="119" y="415"/>
                    </a:cubicBezTo>
                    <a:cubicBezTo>
                      <a:pt x="178" y="415"/>
                      <a:pt x="213" y="383"/>
                      <a:pt x="213" y="338"/>
                    </a:cubicBezTo>
                    <a:cubicBezTo>
                      <a:pt x="213" y="296"/>
                      <a:pt x="189" y="272"/>
                      <a:pt x="128" y="249"/>
                    </a:cubicBezTo>
                    <a:cubicBezTo>
                      <a:pt x="55" y="223"/>
                      <a:pt x="9" y="185"/>
                      <a:pt x="9" y="122"/>
                    </a:cubicBezTo>
                    <a:cubicBezTo>
                      <a:pt x="9" y="52"/>
                      <a:pt x="67" y="0"/>
                      <a:pt x="155" y="0"/>
                    </a:cubicBezTo>
                    <a:cubicBezTo>
                      <a:pt x="201" y="0"/>
                      <a:pt x="234" y="11"/>
                      <a:pt x="254" y="22"/>
                    </a:cubicBezTo>
                    <a:cubicBezTo>
                      <a:pt x="238" y="69"/>
                      <a:pt x="238" y="69"/>
                      <a:pt x="238" y="69"/>
                    </a:cubicBezTo>
                    <a:cubicBezTo>
                      <a:pt x="223" y="61"/>
                      <a:pt x="193" y="48"/>
                      <a:pt x="153" y="48"/>
                    </a:cubicBezTo>
                    <a:cubicBezTo>
                      <a:pt x="91" y="48"/>
                      <a:pt x="68" y="84"/>
                      <a:pt x="68" y="115"/>
                    </a:cubicBezTo>
                    <a:cubicBezTo>
                      <a:pt x="68" y="157"/>
                      <a:pt x="95" y="178"/>
                      <a:pt x="157" y="202"/>
                    </a:cubicBezTo>
                    <a:cubicBezTo>
                      <a:pt x="233" y="231"/>
                      <a:pt x="272" y="268"/>
                      <a:pt x="272" y="334"/>
                    </a:cubicBezTo>
                    <a:cubicBezTo>
                      <a:pt x="272" y="403"/>
                      <a:pt x="221" y="463"/>
                      <a:pt x="115" y="463"/>
                    </a:cubicBezTo>
                    <a:cubicBezTo>
                      <a:pt x="71" y="463"/>
                      <a:pt x="24" y="450"/>
                      <a:pt x="0" y="434"/>
                    </a:cubicBezTo>
                    <a:lnTo>
                      <a:pt x="15" y="3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733" name="Rectangle 732"/>
              <p:cNvSpPr>
                <a:spLocks noChangeArrowheads="1"/>
              </p:cNvSpPr>
              <p:nvPr/>
            </p:nvSpPr>
            <p:spPr bwMode="auto">
              <a:xfrm>
                <a:off x="5037" y="1556"/>
                <a:ext cx="8" cy="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734" name="Rectangle 733"/>
              <p:cNvSpPr>
                <a:spLocks noChangeArrowheads="1"/>
              </p:cNvSpPr>
              <p:nvPr/>
            </p:nvSpPr>
            <p:spPr bwMode="auto">
              <a:xfrm>
                <a:off x="5037" y="1645"/>
                <a:ext cx="8" cy="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735" name="Freeform 734"/>
              <p:cNvSpPr>
                <a:spLocks noEditPoints="1"/>
              </p:cNvSpPr>
              <p:nvPr/>
            </p:nvSpPr>
            <p:spPr bwMode="auto">
              <a:xfrm>
                <a:off x="4930" y="1494"/>
                <a:ext cx="222" cy="251"/>
              </a:xfrm>
              <a:custGeom>
                <a:avLst/>
                <a:gdLst>
                  <a:gd name="T0" fmla="*/ 723 w 1446"/>
                  <a:gd name="T1" fmla="*/ 1638 h 1638"/>
                  <a:gd name="T2" fmla="*/ 709 w 1446"/>
                  <a:gd name="T3" fmla="*/ 1635 h 1638"/>
                  <a:gd name="T4" fmla="*/ 16 w 1446"/>
                  <a:gd name="T5" fmla="*/ 1246 h 1638"/>
                  <a:gd name="T6" fmla="*/ 3 w 1446"/>
                  <a:gd name="T7" fmla="*/ 1215 h 1638"/>
                  <a:gd name="T8" fmla="*/ 30 w 1446"/>
                  <a:gd name="T9" fmla="*/ 1194 h 1638"/>
                  <a:gd name="T10" fmla="*/ 237 w 1446"/>
                  <a:gd name="T11" fmla="*/ 1194 h 1638"/>
                  <a:gd name="T12" fmla="*/ 237 w 1446"/>
                  <a:gd name="T13" fmla="*/ 28 h 1638"/>
                  <a:gd name="T14" fmla="*/ 265 w 1446"/>
                  <a:gd name="T15" fmla="*/ 0 h 1638"/>
                  <a:gd name="T16" fmla="*/ 1181 w 1446"/>
                  <a:gd name="T17" fmla="*/ 0 h 1638"/>
                  <a:gd name="T18" fmla="*/ 1209 w 1446"/>
                  <a:gd name="T19" fmla="*/ 28 h 1638"/>
                  <a:gd name="T20" fmla="*/ 1209 w 1446"/>
                  <a:gd name="T21" fmla="*/ 1194 h 1638"/>
                  <a:gd name="T22" fmla="*/ 1416 w 1446"/>
                  <a:gd name="T23" fmla="*/ 1194 h 1638"/>
                  <a:gd name="T24" fmla="*/ 1443 w 1446"/>
                  <a:gd name="T25" fmla="*/ 1215 h 1638"/>
                  <a:gd name="T26" fmla="*/ 1430 w 1446"/>
                  <a:gd name="T27" fmla="*/ 1246 h 1638"/>
                  <a:gd name="T28" fmla="*/ 737 w 1446"/>
                  <a:gd name="T29" fmla="*/ 1635 h 1638"/>
                  <a:gd name="T30" fmla="*/ 723 w 1446"/>
                  <a:gd name="T31" fmla="*/ 1638 h 1638"/>
                  <a:gd name="T32" fmla="*/ 137 w 1446"/>
                  <a:gd name="T33" fmla="*/ 1249 h 1638"/>
                  <a:gd name="T34" fmla="*/ 723 w 1446"/>
                  <a:gd name="T35" fmla="*/ 1578 h 1638"/>
                  <a:gd name="T36" fmla="*/ 1309 w 1446"/>
                  <a:gd name="T37" fmla="*/ 1249 h 1638"/>
                  <a:gd name="T38" fmla="*/ 1181 w 1446"/>
                  <a:gd name="T39" fmla="*/ 1249 h 1638"/>
                  <a:gd name="T40" fmla="*/ 1154 w 1446"/>
                  <a:gd name="T41" fmla="*/ 1222 h 1638"/>
                  <a:gd name="T42" fmla="*/ 1154 w 1446"/>
                  <a:gd name="T43" fmla="*/ 56 h 1638"/>
                  <a:gd name="T44" fmla="*/ 292 w 1446"/>
                  <a:gd name="T45" fmla="*/ 56 h 1638"/>
                  <a:gd name="T46" fmla="*/ 292 w 1446"/>
                  <a:gd name="T47" fmla="*/ 1222 h 1638"/>
                  <a:gd name="T48" fmla="*/ 265 w 1446"/>
                  <a:gd name="T49" fmla="*/ 1249 h 1638"/>
                  <a:gd name="T50" fmla="*/ 137 w 1446"/>
                  <a:gd name="T51" fmla="*/ 1249 h 1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6" h="1638">
                    <a:moveTo>
                      <a:pt x="723" y="1638"/>
                    </a:moveTo>
                    <a:cubicBezTo>
                      <a:pt x="718" y="1638"/>
                      <a:pt x="714" y="1637"/>
                      <a:pt x="709" y="1635"/>
                    </a:cubicBezTo>
                    <a:cubicBezTo>
                      <a:pt x="16" y="1246"/>
                      <a:pt x="16" y="1246"/>
                      <a:pt x="16" y="1246"/>
                    </a:cubicBezTo>
                    <a:cubicBezTo>
                      <a:pt x="5" y="1240"/>
                      <a:pt x="0" y="1227"/>
                      <a:pt x="3" y="1215"/>
                    </a:cubicBezTo>
                    <a:cubicBezTo>
                      <a:pt x="6" y="1202"/>
                      <a:pt x="17" y="1194"/>
                      <a:pt x="30" y="1194"/>
                    </a:cubicBezTo>
                    <a:cubicBezTo>
                      <a:pt x="237" y="1194"/>
                      <a:pt x="237" y="1194"/>
                      <a:pt x="237" y="1194"/>
                    </a:cubicBezTo>
                    <a:cubicBezTo>
                      <a:pt x="237" y="28"/>
                      <a:pt x="237" y="28"/>
                      <a:pt x="237" y="28"/>
                    </a:cubicBezTo>
                    <a:cubicBezTo>
                      <a:pt x="237" y="12"/>
                      <a:pt x="249" y="0"/>
                      <a:pt x="265" y="0"/>
                    </a:cubicBezTo>
                    <a:cubicBezTo>
                      <a:pt x="1181" y="0"/>
                      <a:pt x="1181" y="0"/>
                      <a:pt x="1181" y="0"/>
                    </a:cubicBezTo>
                    <a:cubicBezTo>
                      <a:pt x="1197" y="0"/>
                      <a:pt x="1209" y="12"/>
                      <a:pt x="1209" y="28"/>
                    </a:cubicBezTo>
                    <a:cubicBezTo>
                      <a:pt x="1209" y="1194"/>
                      <a:pt x="1209" y="1194"/>
                      <a:pt x="1209" y="1194"/>
                    </a:cubicBezTo>
                    <a:cubicBezTo>
                      <a:pt x="1416" y="1194"/>
                      <a:pt x="1416" y="1194"/>
                      <a:pt x="1416" y="1194"/>
                    </a:cubicBezTo>
                    <a:cubicBezTo>
                      <a:pt x="1429" y="1194"/>
                      <a:pt x="1440" y="1202"/>
                      <a:pt x="1443" y="1215"/>
                    </a:cubicBezTo>
                    <a:cubicBezTo>
                      <a:pt x="1446" y="1227"/>
                      <a:pt x="1441" y="1240"/>
                      <a:pt x="1430" y="1246"/>
                    </a:cubicBezTo>
                    <a:cubicBezTo>
                      <a:pt x="737" y="1635"/>
                      <a:pt x="737" y="1635"/>
                      <a:pt x="737" y="1635"/>
                    </a:cubicBezTo>
                    <a:cubicBezTo>
                      <a:pt x="732" y="1637"/>
                      <a:pt x="728" y="1638"/>
                      <a:pt x="723" y="1638"/>
                    </a:cubicBezTo>
                    <a:close/>
                    <a:moveTo>
                      <a:pt x="137" y="1249"/>
                    </a:moveTo>
                    <a:cubicBezTo>
                      <a:pt x="723" y="1578"/>
                      <a:pt x="723" y="1578"/>
                      <a:pt x="723" y="1578"/>
                    </a:cubicBezTo>
                    <a:cubicBezTo>
                      <a:pt x="1309" y="1249"/>
                      <a:pt x="1309" y="1249"/>
                      <a:pt x="1309" y="1249"/>
                    </a:cubicBezTo>
                    <a:cubicBezTo>
                      <a:pt x="1181" y="1249"/>
                      <a:pt x="1181" y="1249"/>
                      <a:pt x="1181" y="1249"/>
                    </a:cubicBezTo>
                    <a:cubicBezTo>
                      <a:pt x="1166" y="1249"/>
                      <a:pt x="1154" y="1237"/>
                      <a:pt x="1154" y="1222"/>
                    </a:cubicBezTo>
                    <a:cubicBezTo>
                      <a:pt x="1154" y="56"/>
                      <a:pt x="1154" y="56"/>
                      <a:pt x="1154" y="56"/>
                    </a:cubicBezTo>
                    <a:cubicBezTo>
                      <a:pt x="292" y="56"/>
                      <a:pt x="292" y="56"/>
                      <a:pt x="292" y="56"/>
                    </a:cubicBezTo>
                    <a:cubicBezTo>
                      <a:pt x="292" y="1222"/>
                      <a:pt x="292" y="1222"/>
                      <a:pt x="292" y="1222"/>
                    </a:cubicBezTo>
                    <a:cubicBezTo>
                      <a:pt x="292" y="1237"/>
                      <a:pt x="280" y="1249"/>
                      <a:pt x="265" y="1249"/>
                    </a:cubicBezTo>
                    <a:lnTo>
                      <a:pt x="137" y="12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grpSp>
      </p:grpSp>
      <p:grpSp>
        <p:nvGrpSpPr>
          <p:cNvPr id="737" name="Group 736"/>
          <p:cNvGrpSpPr/>
          <p:nvPr userDrawn="1"/>
        </p:nvGrpSpPr>
        <p:grpSpPr>
          <a:xfrm>
            <a:off x="4365545" y="4422207"/>
            <a:ext cx="509121" cy="509120"/>
            <a:chOff x="3027265" y="2109805"/>
            <a:chExt cx="381841" cy="381840"/>
          </a:xfrm>
        </p:grpSpPr>
        <p:sp>
          <p:nvSpPr>
            <p:cNvPr id="738" name="Oval 737"/>
            <p:cNvSpPr/>
            <p:nvPr/>
          </p:nvSpPr>
          <p:spPr>
            <a:xfrm flipH="1">
              <a:off x="3027265" y="2109805"/>
              <a:ext cx="381841" cy="381840"/>
            </a:xfrm>
            <a:prstGeom prst="ellipse">
              <a:avLst/>
            </a:prstGeom>
            <a:solidFill>
              <a:srgbClr val="03B0F0"/>
            </a:solidFill>
            <a:ln w="3175">
              <a:noFill/>
            </a:ln>
          </p:spPr>
          <p:txBody>
            <a:bodyPr vert="horz" wrap="square" lIns="121920" tIns="60960" rIns="121920" bIns="6096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3200" b="0" i="0" u="none" strike="noStrike" kern="0" cap="none" spc="0" normalizeH="0" baseline="0" noProof="0">
                <a:ln>
                  <a:noFill/>
                </a:ln>
                <a:solidFill>
                  <a:srgbClr val="000000"/>
                </a:solidFill>
                <a:effectLst/>
                <a:uLnTx/>
                <a:uFillTx/>
                <a:latin typeface="Calibri"/>
                <a:sym typeface="Calibri"/>
              </a:endParaRPr>
            </a:p>
          </p:txBody>
        </p:sp>
        <p:sp>
          <p:nvSpPr>
            <p:cNvPr id="739" name="Freeform 78"/>
            <p:cNvSpPr>
              <a:spLocks noEditPoints="1"/>
            </p:cNvSpPr>
            <p:nvPr/>
          </p:nvSpPr>
          <p:spPr bwMode="auto">
            <a:xfrm>
              <a:off x="3112860" y="2147792"/>
              <a:ext cx="220718" cy="272463"/>
            </a:xfrm>
            <a:custGeom>
              <a:avLst/>
              <a:gdLst>
                <a:gd name="T0" fmla="*/ 212 w 1392"/>
                <a:gd name="T1" fmla="*/ 1484 h 1727"/>
                <a:gd name="T2" fmla="*/ 340 w 1392"/>
                <a:gd name="T3" fmla="*/ 1577 h 1727"/>
                <a:gd name="T4" fmla="*/ 439 w 1392"/>
                <a:gd name="T5" fmla="*/ 738 h 1727"/>
                <a:gd name="T6" fmla="*/ 477 w 1392"/>
                <a:gd name="T7" fmla="*/ 520 h 1727"/>
                <a:gd name="T8" fmla="*/ 287 w 1392"/>
                <a:gd name="T9" fmla="*/ 320 h 1727"/>
                <a:gd name="T10" fmla="*/ 338 w 1392"/>
                <a:gd name="T11" fmla="*/ 291 h 1727"/>
                <a:gd name="T12" fmla="*/ 568 w 1392"/>
                <a:gd name="T13" fmla="*/ 243 h 1727"/>
                <a:gd name="T14" fmla="*/ 692 w 1392"/>
                <a:gd name="T15" fmla="*/ 0 h 1727"/>
                <a:gd name="T16" fmla="*/ 814 w 1392"/>
                <a:gd name="T17" fmla="*/ 242 h 1727"/>
                <a:gd name="T18" fmla="*/ 1102 w 1392"/>
                <a:gd name="T19" fmla="*/ 299 h 1727"/>
                <a:gd name="T20" fmla="*/ 1117 w 1392"/>
                <a:gd name="T21" fmla="*/ 309 h 1727"/>
                <a:gd name="T22" fmla="*/ 916 w 1392"/>
                <a:gd name="T23" fmla="*/ 493 h 1727"/>
                <a:gd name="T24" fmla="*/ 945 w 1392"/>
                <a:gd name="T25" fmla="*/ 737 h 1727"/>
                <a:gd name="T26" fmla="*/ 1043 w 1392"/>
                <a:gd name="T27" fmla="*/ 1024 h 1727"/>
                <a:gd name="T28" fmla="*/ 1059 w 1392"/>
                <a:gd name="T29" fmla="*/ 1224 h 1727"/>
                <a:gd name="T30" fmla="*/ 1044 w 1392"/>
                <a:gd name="T31" fmla="*/ 1567 h 1727"/>
                <a:gd name="T32" fmla="*/ 1179 w 1392"/>
                <a:gd name="T33" fmla="*/ 1578 h 1727"/>
                <a:gd name="T34" fmla="*/ 1392 w 1392"/>
                <a:gd name="T35" fmla="*/ 1605 h 1727"/>
                <a:gd name="T36" fmla="*/ 1179 w 1392"/>
                <a:gd name="T37" fmla="*/ 1632 h 1727"/>
                <a:gd name="T38" fmla="*/ 214 w 1392"/>
                <a:gd name="T39" fmla="*/ 1727 h 1727"/>
                <a:gd name="T40" fmla="*/ 395 w 1392"/>
                <a:gd name="T41" fmla="*/ 790 h 1727"/>
                <a:gd name="T42" fmla="*/ 990 w 1392"/>
                <a:gd name="T43" fmla="*/ 1577 h 1727"/>
                <a:gd name="T44" fmla="*/ 991 w 1392"/>
                <a:gd name="T45" fmla="*/ 1244 h 1727"/>
                <a:gd name="T46" fmla="*/ 910 w 1392"/>
                <a:gd name="T47" fmla="*/ 1126 h 1727"/>
                <a:gd name="T48" fmla="*/ 991 w 1392"/>
                <a:gd name="T49" fmla="*/ 1007 h 1727"/>
                <a:gd name="T50" fmla="*/ 991 w 1392"/>
                <a:gd name="T51" fmla="*/ 790 h 1727"/>
                <a:gd name="T52" fmla="*/ 692 w 1392"/>
                <a:gd name="T53" fmla="*/ 117 h 1727"/>
                <a:gd name="T54" fmla="*/ 603 w 1392"/>
                <a:gd name="T55" fmla="*/ 292 h 1727"/>
                <a:gd name="T56" fmla="*/ 461 w 1392"/>
                <a:gd name="T57" fmla="*/ 326 h 1727"/>
                <a:gd name="T58" fmla="*/ 494 w 1392"/>
                <a:gd name="T59" fmla="*/ 444 h 1727"/>
                <a:gd name="T60" fmla="*/ 500 w 1392"/>
                <a:gd name="T61" fmla="*/ 696 h 1727"/>
                <a:gd name="T62" fmla="*/ 677 w 1392"/>
                <a:gd name="T63" fmla="*/ 605 h 1727"/>
                <a:gd name="T64" fmla="*/ 864 w 1392"/>
                <a:gd name="T65" fmla="*/ 686 h 1727"/>
                <a:gd name="T66" fmla="*/ 853 w 1392"/>
                <a:gd name="T67" fmla="*/ 522 h 1727"/>
                <a:gd name="T68" fmla="*/ 1001 w 1392"/>
                <a:gd name="T69" fmla="*/ 339 h 1727"/>
                <a:gd name="T70" fmla="*/ 808 w 1392"/>
                <a:gd name="T71" fmla="*/ 310 h 1727"/>
                <a:gd name="T72" fmla="*/ 722 w 1392"/>
                <a:gd name="T73" fmla="*/ 175 h 1727"/>
                <a:gd name="T74" fmla="*/ 840 w 1392"/>
                <a:gd name="T75" fmla="*/ 736 h 1727"/>
                <a:gd name="T76" fmla="*/ 702 w 1392"/>
                <a:gd name="T77" fmla="*/ 662 h 1727"/>
                <a:gd name="T78" fmla="*/ 584 w 1392"/>
                <a:gd name="T79" fmla="*/ 712 h 1727"/>
                <a:gd name="T80" fmla="*/ 547 w 1392"/>
                <a:gd name="T81" fmla="*/ 736 h 1727"/>
                <a:gd name="T82" fmla="*/ 1017 w 1392"/>
                <a:gd name="T83" fmla="*/ 1073 h 1727"/>
                <a:gd name="T84" fmla="*/ 1018 w 1392"/>
                <a:gd name="T85" fmla="*/ 1182 h 1727"/>
                <a:gd name="T86" fmla="*/ 1017 w 1392"/>
                <a:gd name="T87" fmla="*/ 1073 h 1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92" h="1727">
                  <a:moveTo>
                    <a:pt x="0" y="1605"/>
                  </a:moveTo>
                  <a:cubicBezTo>
                    <a:pt x="72" y="1564"/>
                    <a:pt x="141" y="1525"/>
                    <a:pt x="212" y="1484"/>
                  </a:cubicBezTo>
                  <a:cubicBezTo>
                    <a:pt x="212" y="1517"/>
                    <a:pt x="212" y="1546"/>
                    <a:pt x="212" y="1577"/>
                  </a:cubicBezTo>
                  <a:cubicBezTo>
                    <a:pt x="255" y="1577"/>
                    <a:pt x="297" y="1577"/>
                    <a:pt x="340" y="1577"/>
                  </a:cubicBezTo>
                  <a:cubicBezTo>
                    <a:pt x="340" y="1298"/>
                    <a:pt x="340" y="1019"/>
                    <a:pt x="340" y="738"/>
                  </a:cubicBezTo>
                  <a:cubicBezTo>
                    <a:pt x="373" y="738"/>
                    <a:pt x="405" y="738"/>
                    <a:pt x="439" y="738"/>
                  </a:cubicBezTo>
                  <a:cubicBezTo>
                    <a:pt x="446" y="699"/>
                    <a:pt x="452" y="662"/>
                    <a:pt x="459" y="625"/>
                  </a:cubicBezTo>
                  <a:cubicBezTo>
                    <a:pt x="465" y="590"/>
                    <a:pt x="470" y="555"/>
                    <a:pt x="477" y="520"/>
                  </a:cubicBezTo>
                  <a:cubicBezTo>
                    <a:pt x="480" y="508"/>
                    <a:pt x="476" y="501"/>
                    <a:pt x="468" y="493"/>
                  </a:cubicBezTo>
                  <a:cubicBezTo>
                    <a:pt x="407" y="435"/>
                    <a:pt x="347" y="378"/>
                    <a:pt x="287" y="320"/>
                  </a:cubicBezTo>
                  <a:cubicBezTo>
                    <a:pt x="282" y="315"/>
                    <a:pt x="276" y="310"/>
                    <a:pt x="267" y="302"/>
                  </a:cubicBezTo>
                  <a:cubicBezTo>
                    <a:pt x="294" y="298"/>
                    <a:pt x="316" y="294"/>
                    <a:pt x="338" y="291"/>
                  </a:cubicBezTo>
                  <a:cubicBezTo>
                    <a:pt x="407" y="281"/>
                    <a:pt x="476" y="272"/>
                    <a:pt x="545" y="261"/>
                  </a:cubicBezTo>
                  <a:cubicBezTo>
                    <a:pt x="554" y="260"/>
                    <a:pt x="564" y="251"/>
                    <a:pt x="568" y="243"/>
                  </a:cubicBezTo>
                  <a:cubicBezTo>
                    <a:pt x="606" y="169"/>
                    <a:pt x="643" y="95"/>
                    <a:pt x="680" y="20"/>
                  </a:cubicBezTo>
                  <a:cubicBezTo>
                    <a:pt x="684" y="14"/>
                    <a:pt x="687" y="8"/>
                    <a:pt x="692" y="0"/>
                  </a:cubicBezTo>
                  <a:cubicBezTo>
                    <a:pt x="697" y="8"/>
                    <a:pt x="700" y="14"/>
                    <a:pt x="704" y="21"/>
                  </a:cubicBezTo>
                  <a:cubicBezTo>
                    <a:pt x="741" y="94"/>
                    <a:pt x="778" y="168"/>
                    <a:pt x="814" y="242"/>
                  </a:cubicBezTo>
                  <a:cubicBezTo>
                    <a:pt x="821" y="255"/>
                    <a:pt x="828" y="260"/>
                    <a:pt x="843" y="262"/>
                  </a:cubicBezTo>
                  <a:cubicBezTo>
                    <a:pt x="929" y="274"/>
                    <a:pt x="1015" y="286"/>
                    <a:pt x="1102" y="299"/>
                  </a:cubicBezTo>
                  <a:cubicBezTo>
                    <a:pt x="1105" y="299"/>
                    <a:pt x="1108" y="301"/>
                    <a:pt x="1111" y="301"/>
                  </a:cubicBezTo>
                  <a:cubicBezTo>
                    <a:pt x="1113" y="304"/>
                    <a:pt x="1115" y="306"/>
                    <a:pt x="1117" y="309"/>
                  </a:cubicBezTo>
                  <a:cubicBezTo>
                    <a:pt x="1111" y="312"/>
                    <a:pt x="1103" y="314"/>
                    <a:pt x="1098" y="319"/>
                  </a:cubicBezTo>
                  <a:cubicBezTo>
                    <a:pt x="1037" y="377"/>
                    <a:pt x="977" y="435"/>
                    <a:pt x="916" y="493"/>
                  </a:cubicBezTo>
                  <a:cubicBezTo>
                    <a:pt x="907" y="501"/>
                    <a:pt x="905" y="508"/>
                    <a:pt x="907" y="521"/>
                  </a:cubicBezTo>
                  <a:cubicBezTo>
                    <a:pt x="920" y="592"/>
                    <a:pt x="932" y="663"/>
                    <a:pt x="945" y="737"/>
                  </a:cubicBezTo>
                  <a:cubicBezTo>
                    <a:pt x="977" y="737"/>
                    <a:pt x="1009" y="737"/>
                    <a:pt x="1043" y="737"/>
                  </a:cubicBezTo>
                  <a:cubicBezTo>
                    <a:pt x="1043" y="834"/>
                    <a:pt x="1043" y="929"/>
                    <a:pt x="1043" y="1024"/>
                  </a:cubicBezTo>
                  <a:cubicBezTo>
                    <a:pt x="1082" y="1037"/>
                    <a:pt x="1109" y="1060"/>
                    <a:pt x="1120" y="1098"/>
                  </a:cubicBezTo>
                  <a:cubicBezTo>
                    <a:pt x="1135" y="1150"/>
                    <a:pt x="1110" y="1202"/>
                    <a:pt x="1059" y="1224"/>
                  </a:cubicBezTo>
                  <a:cubicBezTo>
                    <a:pt x="1049" y="1228"/>
                    <a:pt x="1043" y="1231"/>
                    <a:pt x="1043" y="1243"/>
                  </a:cubicBezTo>
                  <a:cubicBezTo>
                    <a:pt x="1044" y="1351"/>
                    <a:pt x="1044" y="1459"/>
                    <a:pt x="1044" y="1567"/>
                  </a:cubicBezTo>
                  <a:cubicBezTo>
                    <a:pt x="1044" y="1570"/>
                    <a:pt x="1044" y="1574"/>
                    <a:pt x="1045" y="1578"/>
                  </a:cubicBezTo>
                  <a:cubicBezTo>
                    <a:pt x="1089" y="1578"/>
                    <a:pt x="1133" y="1578"/>
                    <a:pt x="1179" y="1578"/>
                  </a:cubicBezTo>
                  <a:cubicBezTo>
                    <a:pt x="1179" y="1547"/>
                    <a:pt x="1179" y="1518"/>
                    <a:pt x="1179" y="1484"/>
                  </a:cubicBezTo>
                  <a:cubicBezTo>
                    <a:pt x="1251" y="1525"/>
                    <a:pt x="1320" y="1564"/>
                    <a:pt x="1392" y="1605"/>
                  </a:cubicBezTo>
                  <a:cubicBezTo>
                    <a:pt x="1321" y="1646"/>
                    <a:pt x="1252" y="1685"/>
                    <a:pt x="1179" y="1726"/>
                  </a:cubicBezTo>
                  <a:cubicBezTo>
                    <a:pt x="1179" y="1693"/>
                    <a:pt x="1179" y="1663"/>
                    <a:pt x="1179" y="1632"/>
                  </a:cubicBezTo>
                  <a:cubicBezTo>
                    <a:pt x="857" y="1632"/>
                    <a:pt x="537" y="1632"/>
                    <a:pt x="214" y="1632"/>
                  </a:cubicBezTo>
                  <a:cubicBezTo>
                    <a:pt x="214" y="1662"/>
                    <a:pt x="214" y="1692"/>
                    <a:pt x="214" y="1727"/>
                  </a:cubicBezTo>
                  <a:cubicBezTo>
                    <a:pt x="141" y="1685"/>
                    <a:pt x="72" y="1646"/>
                    <a:pt x="0" y="1605"/>
                  </a:cubicBezTo>
                  <a:close/>
                  <a:moveTo>
                    <a:pt x="395" y="790"/>
                  </a:moveTo>
                  <a:cubicBezTo>
                    <a:pt x="395" y="1054"/>
                    <a:pt x="395" y="1315"/>
                    <a:pt x="395" y="1577"/>
                  </a:cubicBezTo>
                  <a:cubicBezTo>
                    <a:pt x="594" y="1577"/>
                    <a:pt x="792" y="1577"/>
                    <a:pt x="990" y="1577"/>
                  </a:cubicBezTo>
                  <a:cubicBezTo>
                    <a:pt x="990" y="1573"/>
                    <a:pt x="991" y="1570"/>
                    <a:pt x="991" y="1568"/>
                  </a:cubicBezTo>
                  <a:cubicBezTo>
                    <a:pt x="991" y="1460"/>
                    <a:pt x="991" y="1352"/>
                    <a:pt x="991" y="1244"/>
                  </a:cubicBezTo>
                  <a:cubicBezTo>
                    <a:pt x="991" y="1232"/>
                    <a:pt x="985" y="1228"/>
                    <a:pt x="976" y="1224"/>
                  </a:cubicBezTo>
                  <a:cubicBezTo>
                    <a:pt x="934" y="1207"/>
                    <a:pt x="908" y="1169"/>
                    <a:pt x="910" y="1126"/>
                  </a:cubicBezTo>
                  <a:cubicBezTo>
                    <a:pt x="911" y="1081"/>
                    <a:pt x="934" y="1048"/>
                    <a:pt x="976" y="1030"/>
                  </a:cubicBezTo>
                  <a:cubicBezTo>
                    <a:pt x="988" y="1025"/>
                    <a:pt x="991" y="1019"/>
                    <a:pt x="991" y="1007"/>
                  </a:cubicBezTo>
                  <a:cubicBezTo>
                    <a:pt x="990" y="955"/>
                    <a:pt x="991" y="903"/>
                    <a:pt x="991" y="851"/>
                  </a:cubicBezTo>
                  <a:cubicBezTo>
                    <a:pt x="991" y="831"/>
                    <a:pt x="991" y="811"/>
                    <a:pt x="991" y="790"/>
                  </a:cubicBezTo>
                  <a:cubicBezTo>
                    <a:pt x="791" y="790"/>
                    <a:pt x="593" y="790"/>
                    <a:pt x="395" y="790"/>
                  </a:cubicBezTo>
                  <a:close/>
                  <a:moveTo>
                    <a:pt x="692" y="117"/>
                  </a:moveTo>
                  <a:cubicBezTo>
                    <a:pt x="688" y="125"/>
                    <a:pt x="684" y="131"/>
                    <a:pt x="681" y="137"/>
                  </a:cubicBezTo>
                  <a:cubicBezTo>
                    <a:pt x="655" y="188"/>
                    <a:pt x="630" y="240"/>
                    <a:pt x="603" y="292"/>
                  </a:cubicBezTo>
                  <a:cubicBezTo>
                    <a:pt x="599" y="299"/>
                    <a:pt x="590" y="307"/>
                    <a:pt x="582" y="308"/>
                  </a:cubicBezTo>
                  <a:cubicBezTo>
                    <a:pt x="542" y="315"/>
                    <a:pt x="501" y="320"/>
                    <a:pt x="461" y="326"/>
                  </a:cubicBezTo>
                  <a:cubicBezTo>
                    <a:pt x="436" y="330"/>
                    <a:pt x="411" y="334"/>
                    <a:pt x="382" y="338"/>
                  </a:cubicBezTo>
                  <a:cubicBezTo>
                    <a:pt x="421" y="376"/>
                    <a:pt x="454" y="413"/>
                    <a:pt x="494" y="444"/>
                  </a:cubicBezTo>
                  <a:cubicBezTo>
                    <a:pt x="531" y="473"/>
                    <a:pt x="538" y="504"/>
                    <a:pt x="527" y="548"/>
                  </a:cubicBezTo>
                  <a:cubicBezTo>
                    <a:pt x="514" y="595"/>
                    <a:pt x="509" y="645"/>
                    <a:pt x="500" y="696"/>
                  </a:cubicBezTo>
                  <a:cubicBezTo>
                    <a:pt x="509" y="692"/>
                    <a:pt x="515" y="689"/>
                    <a:pt x="521" y="686"/>
                  </a:cubicBezTo>
                  <a:cubicBezTo>
                    <a:pt x="573" y="659"/>
                    <a:pt x="625" y="633"/>
                    <a:pt x="677" y="605"/>
                  </a:cubicBezTo>
                  <a:cubicBezTo>
                    <a:pt x="688" y="599"/>
                    <a:pt x="696" y="600"/>
                    <a:pt x="708" y="605"/>
                  </a:cubicBezTo>
                  <a:cubicBezTo>
                    <a:pt x="759" y="633"/>
                    <a:pt x="812" y="660"/>
                    <a:pt x="864" y="686"/>
                  </a:cubicBezTo>
                  <a:cubicBezTo>
                    <a:pt x="869" y="689"/>
                    <a:pt x="875" y="692"/>
                    <a:pt x="884" y="696"/>
                  </a:cubicBezTo>
                  <a:cubicBezTo>
                    <a:pt x="873" y="636"/>
                    <a:pt x="865" y="579"/>
                    <a:pt x="853" y="522"/>
                  </a:cubicBezTo>
                  <a:cubicBezTo>
                    <a:pt x="847" y="496"/>
                    <a:pt x="852" y="480"/>
                    <a:pt x="872" y="462"/>
                  </a:cubicBezTo>
                  <a:cubicBezTo>
                    <a:pt x="916" y="423"/>
                    <a:pt x="957" y="381"/>
                    <a:pt x="1001" y="339"/>
                  </a:cubicBezTo>
                  <a:cubicBezTo>
                    <a:pt x="994" y="337"/>
                    <a:pt x="990" y="335"/>
                    <a:pt x="986" y="335"/>
                  </a:cubicBezTo>
                  <a:cubicBezTo>
                    <a:pt x="926" y="326"/>
                    <a:pt x="867" y="318"/>
                    <a:pt x="808" y="310"/>
                  </a:cubicBezTo>
                  <a:cubicBezTo>
                    <a:pt x="794" y="308"/>
                    <a:pt x="785" y="303"/>
                    <a:pt x="779" y="290"/>
                  </a:cubicBezTo>
                  <a:cubicBezTo>
                    <a:pt x="761" y="251"/>
                    <a:pt x="741" y="214"/>
                    <a:pt x="722" y="175"/>
                  </a:cubicBezTo>
                  <a:cubicBezTo>
                    <a:pt x="713" y="157"/>
                    <a:pt x="703" y="138"/>
                    <a:pt x="692" y="117"/>
                  </a:cubicBezTo>
                  <a:close/>
                  <a:moveTo>
                    <a:pt x="840" y="736"/>
                  </a:moveTo>
                  <a:cubicBezTo>
                    <a:pt x="837" y="733"/>
                    <a:pt x="836" y="731"/>
                    <a:pt x="834" y="730"/>
                  </a:cubicBezTo>
                  <a:cubicBezTo>
                    <a:pt x="790" y="707"/>
                    <a:pt x="746" y="684"/>
                    <a:pt x="702" y="662"/>
                  </a:cubicBezTo>
                  <a:cubicBezTo>
                    <a:pt x="696" y="659"/>
                    <a:pt x="686" y="660"/>
                    <a:pt x="680" y="663"/>
                  </a:cubicBezTo>
                  <a:cubicBezTo>
                    <a:pt x="648" y="679"/>
                    <a:pt x="616" y="696"/>
                    <a:pt x="584" y="712"/>
                  </a:cubicBezTo>
                  <a:cubicBezTo>
                    <a:pt x="571" y="719"/>
                    <a:pt x="558" y="726"/>
                    <a:pt x="545" y="733"/>
                  </a:cubicBezTo>
                  <a:cubicBezTo>
                    <a:pt x="546" y="734"/>
                    <a:pt x="546" y="735"/>
                    <a:pt x="547" y="736"/>
                  </a:cubicBezTo>
                  <a:cubicBezTo>
                    <a:pt x="643" y="736"/>
                    <a:pt x="740" y="736"/>
                    <a:pt x="840" y="736"/>
                  </a:cubicBezTo>
                  <a:close/>
                  <a:moveTo>
                    <a:pt x="1017" y="1073"/>
                  </a:moveTo>
                  <a:cubicBezTo>
                    <a:pt x="987" y="1073"/>
                    <a:pt x="962" y="1097"/>
                    <a:pt x="961" y="1126"/>
                  </a:cubicBezTo>
                  <a:cubicBezTo>
                    <a:pt x="961" y="1156"/>
                    <a:pt x="987" y="1182"/>
                    <a:pt x="1018" y="1182"/>
                  </a:cubicBezTo>
                  <a:cubicBezTo>
                    <a:pt x="1047" y="1181"/>
                    <a:pt x="1072" y="1157"/>
                    <a:pt x="1072" y="1127"/>
                  </a:cubicBezTo>
                  <a:cubicBezTo>
                    <a:pt x="1072" y="1096"/>
                    <a:pt x="1048" y="1073"/>
                    <a:pt x="1017" y="107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grpSp>
      <p:grpSp>
        <p:nvGrpSpPr>
          <p:cNvPr id="741" name="Group 740"/>
          <p:cNvGrpSpPr/>
          <p:nvPr userDrawn="1"/>
        </p:nvGrpSpPr>
        <p:grpSpPr>
          <a:xfrm>
            <a:off x="1125534" y="4750649"/>
            <a:ext cx="509121" cy="509120"/>
            <a:chOff x="5218333" y="1438599"/>
            <a:chExt cx="381841" cy="381840"/>
          </a:xfrm>
        </p:grpSpPr>
        <p:sp>
          <p:nvSpPr>
            <p:cNvPr id="742" name="Oval 741"/>
            <p:cNvSpPr/>
            <p:nvPr/>
          </p:nvSpPr>
          <p:spPr>
            <a:xfrm flipH="1">
              <a:off x="5218333" y="1438599"/>
              <a:ext cx="381841" cy="381840"/>
            </a:xfrm>
            <a:prstGeom prst="ellipse">
              <a:avLst/>
            </a:prstGeom>
            <a:solidFill>
              <a:srgbClr val="03B0F0"/>
            </a:solidFill>
            <a:ln w="3175">
              <a:noFill/>
            </a:ln>
          </p:spPr>
          <p:txBody>
            <a:bodyPr vert="horz" wrap="square" lIns="121920" tIns="60960" rIns="121920" bIns="6096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3200" b="0" i="0" u="none" strike="noStrike" kern="0" cap="none" spc="0" normalizeH="0" baseline="0" noProof="0">
                <a:ln>
                  <a:noFill/>
                </a:ln>
                <a:solidFill>
                  <a:srgbClr val="000000"/>
                </a:solidFill>
                <a:effectLst/>
                <a:uLnTx/>
                <a:uFillTx/>
                <a:latin typeface="Calibri"/>
                <a:sym typeface="Calibri"/>
              </a:endParaRPr>
            </a:p>
          </p:txBody>
        </p:sp>
        <p:grpSp>
          <p:nvGrpSpPr>
            <p:cNvPr id="743" name="Group 742"/>
            <p:cNvGrpSpPr>
              <a:grpSpLocks noChangeAspect="1"/>
            </p:cNvGrpSpPr>
            <p:nvPr/>
          </p:nvGrpSpPr>
          <p:grpSpPr bwMode="auto">
            <a:xfrm>
              <a:off x="5287276" y="1480054"/>
              <a:ext cx="253316" cy="288407"/>
              <a:chOff x="358" y="2214"/>
              <a:chExt cx="231" cy="263"/>
            </a:xfrm>
            <a:solidFill>
              <a:schemeClr val="bg1"/>
            </a:solidFill>
          </p:grpSpPr>
          <p:sp>
            <p:nvSpPr>
              <p:cNvPr id="744" name="Freeform 52"/>
              <p:cNvSpPr>
                <a:spLocks noEditPoints="1"/>
              </p:cNvSpPr>
              <p:nvPr/>
            </p:nvSpPr>
            <p:spPr bwMode="auto">
              <a:xfrm>
                <a:off x="358" y="2214"/>
                <a:ext cx="231" cy="147"/>
              </a:xfrm>
              <a:custGeom>
                <a:avLst/>
                <a:gdLst>
                  <a:gd name="T0" fmla="*/ 332 w 1401"/>
                  <a:gd name="T1" fmla="*/ 870 h 902"/>
                  <a:gd name="T2" fmla="*/ 170 w 1401"/>
                  <a:gd name="T3" fmla="*/ 788 h 902"/>
                  <a:gd name="T4" fmla="*/ 246 w 1401"/>
                  <a:gd name="T5" fmla="*/ 673 h 902"/>
                  <a:gd name="T6" fmla="*/ 15 w 1401"/>
                  <a:gd name="T7" fmla="*/ 446 h 902"/>
                  <a:gd name="T8" fmla="*/ 140 w 1401"/>
                  <a:gd name="T9" fmla="*/ 361 h 902"/>
                  <a:gd name="T10" fmla="*/ 601 w 1401"/>
                  <a:gd name="T11" fmla="*/ 104 h 902"/>
                  <a:gd name="T12" fmla="*/ 801 w 1401"/>
                  <a:gd name="T13" fmla="*/ 107 h 902"/>
                  <a:gd name="T14" fmla="*/ 1372 w 1401"/>
                  <a:gd name="T15" fmla="*/ 417 h 902"/>
                  <a:gd name="T16" fmla="*/ 1330 w 1401"/>
                  <a:gd name="T17" fmla="*/ 493 h 902"/>
                  <a:gd name="T18" fmla="*/ 1157 w 1401"/>
                  <a:gd name="T19" fmla="*/ 690 h 902"/>
                  <a:gd name="T20" fmla="*/ 1224 w 1401"/>
                  <a:gd name="T21" fmla="*/ 828 h 902"/>
                  <a:gd name="T22" fmla="*/ 1035 w 1401"/>
                  <a:gd name="T23" fmla="*/ 761 h 902"/>
                  <a:gd name="T24" fmla="*/ 360 w 1401"/>
                  <a:gd name="T25" fmla="*/ 744 h 902"/>
                  <a:gd name="T26" fmla="*/ 632 w 1401"/>
                  <a:gd name="T27" fmla="*/ 175 h 902"/>
                  <a:gd name="T28" fmla="*/ 137 w 1401"/>
                  <a:gd name="T29" fmla="*/ 418 h 902"/>
                  <a:gd name="T30" fmla="*/ 269 w 1401"/>
                  <a:gd name="T31" fmla="*/ 593 h 902"/>
                  <a:gd name="T32" fmla="*/ 661 w 1401"/>
                  <a:gd name="T33" fmla="*/ 477 h 902"/>
                  <a:gd name="T34" fmla="*/ 1134 w 1401"/>
                  <a:gd name="T35" fmla="*/ 591 h 902"/>
                  <a:gd name="T36" fmla="*/ 777 w 1401"/>
                  <a:gd name="T37" fmla="*/ 168 h 902"/>
                  <a:gd name="T38" fmla="*/ 1068 w 1401"/>
                  <a:gd name="T39" fmla="*/ 613 h 902"/>
                  <a:gd name="T40" fmla="*/ 495 w 1401"/>
                  <a:gd name="T41" fmla="*/ 543 h 902"/>
                  <a:gd name="T42" fmla="*/ 294 w 1401"/>
                  <a:gd name="T43" fmla="*/ 676 h 902"/>
                  <a:gd name="T44" fmla="*/ 430 w 1401"/>
                  <a:gd name="T45" fmla="*/ 661 h 902"/>
                  <a:gd name="T46" fmla="*/ 1040 w 1401"/>
                  <a:gd name="T47" fmla="*/ 694 h 902"/>
                  <a:gd name="T48" fmla="*/ 270 w 1401"/>
                  <a:gd name="T49" fmla="*/ 841 h 902"/>
                  <a:gd name="T50" fmla="*/ 269 w 1401"/>
                  <a:gd name="T51" fmla="*/ 741 h 902"/>
                  <a:gd name="T52" fmla="*/ 270 w 1401"/>
                  <a:gd name="T53" fmla="*/ 841 h 902"/>
                  <a:gd name="T54" fmla="*/ 699 w 1401"/>
                  <a:gd name="T55" fmla="*/ 50 h 902"/>
                  <a:gd name="T56" fmla="*/ 701 w 1401"/>
                  <a:gd name="T57" fmla="*/ 152 h 902"/>
                  <a:gd name="T58" fmla="*/ 1131 w 1401"/>
                  <a:gd name="T59" fmla="*/ 741 h 902"/>
                  <a:gd name="T60" fmla="*/ 1130 w 1401"/>
                  <a:gd name="T61" fmla="*/ 841 h 902"/>
                  <a:gd name="T62" fmla="*/ 1131 w 1401"/>
                  <a:gd name="T63" fmla="*/ 741 h 9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01" h="902">
                    <a:moveTo>
                      <a:pt x="360" y="744"/>
                    </a:moveTo>
                    <a:cubicBezTo>
                      <a:pt x="379" y="800"/>
                      <a:pt x="370" y="841"/>
                      <a:pt x="332" y="870"/>
                    </a:cubicBezTo>
                    <a:cubicBezTo>
                      <a:pt x="299" y="895"/>
                      <a:pt x="262" y="899"/>
                      <a:pt x="225" y="880"/>
                    </a:cubicBezTo>
                    <a:cubicBezTo>
                      <a:pt x="188" y="862"/>
                      <a:pt x="169" y="830"/>
                      <a:pt x="170" y="788"/>
                    </a:cubicBezTo>
                    <a:cubicBezTo>
                      <a:pt x="172" y="747"/>
                      <a:pt x="192" y="716"/>
                      <a:pt x="229" y="700"/>
                    </a:cubicBezTo>
                    <a:cubicBezTo>
                      <a:pt x="243" y="694"/>
                      <a:pt x="244" y="686"/>
                      <a:pt x="246" y="673"/>
                    </a:cubicBezTo>
                    <a:cubicBezTo>
                      <a:pt x="249" y="648"/>
                      <a:pt x="239" y="632"/>
                      <a:pt x="219" y="616"/>
                    </a:cubicBezTo>
                    <a:cubicBezTo>
                      <a:pt x="150" y="561"/>
                      <a:pt x="83" y="503"/>
                      <a:pt x="15" y="446"/>
                    </a:cubicBezTo>
                    <a:cubicBezTo>
                      <a:pt x="11" y="442"/>
                      <a:pt x="7" y="438"/>
                      <a:pt x="0" y="432"/>
                    </a:cubicBezTo>
                    <a:cubicBezTo>
                      <a:pt x="48" y="408"/>
                      <a:pt x="94" y="384"/>
                      <a:pt x="140" y="361"/>
                    </a:cubicBezTo>
                    <a:cubicBezTo>
                      <a:pt x="288" y="285"/>
                      <a:pt x="436" y="208"/>
                      <a:pt x="584" y="133"/>
                    </a:cubicBezTo>
                    <a:cubicBezTo>
                      <a:pt x="597" y="126"/>
                      <a:pt x="602" y="120"/>
                      <a:pt x="601" y="104"/>
                    </a:cubicBezTo>
                    <a:cubicBezTo>
                      <a:pt x="597" y="48"/>
                      <a:pt x="644" y="0"/>
                      <a:pt x="701" y="0"/>
                    </a:cubicBezTo>
                    <a:cubicBezTo>
                      <a:pt x="759" y="1"/>
                      <a:pt x="806" y="50"/>
                      <a:pt x="801" y="107"/>
                    </a:cubicBezTo>
                    <a:cubicBezTo>
                      <a:pt x="799" y="120"/>
                      <a:pt x="803" y="125"/>
                      <a:pt x="814" y="131"/>
                    </a:cubicBezTo>
                    <a:cubicBezTo>
                      <a:pt x="1000" y="226"/>
                      <a:pt x="1186" y="322"/>
                      <a:pt x="1372" y="417"/>
                    </a:cubicBezTo>
                    <a:cubicBezTo>
                      <a:pt x="1381" y="422"/>
                      <a:pt x="1389" y="427"/>
                      <a:pt x="1401" y="433"/>
                    </a:cubicBezTo>
                    <a:cubicBezTo>
                      <a:pt x="1376" y="454"/>
                      <a:pt x="1353" y="473"/>
                      <a:pt x="1330" y="493"/>
                    </a:cubicBezTo>
                    <a:cubicBezTo>
                      <a:pt x="1277" y="537"/>
                      <a:pt x="1224" y="582"/>
                      <a:pt x="1171" y="626"/>
                    </a:cubicBezTo>
                    <a:cubicBezTo>
                      <a:pt x="1158" y="637"/>
                      <a:pt x="1150" y="676"/>
                      <a:pt x="1157" y="690"/>
                    </a:cubicBezTo>
                    <a:cubicBezTo>
                      <a:pt x="1159" y="694"/>
                      <a:pt x="1164" y="696"/>
                      <a:pt x="1168" y="698"/>
                    </a:cubicBezTo>
                    <a:cubicBezTo>
                      <a:pt x="1221" y="722"/>
                      <a:pt x="1245" y="777"/>
                      <a:pt x="1224" y="828"/>
                    </a:cubicBezTo>
                    <a:cubicBezTo>
                      <a:pt x="1204" y="877"/>
                      <a:pt x="1151" y="902"/>
                      <a:pt x="1101" y="887"/>
                    </a:cubicBezTo>
                    <a:cubicBezTo>
                      <a:pt x="1048" y="870"/>
                      <a:pt x="1020" y="817"/>
                      <a:pt x="1035" y="761"/>
                    </a:cubicBezTo>
                    <a:cubicBezTo>
                      <a:pt x="1036" y="758"/>
                      <a:pt x="1037" y="755"/>
                      <a:pt x="1038" y="752"/>
                    </a:cubicBezTo>
                    <a:cubicBezTo>
                      <a:pt x="909" y="663"/>
                      <a:pt x="497" y="655"/>
                      <a:pt x="360" y="744"/>
                    </a:cubicBezTo>
                    <a:close/>
                    <a:moveTo>
                      <a:pt x="777" y="168"/>
                    </a:moveTo>
                    <a:cubicBezTo>
                      <a:pt x="725" y="211"/>
                      <a:pt x="684" y="212"/>
                      <a:pt x="632" y="175"/>
                    </a:cubicBezTo>
                    <a:cubicBezTo>
                      <a:pt x="627" y="172"/>
                      <a:pt x="616" y="173"/>
                      <a:pt x="610" y="176"/>
                    </a:cubicBezTo>
                    <a:cubicBezTo>
                      <a:pt x="452" y="257"/>
                      <a:pt x="294" y="338"/>
                      <a:pt x="137" y="418"/>
                    </a:cubicBezTo>
                    <a:cubicBezTo>
                      <a:pt x="122" y="426"/>
                      <a:pt x="107" y="434"/>
                      <a:pt x="90" y="443"/>
                    </a:cubicBezTo>
                    <a:cubicBezTo>
                      <a:pt x="152" y="495"/>
                      <a:pt x="211" y="544"/>
                      <a:pt x="269" y="593"/>
                    </a:cubicBezTo>
                    <a:cubicBezTo>
                      <a:pt x="318" y="550"/>
                      <a:pt x="351" y="532"/>
                      <a:pt x="412" y="512"/>
                    </a:cubicBezTo>
                    <a:cubicBezTo>
                      <a:pt x="493" y="487"/>
                      <a:pt x="576" y="479"/>
                      <a:pt x="661" y="477"/>
                    </a:cubicBezTo>
                    <a:cubicBezTo>
                      <a:pt x="778" y="476"/>
                      <a:pt x="894" y="483"/>
                      <a:pt x="1005" y="526"/>
                    </a:cubicBezTo>
                    <a:cubicBezTo>
                      <a:pt x="1049" y="543"/>
                      <a:pt x="1089" y="568"/>
                      <a:pt x="1134" y="591"/>
                    </a:cubicBezTo>
                    <a:cubicBezTo>
                      <a:pt x="1190" y="544"/>
                      <a:pt x="1250" y="494"/>
                      <a:pt x="1311" y="443"/>
                    </a:cubicBezTo>
                    <a:cubicBezTo>
                      <a:pt x="1131" y="350"/>
                      <a:pt x="954" y="259"/>
                      <a:pt x="777" y="168"/>
                    </a:cubicBezTo>
                    <a:close/>
                    <a:moveTo>
                      <a:pt x="1104" y="692"/>
                    </a:moveTo>
                    <a:cubicBezTo>
                      <a:pt x="1115" y="655"/>
                      <a:pt x="1101" y="629"/>
                      <a:pt x="1068" y="613"/>
                    </a:cubicBezTo>
                    <a:cubicBezTo>
                      <a:pt x="1031" y="595"/>
                      <a:pt x="994" y="573"/>
                      <a:pt x="954" y="562"/>
                    </a:cubicBezTo>
                    <a:cubicBezTo>
                      <a:pt x="803" y="519"/>
                      <a:pt x="649" y="518"/>
                      <a:pt x="495" y="543"/>
                    </a:cubicBezTo>
                    <a:cubicBezTo>
                      <a:pt x="434" y="554"/>
                      <a:pt x="376" y="572"/>
                      <a:pt x="326" y="610"/>
                    </a:cubicBezTo>
                    <a:cubicBezTo>
                      <a:pt x="303" y="627"/>
                      <a:pt x="291" y="646"/>
                      <a:pt x="294" y="676"/>
                    </a:cubicBezTo>
                    <a:cubicBezTo>
                      <a:pt x="297" y="696"/>
                      <a:pt x="315" y="707"/>
                      <a:pt x="334" y="699"/>
                    </a:cubicBezTo>
                    <a:cubicBezTo>
                      <a:pt x="366" y="686"/>
                      <a:pt x="397" y="671"/>
                      <a:pt x="430" y="661"/>
                    </a:cubicBezTo>
                    <a:cubicBezTo>
                      <a:pt x="540" y="630"/>
                      <a:pt x="654" y="627"/>
                      <a:pt x="767" y="634"/>
                    </a:cubicBezTo>
                    <a:cubicBezTo>
                      <a:pt x="861" y="639"/>
                      <a:pt x="954" y="653"/>
                      <a:pt x="1040" y="694"/>
                    </a:cubicBezTo>
                    <a:cubicBezTo>
                      <a:pt x="1064" y="706"/>
                      <a:pt x="1084" y="709"/>
                      <a:pt x="1104" y="692"/>
                    </a:cubicBezTo>
                    <a:close/>
                    <a:moveTo>
                      <a:pt x="270" y="841"/>
                    </a:moveTo>
                    <a:cubicBezTo>
                      <a:pt x="299" y="841"/>
                      <a:pt x="322" y="818"/>
                      <a:pt x="321" y="790"/>
                    </a:cubicBezTo>
                    <a:cubicBezTo>
                      <a:pt x="321" y="763"/>
                      <a:pt x="298" y="741"/>
                      <a:pt x="269" y="741"/>
                    </a:cubicBezTo>
                    <a:cubicBezTo>
                      <a:pt x="242" y="741"/>
                      <a:pt x="220" y="763"/>
                      <a:pt x="219" y="790"/>
                    </a:cubicBezTo>
                    <a:cubicBezTo>
                      <a:pt x="219" y="818"/>
                      <a:pt x="242" y="841"/>
                      <a:pt x="270" y="841"/>
                    </a:cubicBezTo>
                    <a:close/>
                    <a:moveTo>
                      <a:pt x="751" y="100"/>
                    </a:moveTo>
                    <a:cubicBezTo>
                      <a:pt x="751" y="72"/>
                      <a:pt x="726" y="49"/>
                      <a:pt x="699" y="50"/>
                    </a:cubicBezTo>
                    <a:cubicBezTo>
                      <a:pt x="672" y="51"/>
                      <a:pt x="649" y="75"/>
                      <a:pt x="650" y="103"/>
                    </a:cubicBezTo>
                    <a:cubicBezTo>
                      <a:pt x="651" y="129"/>
                      <a:pt x="674" y="152"/>
                      <a:pt x="701" y="152"/>
                    </a:cubicBezTo>
                    <a:cubicBezTo>
                      <a:pt x="728" y="151"/>
                      <a:pt x="752" y="128"/>
                      <a:pt x="751" y="100"/>
                    </a:cubicBezTo>
                    <a:close/>
                    <a:moveTo>
                      <a:pt x="1131" y="741"/>
                    </a:moveTo>
                    <a:cubicBezTo>
                      <a:pt x="1103" y="741"/>
                      <a:pt x="1079" y="764"/>
                      <a:pt x="1080" y="791"/>
                    </a:cubicBezTo>
                    <a:cubicBezTo>
                      <a:pt x="1080" y="818"/>
                      <a:pt x="1103" y="841"/>
                      <a:pt x="1130" y="841"/>
                    </a:cubicBezTo>
                    <a:cubicBezTo>
                      <a:pt x="1158" y="841"/>
                      <a:pt x="1181" y="819"/>
                      <a:pt x="1182" y="792"/>
                    </a:cubicBezTo>
                    <a:cubicBezTo>
                      <a:pt x="1182" y="764"/>
                      <a:pt x="1159" y="741"/>
                      <a:pt x="1131" y="7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745" name="Freeform 53"/>
              <p:cNvSpPr>
                <a:spLocks noEditPoints="1"/>
              </p:cNvSpPr>
              <p:nvPr/>
            </p:nvSpPr>
            <p:spPr bwMode="auto">
              <a:xfrm>
                <a:off x="412" y="2336"/>
                <a:ext cx="128" cy="141"/>
              </a:xfrm>
              <a:custGeom>
                <a:avLst/>
                <a:gdLst>
                  <a:gd name="T0" fmla="*/ 517 w 777"/>
                  <a:gd name="T1" fmla="*/ 546 h 863"/>
                  <a:gd name="T2" fmla="*/ 495 w 777"/>
                  <a:gd name="T3" fmla="*/ 546 h 863"/>
                  <a:gd name="T4" fmla="*/ 289 w 777"/>
                  <a:gd name="T5" fmla="*/ 546 h 863"/>
                  <a:gd name="T6" fmla="*/ 188 w 777"/>
                  <a:gd name="T7" fmla="*/ 459 h 863"/>
                  <a:gd name="T8" fmla="*/ 189 w 777"/>
                  <a:gd name="T9" fmla="*/ 342 h 863"/>
                  <a:gd name="T10" fmla="*/ 288 w 777"/>
                  <a:gd name="T11" fmla="*/ 247 h 863"/>
                  <a:gd name="T12" fmla="*/ 564 w 777"/>
                  <a:gd name="T13" fmla="*/ 245 h 863"/>
                  <a:gd name="T14" fmla="*/ 568 w 777"/>
                  <a:gd name="T15" fmla="*/ 248 h 863"/>
                  <a:gd name="T16" fmla="*/ 568 w 777"/>
                  <a:gd name="T17" fmla="*/ 269 h 863"/>
                  <a:gd name="T18" fmla="*/ 568 w 777"/>
                  <a:gd name="T19" fmla="*/ 533 h 863"/>
                  <a:gd name="T20" fmla="*/ 570 w 777"/>
                  <a:gd name="T21" fmla="*/ 567 h 863"/>
                  <a:gd name="T22" fmla="*/ 620 w 777"/>
                  <a:gd name="T23" fmla="*/ 595 h 863"/>
                  <a:gd name="T24" fmla="*/ 658 w 777"/>
                  <a:gd name="T25" fmla="*/ 559 h 863"/>
                  <a:gd name="T26" fmla="*/ 434 w 777"/>
                  <a:gd name="T27" fmla="*/ 74 h 863"/>
                  <a:gd name="T28" fmla="*/ 50 w 777"/>
                  <a:gd name="T29" fmla="*/ 404 h 863"/>
                  <a:gd name="T30" fmla="*/ 361 w 777"/>
                  <a:gd name="T31" fmla="*/ 721 h 863"/>
                  <a:gd name="T32" fmla="*/ 361 w 777"/>
                  <a:gd name="T33" fmla="*/ 631 h 863"/>
                  <a:gd name="T34" fmla="*/ 563 w 777"/>
                  <a:gd name="T35" fmla="*/ 747 h 863"/>
                  <a:gd name="T36" fmla="*/ 363 w 777"/>
                  <a:gd name="T37" fmla="*/ 863 h 863"/>
                  <a:gd name="T38" fmla="*/ 363 w 777"/>
                  <a:gd name="T39" fmla="*/ 773 h 863"/>
                  <a:gd name="T40" fmla="*/ 316 w 777"/>
                  <a:gd name="T41" fmla="*/ 767 h 863"/>
                  <a:gd name="T42" fmla="*/ 0 w 777"/>
                  <a:gd name="T43" fmla="*/ 396 h 863"/>
                  <a:gd name="T44" fmla="*/ 316 w 777"/>
                  <a:gd name="T45" fmla="*/ 24 h 863"/>
                  <a:gd name="T46" fmla="*/ 688 w 777"/>
                  <a:gd name="T47" fmla="*/ 186 h 863"/>
                  <a:gd name="T48" fmla="*/ 699 w 777"/>
                  <a:gd name="T49" fmla="*/ 590 h 863"/>
                  <a:gd name="T50" fmla="*/ 604 w 777"/>
                  <a:gd name="T51" fmla="*/ 650 h 863"/>
                  <a:gd name="T52" fmla="*/ 520 w 777"/>
                  <a:gd name="T53" fmla="*/ 575 h 863"/>
                  <a:gd name="T54" fmla="*/ 517 w 777"/>
                  <a:gd name="T55" fmla="*/ 546 h 863"/>
                  <a:gd name="T56" fmla="*/ 517 w 777"/>
                  <a:gd name="T57" fmla="*/ 294 h 863"/>
                  <a:gd name="T58" fmla="*/ 300 w 777"/>
                  <a:gd name="T59" fmla="*/ 295 h 863"/>
                  <a:gd name="T60" fmla="*/ 237 w 777"/>
                  <a:gd name="T61" fmla="*/ 360 h 863"/>
                  <a:gd name="T62" fmla="*/ 237 w 777"/>
                  <a:gd name="T63" fmla="*/ 444 h 863"/>
                  <a:gd name="T64" fmla="*/ 293 w 777"/>
                  <a:gd name="T65" fmla="*/ 496 h 863"/>
                  <a:gd name="T66" fmla="*/ 463 w 777"/>
                  <a:gd name="T67" fmla="*/ 496 h 863"/>
                  <a:gd name="T68" fmla="*/ 517 w 777"/>
                  <a:gd name="T69" fmla="*/ 496 h 863"/>
                  <a:gd name="T70" fmla="*/ 517 w 777"/>
                  <a:gd name="T71" fmla="*/ 294 h 8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77" h="863">
                    <a:moveTo>
                      <a:pt x="517" y="546"/>
                    </a:moveTo>
                    <a:cubicBezTo>
                      <a:pt x="509" y="546"/>
                      <a:pt x="502" y="546"/>
                      <a:pt x="495" y="546"/>
                    </a:cubicBezTo>
                    <a:cubicBezTo>
                      <a:pt x="426" y="546"/>
                      <a:pt x="358" y="546"/>
                      <a:pt x="289" y="546"/>
                    </a:cubicBezTo>
                    <a:cubicBezTo>
                      <a:pt x="233" y="546"/>
                      <a:pt x="193" y="514"/>
                      <a:pt x="188" y="459"/>
                    </a:cubicBezTo>
                    <a:cubicBezTo>
                      <a:pt x="184" y="420"/>
                      <a:pt x="184" y="380"/>
                      <a:pt x="189" y="342"/>
                    </a:cubicBezTo>
                    <a:cubicBezTo>
                      <a:pt x="195" y="287"/>
                      <a:pt x="233" y="249"/>
                      <a:pt x="288" y="247"/>
                    </a:cubicBezTo>
                    <a:cubicBezTo>
                      <a:pt x="380" y="243"/>
                      <a:pt x="472" y="245"/>
                      <a:pt x="564" y="245"/>
                    </a:cubicBezTo>
                    <a:cubicBezTo>
                      <a:pt x="564" y="245"/>
                      <a:pt x="565" y="246"/>
                      <a:pt x="568" y="248"/>
                    </a:cubicBezTo>
                    <a:cubicBezTo>
                      <a:pt x="568" y="254"/>
                      <a:pt x="568" y="262"/>
                      <a:pt x="568" y="269"/>
                    </a:cubicBezTo>
                    <a:cubicBezTo>
                      <a:pt x="568" y="357"/>
                      <a:pt x="568" y="445"/>
                      <a:pt x="568" y="533"/>
                    </a:cubicBezTo>
                    <a:cubicBezTo>
                      <a:pt x="568" y="545"/>
                      <a:pt x="569" y="556"/>
                      <a:pt x="570" y="567"/>
                    </a:cubicBezTo>
                    <a:cubicBezTo>
                      <a:pt x="574" y="596"/>
                      <a:pt x="595" y="609"/>
                      <a:pt x="620" y="595"/>
                    </a:cubicBezTo>
                    <a:cubicBezTo>
                      <a:pt x="635" y="587"/>
                      <a:pt x="649" y="574"/>
                      <a:pt x="658" y="559"/>
                    </a:cubicBezTo>
                    <a:cubicBezTo>
                      <a:pt x="775" y="370"/>
                      <a:pt x="654" y="109"/>
                      <a:pt x="434" y="74"/>
                    </a:cubicBezTo>
                    <a:cubicBezTo>
                      <a:pt x="227" y="41"/>
                      <a:pt x="46" y="196"/>
                      <a:pt x="50" y="404"/>
                    </a:cubicBezTo>
                    <a:cubicBezTo>
                      <a:pt x="55" y="588"/>
                      <a:pt x="206" y="716"/>
                      <a:pt x="361" y="721"/>
                    </a:cubicBezTo>
                    <a:cubicBezTo>
                      <a:pt x="361" y="693"/>
                      <a:pt x="361" y="664"/>
                      <a:pt x="361" y="631"/>
                    </a:cubicBezTo>
                    <a:cubicBezTo>
                      <a:pt x="430" y="671"/>
                      <a:pt x="495" y="708"/>
                      <a:pt x="563" y="747"/>
                    </a:cubicBezTo>
                    <a:cubicBezTo>
                      <a:pt x="495" y="786"/>
                      <a:pt x="430" y="824"/>
                      <a:pt x="363" y="863"/>
                    </a:cubicBezTo>
                    <a:cubicBezTo>
                      <a:pt x="363" y="832"/>
                      <a:pt x="363" y="803"/>
                      <a:pt x="363" y="773"/>
                    </a:cubicBezTo>
                    <a:cubicBezTo>
                      <a:pt x="346" y="771"/>
                      <a:pt x="331" y="770"/>
                      <a:pt x="316" y="767"/>
                    </a:cubicBezTo>
                    <a:cubicBezTo>
                      <a:pt x="131" y="735"/>
                      <a:pt x="0" y="581"/>
                      <a:pt x="0" y="396"/>
                    </a:cubicBezTo>
                    <a:cubicBezTo>
                      <a:pt x="0" y="211"/>
                      <a:pt x="130" y="54"/>
                      <a:pt x="316" y="24"/>
                    </a:cubicBezTo>
                    <a:cubicBezTo>
                      <a:pt x="472" y="0"/>
                      <a:pt x="600" y="55"/>
                      <a:pt x="688" y="186"/>
                    </a:cubicBezTo>
                    <a:cubicBezTo>
                      <a:pt x="775" y="316"/>
                      <a:pt x="777" y="453"/>
                      <a:pt x="699" y="590"/>
                    </a:cubicBezTo>
                    <a:cubicBezTo>
                      <a:pt x="679" y="626"/>
                      <a:pt x="647" y="649"/>
                      <a:pt x="604" y="650"/>
                    </a:cubicBezTo>
                    <a:cubicBezTo>
                      <a:pt x="559" y="651"/>
                      <a:pt x="529" y="624"/>
                      <a:pt x="520" y="575"/>
                    </a:cubicBezTo>
                    <a:cubicBezTo>
                      <a:pt x="519" y="566"/>
                      <a:pt x="518" y="557"/>
                      <a:pt x="517" y="546"/>
                    </a:cubicBezTo>
                    <a:close/>
                    <a:moveTo>
                      <a:pt x="517" y="294"/>
                    </a:moveTo>
                    <a:cubicBezTo>
                      <a:pt x="444" y="294"/>
                      <a:pt x="372" y="293"/>
                      <a:pt x="300" y="295"/>
                    </a:cubicBezTo>
                    <a:cubicBezTo>
                      <a:pt x="260" y="296"/>
                      <a:pt x="239" y="319"/>
                      <a:pt x="237" y="360"/>
                    </a:cubicBezTo>
                    <a:cubicBezTo>
                      <a:pt x="235" y="388"/>
                      <a:pt x="235" y="416"/>
                      <a:pt x="237" y="444"/>
                    </a:cubicBezTo>
                    <a:cubicBezTo>
                      <a:pt x="238" y="481"/>
                      <a:pt x="256" y="496"/>
                      <a:pt x="293" y="496"/>
                    </a:cubicBezTo>
                    <a:cubicBezTo>
                      <a:pt x="350" y="496"/>
                      <a:pt x="406" y="496"/>
                      <a:pt x="463" y="496"/>
                    </a:cubicBezTo>
                    <a:cubicBezTo>
                      <a:pt x="480" y="496"/>
                      <a:pt x="498" y="496"/>
                      <a:pt x="517" y="496"/>
                    </a:cubicBezTo>
                    <a:cubicBezTo>
                      <a:pt x="517" y="428"/>
                      <a:pt x="517" y="362"/>
                      <a:pt x="517" y="29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grpSp>
      </p:grpSp>
      <p:grpSp>
        <p:nvGrpSpPr>
          <p:cNvPr id="791" name="Group 790"/>
          <p:cNvGrpSpPr/>
          <p:nvPr userDrawn="1"/>
        </p:nvGrpSpPr>
        <p:grpSpPr>
          <a:xfrm>
            <a:off x="8510579" y="3910247"/>
            <a:ext cx="716535" cy="716533"/>
            <a:chOff x="6580574" y="3023127"/>
            <a:chExt cx="537401" cy="537400"/>
          </a:xfrm>
        </p:grpSpPr>
        <p:sp>
          <p:nvSpPr>
            <p:cNvPr id="792" name="Oval 791"/>
            <p:cNvSpPr/>
            <p:nvPr/>
          </p:nvSpPr>
          <p:spPr>
            <a:xfrm flipH="1">
              <a:off x="6580574" y="3023127"/>
              <a:ext cx="537401" cy="537400"/>
            </a:xfrm>
            <a:prstGeom prst="ellipse">
              <a:avLst/>
            </a:prstGeom>
            <a:solidFill>
              <a:schemeClr val="bg1">
                <a:alpha val="52000"/>
              </a:schemeClr>
            </a:solidFill>
            <a:ln w="47625" cap="sq">
              <a:noFill/>
              <a:bevel/>
            </a:ln>
            <a:effectLst/>
          </p:spPr>
          <p:txBody>
            <a:bodyPr vert="horz" wrap="square" lIns="121920" tIns="60960" rIns="121920" bIns="6096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3200" b="0" i="0" u="none" strike="noStrike" kern="0" cap="none" spc="0" normalizeH="0" baseline="0" noProof="0">
                <a:ln>
                  <a:noFill/>
                </a:ln>
                <a:solidFill>
                  <a:srgbClr val="000000"/>
                </a:solidFill>
                <a:effectLst/>
                <a:uLnTx/>
                <a:uFillTx/>
                <a:latin typeface="Calibri"/>
                <a:sym typeface="Calibri"/>
              </a:endParaRPr>
            </a:p>
          </p:txBody>
        </p:sp>
        <p:grpSp>
          <p:nvGrpSpPr>
            <p:cNvPr id="793" name="Group 792"/>
            <p:cNvGrpSpPr/>
            <p:nvPr/>
          </p:nvGrpSpPr>
          <p:grpSpPr>
            <a:xfrm>
              <a:off x="6648942" y="3094819"/>
              <a:ext cx="396786" cy="396785"/>
              <a:chOff x="4396081" y="1188341"/>
              <a:chExt cx="381841" cy="381840"/>
            </a:xfrm>
          </p:grpSpPr>
          <p:sp>
            <p:nvSpPr>
              <p:cNvPr id="794" name="Oval 793"/>
              <p:cNvSpPr/>
              <p:nvPr/>
            </p:nvSpPr>
            <p:spPr>
              <a:xfrm flipH="1">
                <a:off x="4396081" y="1188341"/>
                <a:ext cx="381841" cy="381840"/>
              </a:xfrm>
              <a:prstGeom prst="ellipse">
                <a:avLst/>
              </a:prstGeom>
              <a:solidFill>
                <a:srgbClr val="03B0F0"/>
              </a:solidFill>
              <a:ln w="47625" cap="sq">
                <a:noFill/>
                <a:bevel/>
              </a:ln>
              <a:effectLst/>
            </p:spPr>
            <p:txBody>
              <a:bodyPr vert="horz" wrap="square" lIns="121920" tIns="60960" rIns="121920" bIns="6096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3200" b="0" i="0" u="none" strike="noStrike" kern="0" cap="none" spc="0" normalizeH="0" baseline="0" noProof="0">
                  <a:ln>
                    <a:noFill/>
                  </a:ln>
                  <a:solidFill>
                    <a:srgbClr val="000000"/>
                  </a:solidFill>
                  <a:effectLst/>
                  <a:uLnTx/>
                  <a:uFillTx/>
                  <a:latin typeface="Calibri"/>
                  <a:sym typeface="Calibri"/>
                </a:endParaRPr>
              </a:p>
            </p:txBody>
          </p:sp>
          <p:grpSp>
            <p:nvGrpSpPr>
              <p:cNvPr id="795" name="Group 794"/>
              <p:cNvGrpSpPr>
                <a:grpSpLocks noChangeAspect="1"/>
              </p:cNvGrpSpPr>
              <p:nvPr/>
            </p:nvGrpSpPr>
            <p:grpSpPr bwMode="auto">
              <a:xfrm>
                <a:off x="4469590" y="1249762"/>
                <a:ext cx="234485" cy="267695"/>
                <a:chOff x="-1578" y="2070"/>
                <a:chExt cx="466" cy="532"/>
              </a:xfrm>
              <a:solidFill>
                <a:schemeClr val="bg1"/>
              </a:solidFill>
            </p:grpSpPr>
            <p:sp>
              <p:nvSpPr>
                <p:cNvPr id="796" name="Freeform 60"/>
                <p:cNvSpPr>
                  <a:spLocks noEditPoints="1"/>
                </p:cNvSpPr>
                <p:nvPr/>
              </p:nvSpPr>
              <p:spPr bwMode="auto">
                <a:xfrm>
                  <a:off x="-1578" y="2070"/>
                  <a:ext cx="466" cy="532"/>
                </a:xfrm>
                <a:custGeom>
                  <a:avLst/>
                  <a:gdLst>
                    <a:gd name="T0" fmla="*/ 163 w 1552"/>
                    <a:gd name="T1" fmla="*/ 309 h 1784"/>
                    <a:gd name="T2" fmla="*/ 803 w 1552"/>
                    <a:gd name="T3" fmla="*/ 7 h 1784"/>
                    <a:gd name="T4" fmla="*/ 1354 w 1552"/>
                    <a:gd name="T5" fmla="*/ 266 h 1784"/>
                    <a:gd name="T6" fmla="*/ 1549 w 1552"/>
                    <a:gd name="T7" fmla="*/ 372 h 1784"/>
                    <a:gd name="T8" fmla="*/ 1461 w 1552"/>
                    <a:gd name="T9" fmla="*/ 503 h 1784"/>
                    <a:gd name="T10" fmla="*/ 1436 w 1552"/>
                    <a:gd name="T11" fmla="*/ 1347 h 1784"/>
                    <a:gd name="T12" fmla="*/ 906 w 1552"/>
                    <a:gd name="T13" fmla="*/ 1638 h 1784"/>
                    <a:gd name="T14" fmla="*/ 715 w 1552"/>
                    <a:gd name="T15" fmla="*/ 1753 h 1784"/>
                    <a:gd name="T16" fmla="*/ 664 w 1552"/>
                    <a:gd name="T17" fmla="*/ 1623 h 1784"/>
                    <a:gd name="T18" fmla="*/ 124 w 1552"/>
                    <a:gd name="T19" fmla="*/ 1341 h 1784"/>
                    <a:gd name="T20" fmla="*/ 108 w 1552"/>
                    <a:gd name="T21" fmla="*/ 873 h 1784"/>
                    <a:gd name="T22" fmla="*/ 0 w 1552"/>
                    <a:gd name="T23" fmla="*/ 848 h 1784"/>
                    <a:gd name="T24" fmla="*/ 283 w 1552"/>
                    <a:gd name="T25" fmla="*/ 847 h 1784"/>
                    <a:gd name="T26" fmla="*/ 175 w 1552"/>
                    <a:gd name="T27" fmla="*/ 870 h 1784"/>
                    <a:gd name="T28" fmla="*/ 194 w 1552"/>
                    <a:gd name="T29" fmla="*/ 1302 h 1784"/>
                    <a:gd name="T30" fmla="*/ 711 w 1552"/>
                    <a:gd name="T31" fmla="*/ 1554 h 1784"/>
                    <a:gd name="T32" fmla="*/ 750 w 1552"/>
                    <a:gd name="T33" fmla="*/ 1488 h 1784"/>
                    <a:gd name="T34" fmla="*/ 731 w 1552"/>
                    <a:gd name="T35" fmla="*/ 703 h 1784"/>
                    <a:gd name="T36" fmla="*/ 68 w 1552"/>
                    <a:gd name="T37" fmla="*/ 357 h 1784"/>
                    <a:gd name="T38" fmla="*/ 818 w 1552"/>
                    <a:gd name="T39" fmla="*/ 1499 h 1784"/>
                    <a:gd name="T40" fmla="*/ 857 w 1552"/>
                    <a:gd name="T41" fmla="*/ 1553 h 1784"/>
                    <a:gd name="T42" fmla="*/ 1374 w 1552"/>
                    <a:gd name="T43" fmla="*/ 1303 h 1784"/>
                    <a:gd name="T44" fmla="*/ 1394 w 1552"/>
                    <a:gd name="T45" fmla="*/ 510 h 1784"/>
                    <a:gd name="T46" fmla="*/ 1345 w 1552"/>
                    <a:gd name="T47" fmla="*/ 455 h 1784"/>
                    <a:gd name="T48" fmla="*/ 833 w 1552"/>
                    <a:gd name="T49" fmla="*/ 705 h 1784"/>
                    <a:gd name="T50" fmla="*/ 819 w 1552"/>
                    <a:gd name="T51" fmla="*/ 1122 h 1784"/>
                    <a:gd name="T52" fmla="*/ 225 w 1552"/>
                    <a:gd name="T53" fmla="*/ 362 h 1784"/>
                    <a:gd name="T54" fmla="*/ 800 w 1552"/>
                    <a:gd name="T55" fmla="*/ 645 h 1784"/>
                    <a:gd name="T56" fmla="*/ 1306 w 1552"/>
                    <a:gd name="T57" fmla="*/ 350 h 1784"/>
                    <a:gd name="T58" fmla="*/ 797 w 1552"/>
                    <a:gd name="T59" fmla="*/ 81 h 1784"/>
                    <a:gd name="T60" fmla="*/ 661 w 1552"/>
                    <a:gd name="T61" fmla="*/ 135 h 1784"/>
                    <a:gd name="T62" fmla="*/ 1489 w 1552"/>
                    <a:gd name="T63" fmla="*/ 364 h 1784"/>
                    <a:gd name="T64" fmla="*/ 1365 w 1552"/>
                    <a:gd name="T65" fmla="*/ 365 h 1784"/>
                    <a:gd name="T66" fmla="*/ 1489 w 1552"/>
                    <a:gd name="T67" fmla="*/ 364 h 1784"/>
                    <a:gd name="T68" fmla="*/ 785 w 1552"/>
                    <a:gd name="T69" fmla="*/ 1590 h 1784"/>
                    <a:gd name="T70" fmla="*/ 783 w 1552"/>
                    <a:gd name="T71" fmla="*/ 1714 h 17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52" h="1784">
                      <a:moveTo>
                        <a:pt x="68" y="357"/>
                      </a:moveTo>
                      <a:cubicBezTo>
                        <a:pt x="101" y="340"/>
                        <a:pt x="132" y="325"/>
                        <a:pt x="163" y="309"/>
                      </a:cubicBezTo>
                      <a:cubicBezTo>
                        <a:pt x="364" y="209"/>
                        <a:pt x="565" y="108"/>
                        <a:pt x="766" y="7"/>
                      </a:cubicBezTo>
                      <a:cubicBezTo>
                        <a:pt x="780" y="0"/>
                        <a:pt x="790" y="0"/>
                        <a:pt x="803" y="7"/>
                      </a:cubicBezTo>
                      <a:cubicBezTo>
                        <a:pt x="976" y="94"/>
                        <a:pt x="1150" y="181"/>
                        <a:pt x="1324" y="268"/>
                      </a:cubicBezTo>
                      <a:cubicBezTo>
                        <a:pt x="1336" y="274"/>
                        <a:pt x="1343" y="274"/>
                        <a:pt x="1354" y="266"/>
                      </a:cubicBezTo>
                      <a:cubicBezTo>
                        <a:pt x="1394" y="236"/>
                        <a:pt x="1439" y="232"/>
                        <a:pt x="1484" y="255"/>
                      </a:cubicBezTo>
                      <a:cubicBezTo>
                        <a:pt x="1530" y="279"/>
                        <a:pt x="1552" y="320"/>
                        <a:pt x="1549" y="372"/>
                      </a:cubicBezTo>
                      <a:cubicBezTo>
                        <a:pt x="1546" y="421"/>
                        <a:pt x="1521" y="457"/>
                        <a:pt x="1475" y="477"/>
                      </a:cubicBezTo>
                      <a:cubicBezTo>
                        <a:pt x="1461" y="483"/>
                        <a:pt x="1461" y="491"/>
                        <a:pt x="1461" y="503"/>
                      </a:cubicBezTo>
                      <a:cubicBezTo>
                        <a:pt x="1461" y="770"/>
                        <a:pt x="1461" y="1037"/>
                        <a:pt x="1462" y="1304"/>
                      </a:cubicBezTo>
                      <a:cubicBezTo>
                        <a:pt x="1462" y="1326"/>
                        <a:pt x="1455" y="1337"/>
                        <a:pt x="1436" y="1347"/>
                      </a:cubicBezTo>
                      <a:cubicBezTo>
                        <a:pt x="1263" y="1436"/>
                        <a:pt x="1091" y="1526"/>
                        <a:pt x="919" y="1615"/>
                      </a:cubicBezTo>
                      <a:cubicBezTo>
                        <a:pt x="908" y="1621"/>
                        <a:pt x="905" y="1626"/>
                        <a:pt x="906" y="1638"/>
                      </a:cubicBezTo>
                      <a:cubicBezTo>
                        <a:pt x="911" y="1690"/>
                        <a:pt x="892" y="1731"/>
                        <a:pt x="847" y="1758"/>
                      </a:cubicBezTo>
                      <a:cubicBezTo>
                        <a:pt x="802" y="1784"/>
                        <a:pt x="757" y="1782"/>
                        <a:pt x="715" y="1753"/>
                      </a:cubicBezTo>
                      <a:cubicBezTo>
                        <a:pt x="672" y="1723"/>
                        <a:pt x="656" y="1681"/>
                        <a:pt x="664" y="1629"/>
                      </a:cubicBezTo>
                      <a:cubicBezTo>
                        <a:pt x="664" y="1628"/>
                        <a:pt x="664" y="1627"/>
                        <a:pt x="664" y="1623"/>
                      </a:cubicBezTo>
                      <a:cubicBezTo>
                        <a:pt x="623" y="1601"/>
                        <a:pt x="580" y="1579"/>
                        <a:pt x="538" y="1557"/>
                      </a:cubicBezTo>
                      <a:cubicBezTo>
                        <a:pt x="400" y="1485"/>
                        <a:pt x="262" y="1413"/>
                        <a:pt x="124" y="1341"/>
                      </a:cubicBezTo>
                      <a:cubicBezTo>
                        <a:pt x="112" y="1335"/>
                        <a:pt x="108" y="1328"/>
                        <a:pt x="108" y="1315"/>
                      </a:cubicBezTo>
                      <a:cubicBezTo>
                        <a:pt x="109" y="1168"/>
                        <a:pt x="108" y="1021"/>
                        <a:pt x="108" y="873"/>
                      </a:cubicBezTo>
                      <a:cubicBezTo>
                        <a:pt x="108" y="866"/>
                        <a:pt x="108" y="858"/>
                        <a:pt x="108" y="848"/>
                      </a:cubicBezTo>
                      <a:cubicBezTo>
                        <a:pt x="73" y="848"/>
                        <a:pt x="38" y="848"/>
                        <a:pt x="0" y="848"/>
                      </a:cubicBezTo>
                      <a:cubicBezTo>
                        <a:pt x="48" y="765"/>
                        <a:pt x="94" y="685"/>
                        <a:pt x="142" y="602"/>
                      </a:cubicBezTo>
                      <a:cubicBezTo>
                        <a:pt x="189" y="684"/>
                        <a:pt x="235" y="764"/>
                        <a:pt x="283" y="847"/>
                      </a:cubicBezTo>
                      <a:cubicBezTo>
                        <a:pt x="246" y="847"/>
                        <a:pt x="212" y="847"/>
                        <a:pt x="175" y="847"/>
                      </a:cubicBezTo>
                      <a:cubicBezTo>
                        <a:pt x="175" y="856"/>
                        <a:pt x="175" y="863"/>
                        <a:pt x="175" y="870"/>
                      </a:cubicBezTo>
                      <a:cubicBezTo>
                        <a:pt x="175" y="1003"/>
                        <a:pt x="175" y="1137"/>
                        <a:pt x="175" y="1270"/>
                      </a:cubicBezTo>
                      <a:cubicBezTo>
                        <a:pt x="175" y="1286"/>
                        <a:pt x="180" y="1295"/>
                        <a:pt x="194" y="1302"/>
                      </a:cubicBezTo>
                      <a:cubicBezTo>
                        <a:pt x="357" y="1386"/>
                        <a:pt x="519" y="1471"/>
                        <a:pt x="681" y="1556"/>
                      </a:cubicBezTo>
                      <a:cubicBezTo>
                        <a:pt x="692" y="1562"/>
                        <a:pt x="701" y="1565"/>
                        <a:pt x="711" y="1554"/>
                      </a:cubicBezTo>
                      <a:cubicBezTo>
                        <a:pt x="713" y="1552"/>
                        <a:pt x="715" y="1550"/>
                        <a:pt x="717" y="1549"/>
                      </a:cubicBezTo>
                      <a:cubicBezTo>
                        <a:pt x="751" y="1541"/>
                        <a:pt x="750" y="1516"/>
                        <a:pt x="750" y="1488"/>
                      </a:cubicBezTo>
                      <a:cubicBezTo>
                        <a:pt x="749" y="1237"/>
                        <a:pt x="749" y="986"/>
                        <a:pt x="750" y="734"/>
                      </a:cubicBezTo>
                      <a:cubicBezTo>
                        <a:pt x="750" y="718"/>
                        <a:pt x="745" y="710"/>
                        <a:pt x="731" y="703"/>
                      </a:cubicBezTo>
                      <a:cubicBezTo>
                        <a:pt x="526" y="597"/>
                        <a:pt x="322" y="490"/>
                        <a:pt x="117" y="383"/>
                      </a:cubicBezTo>
                      <a:cubicBezTo>
                        <a:pt x="101" y="375"/>
                        <a:pt x="86" y="366"/>
                        <a:pt x="68" y="357"/>
                      </a:cubicBezTo>
                      <a:close/>
                      <a:moveTo>
                        <a:pt x="819" y="1122"/>
                      </a:moveTo>
                      <a:cubicBezTo>
                        <a:pt x="819" y="1248"/>
                        <a:pt x="819" y="1374"/>
                        <a:pt x="818" y="1499"/>
                      </a:cubicBezTo>
                      <a:cubicBezTo>
                        <a:pt x="818" y="1522"/>
                        <a:pt x="821" y="1539"/>
                        <a:pt x="846" y="1546"/>
                      </a:cubicBezTo>
                      <a:cubicBezTo>
                        <a:pt x="850" y="1547"/>
                        <a:pt x="854" y="1550"/>
                        <a:pt x="857" y="1553"/>
                      </a:cubicBezTo>
                      <a:cubicBezTo>
                        <a:pt x="867" y="1564"/>
                        <a:pt x="877" y="1562"/>
                        <a:pt x="889" y="1555"/>
                      </a:cubicBezTo>
                      <a:cubicBezTo>
                        <a:pt x="1050" y="1471"/>
                        <a:pt x="1212" y="1386"/>
                        <a:pt x="1374" y="1303"/>
                      </a:cubicBezTo>
                      <a:cubicBezTo>
                        <a:pt x="1389" y="1295"/>
                        <a:pt x="1394" y="1286"/>
                        <a:pt x="1394" y="1269"/>
                      </a:cubicBezTo>
                      <a:cubicBezTo>
                        <a:pt x="1393" y="1016"/>
                        <a:pt x="1393" y="763"/>
                        <a:pt x="1394" y="510"/>
                      </a:cubicBezTo>
                      <a:cubicBezTo>
                        <a:pt x="1394" y="491"/>
                        <a:pt x="1391" y="479"/>
                        <a:pt x="1371" y="473"/>
                      </a:cubicBezTo>
                      <a:cubicBezTo>
                        <a:pt x="1361" y="470"/>
                        <a:pt x="1352" y="463"/>
                        <a:pt x="1345" y="455"/>
                      </a:cubicBezTo>
                      <a:cubicBezTo>
                        <a:pt x="1336" y="446"/>
                        <a:pt x="1330" y="447"/>
                        <a:pt x="1319" y="452"/>
                      </a:cubicBezTo>
                      <a:cubicBezTo>
                        <a:pt x="1158" y="537"/>
                        <a:pt x="996" y="621"/>
                        <a:pt x="833" y="705"/>
                      </a:cubicBezTo>
                      <a:cubicBezTo>
                        <a:pt x="821" y="712"/>
                        <a:pt x="818" y="719"/>
                        <a:pt x="818" y="732"/>
                      </a:cubicBezTo>
                      <a:cubicBezTo>
                        <a:pt x="819" y="862"/>
                        <a:pt x="819" y="992"/>
                        <a:pt x="819" y="1122"/>
                      </a:cubicBezTo>
                      <a:close/>
                      <a:moveTo>
                        <a:pt x="219" y="357"/>
                      </a:moveTo>
                      <a:cubicBezTo>
                        <a:pt x="222" y="359"/>
                        <a:pt x="223" y="361"/>
                        <a:pt x="225" y="362"/>
                      </a:cubicBezTo>
                      <a:cubicBezTo>
                        <a:pt x="408" y="457"/>
                        <a:pt x="590" y="552"/>
                        <a:pt x="773" y="647"/>
                      </a:cubicBezTo>
                      <a:cubicBezTo>
                        <a:pt x="780" y="650"/>
                        <a:pt x="793" y="649"/>
                        <a:pt x="800" y="645"/>
                      </a:cubicBezTo>
                      <a:cubicBezTo>
                        <a:pt x="958" y="563"/>
                        <a:pt x="1115" y="481"/>
                        <a:pt x="1273" y="400"/>
                      </a:cubicBezTo>
                      <a:cubicBezTo>
                        <a:pt x="1295" y="388"/>
                        <a:pt x="1309" y="378"/>
                        <a:pt x="1306" y="350"/>
                      </a:cubicBezTo>
                      <a:cubicBezTo>
                        <a:pt x="1305" y="338"/>
                        <a:pt x="1303" y="333"/>
                        <a:pt x="1292" y="327"/>
                      </a:cubicBezTo>
                      <a:cubicBezTo>
                        <a:pt x="1127" y="245"/>
                        <a:pt x="963" y="163"/>
                        <a:pt x="797" y="81"/>
                      </a:cubicBezTo>
                      <a:cubicBezTo>
                        <a:pt x="790" y="77"/>
                        <a:pt x="778" y="78"/>
                        <a:pt x="770" y="81"/>
                      </a:cubicBezTo>
                      <a:cubicBezTo>
                        <a:pt x="734" y="99"/>
                        <a:pt x="698" y="117"/>
                        <a:pt x="661" y="135"/>
                      </a:cubicBezTo>
                      <a:cubicBezTo>
                        <a:pt x="514" y="209"/>
                        <a:pt x="367" y="282"/>
                        <a:pt x="219" y="357"/>
                      </a:cubicBezTo>
                      <a:close/>
                      <a:moveTo>
                        <a:pt x="1489" y="364"/>
                      </a:moveTo>
                      <a:cubicBezTo>
                        <a:pt x="1489" y="330"/>
                        <a:pt x="1461" y="302"/>
                        <a:pt x="1427" y="302"/>
                      </a:cubicBezTo>
                      <a:cubicBezTo>
                        <a:pt x="1393" y="302"/>
                        <a:pt x="1365" y="331"/>
                        <a:pt x="1365" y="365"/>
                      </a:cubicBezTo>
                      <a:cubicBezTo>
                        <a:pt x="1365" y="398"/>
                        <a:pt x="1393" y="426"/>
                        <a:pt x="1426" y="427"/>
                      </a:cubicBezTo>
                      <a:cubicBezTo>
                        <a:pt x="1460" y="427"/>
                        <a:pt x="1489" y="399"/>
                        <a:pt x="1489" y="364"/>
                      </a:cubicBezTo>
                      <a:close/>
                      <a:moveTo>
                        <a:pt x="846" y="1653"/>
                      </a:moveTo>
                      <a:cubicBezTo>
                        <a:pt x="847" y="1619"/>
                        <a:pt x="819" y="1590"/>
                        <a:pt x="785" y="1590"/>
                      </a:cubicBezTo>
                      <a:cubicBezTo>
                        <a:pt x="751" y="1590"/>
                        <a:pt x="723" y="1618"/>
                        <a:pt x="722" y="1652"/>
                      </a:cubicBezTo>
                      <a:cubicBezTo>
                        <a:pt x="722" y="1685"/>
                        <a:pt x="750" y="1713"/>
                        <a:pt x="783" y="1714"/>
                      </a:cubicBezTo>
                      <a:cubicBezTo>
                        <a:pt x="817" y="1716"/>
                        <a:pt x="846" y="1687"/>
                        <a:pt x="84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797" name="Freeform 61"/>
                <p:cNvSpPr>
                  <a:spLocks/>
                </p:cNvSpPr>
                <p:nvPr/>
              </p:nvSpPr>
              <p:spPr bwMode="auto">
                <a:xfrm>
                  <a:off x="-1307" y="2321"/>
                  <a:ext cx="130" cy="88"/>
                </a:xfrm>
                <a:custGeom>
                  <a:avLst/>
                  <a:gdLst>
                    <a:gd name="T0" fmla="*/ 432 w 432"/>
                    <a:gd name="T1" fmla="*/ 53 h 297"/>
                    <a:gd name="T2" fmla="*/ 129 w 432"/>
                    <a:gd name="T3" fmla="*/ 297 h 297"/>
                    <a:gd name="T4" fmla="*/ 0 w 432"/>
                    <a:gd name="T5" fmla="*/ 142 h 297"/>
                    <a:gd name="T6" fmla="*/ 52 w 432"/>
                    <a:gd name="T7" fmla="*/ 99 h 297"/>
                    <a:gd name="T8" fmla="*/ 139 w 432"/>
                    <a:gd name="T9" fmla="*/ 202 h 297"/>
                    <a:gd name="T10" fmla="*/ 390 w 432"/>
                    <a:gd name="T11" fmla="*/ 0 h 297"/>
                    <a:gd name="T12" fmla="*/ 432 w 432"/>
                    <a:gd name="T13" fmla="*/ 53 h 297"/>
                  </a:gdLst>
                  <a:ahLst/>
                  <a:cxnLst>
                    <a:cxn ang="0">
                      <a:pos x="T0" y="T1"/>
                    </a:cxn>
                    <a:cxn ang="0">
                      <a:pos x="T2" y="T3"/>
                    </a:cxn>
                    <a:cxn ang="0">
                      <a:pos x="T4" y="T5"/>
                    </a:cxn>
                    <a:cxn ang="0">
                      <a:pos x="T6" y="T7"/>
                    </a:cxn>
                    <a:cxn ang="0">
                      <a:pos x="T8" y="T9"/>
                    </a:cxn>
                    <a:cxn ang="0">
                      <a:pos x="T10" y="T11"/>
                    </a:cxn>
                    <a:cxn ang="0">
                      <a:pos x="T12" y="T13"/>
                    </a:cxn>
                  </a:cxnLst>
                  <a:rect l="0" t="0" r="r" b="b"/>
                  <a:pathLst>
                    <a:path w="432" h="297">
                      <a:moveTo>
                        <a:pt x="432" y="53"/>
                      </a:moveTo>
                      <a:cubicBezTo>
                        <a:pt x="331" y="135"/>
                        <a:pt x="231" y="215"/>
                        <a:pt x="129" y="297"/>
                      </a:cubicBezTo>
                      <a:cubicBezTo>
                        <a:pt x="86" y="244"/>
                        <a:pt x="43" y="194"/>
                        <a:pt x="0" y="142"/>
                      </a:cubicBezTo>
                      <a:cubicBezTo>
                        <a:pt x="17" y="127"/>
                        <a:pt x="34" y="114"/>
                        <a:pt x="52" y="99"/>
                      </a:cubicBezTo>
                      <a:cubicBezTo>
                        <a:pt x="80" y="133"/>
                        <a:pt x="109" y="167"/>
                        <a:pt x="139" y="202"/>
                      </a:cubicBezTo>
                      <a:cubicBezTo>
                        <a:pt x="222" y="135"/>
                        <a:pt x="305" y="69"/>
                        <a:pt x="390" y="0"/>
                      </a:cubicBezTo>
                      <a:cubicBezTo>
                        <a:pt x="404" y="18"/>
                        <a:pt x="417" y="35"/>
                        <a:pt x="432"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grpSp>
        </p:grpSp>
      </p:grpSp>
      <p:grpSp>
        <p:nvGrpSpPr>
          <p:cNvPr id="799" name="Group 798"/>
          <p:cNvGrpSpPr/>
          <p:nvPr userDrawn="1"/>
        </p:nvGrpSpPr>
        <p:grpSpPr>
          <a:xfrm>
            <a:off x="5892186" y="3679441"/>
            <a:ext cx="698695" cy="698692"/>
            <a:chOff x="3601681" y="1439519"/>
            <a:chExt cx="381841" cy="381840"/>
          </a:xfrm>
        </p:grpSpPr>
        <p:sp>
          <p:nvSpPr>
            <p:cNvPr id="800" name="Oval 799"/>
            <p:cNvSpPr/>
            <p:nvPr/>
          </p:nvSpPr>
          <p:spPr>
            <a:xfrm flipH="1">
              <a:off x="3601681" y="1439519"/>
              <a:ext cx="381841" cy="381840"/>
            </a:xfrm>
            <a:prstGeom prst="ellipse">
              <a:avLst/>
            </a:prstGeom>
            <a:solidFill>
              <a:srgbClr val="03B0F0"/>
            </a:solidFill>
            <a:ln w="3175">
              <a:noFill/>
            </a:ln>
          </p:spPr>
          <p:txBody>
            <a:bodyPr vert="horz" wrap="square" lIns="121920" tIns="60960" rIns="121920" bIns="6096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3200" b="0" i="0" u="none" strike="noStrike" kern="0" cap="none" spc="0" normalizeH="0" baseline="0" noProof="0">
                <a:ln>
                  <a:noFill/>
                </a:ln>
                <a:solidFill>
                  <a:srgbClr val="000000"/>
                </a:solidFill>
                <a:effectLst/>
                <a:uLnTx/>
                <a:uFillTx/>
                <a:latin typeface="Calibri"/>
                <a:sym typeface="Calibri"/>
              </a:endParaRPr>
            </a:p>
          </p:txBody>
        </p:sp>
        <p:grpSp>
          <p:nvGrpSpPr>
            <p:cNvPr id="801" name="Group 800"/>
            <p:cNvGrpSpPr>
              <a:grpSpLocks noChangeAspect="1"/>
            </p:cNvGrpSpPr>
            <p:nvPr/>
          </p:nvGrpSpPr>
          <p:grpSpPr bwMode="auto">
            <a:xfrm>
              <a:off x="3674360" y="1531286"/>
              <a:ext cx="253647" cy="200911"/>
              <a:chOff x="356" y="1333"/>
              <a:chExt cx="1188" cy="941"/>
            </a:xfrm>
            <a:solidFill>
              <a:schemeClr val="bg1"/>
            </a:solidFill>
          </p:grpSpPr>
          <p:sp>
            <p:nvSpPr>
              <p:cNvPr id="802" name="Freeform 65"/>
              <p:cNvSpPr>
                <a:spLocks noEditPoints="1"/>
              </p:cNvSpPr>
              <p:nvPr/>
            </p:nvSpPr>
            <p:spPr bwMode="auto">
              <a:xfrm>
                <a:off x="356" y="1333"/>
                <a:ext cx="1188" cy="928"/>
              </a:xfrm>
              <a:custGeom>
                <a:avLst/>
                <a:gdLst>
                  <a:gd name="T0" fmla="*/ 1011 w 1655"/>
                  <a:gd name="T1" fmla="*/ 1173 h 1297"/>
                  <a:gd name="T2" fmla="*/ 785 w 1655"/>
                  <a:gd name="T3" fmla="*/ 1297 h 1297"/>
                  <a:gd name="T4" fmla="*/ 785 w 1655"/>
                  <a:gd name="T5" fmla="*/ 1200 h 1297"/>
                  <a:gd name="T6" fmla="*/ 0 w 1655"/>
                  <a:gd name="T7" fmla="*/ 1200 h 1297"/>
                  <a:gd name="T8" fmla="*/ 0 w 1655"/>
                  <a:gd name="T9" fmla="*/ 0 h 1297"/>
                  <a:gd name="T10" fmla="*/ 1561 w 1655"/>
                  <a:gd name="T11" fmla="*/ 0 h 1297"/>
                  <a:gd name="T12" fmla="*/ 1561 w 1655"/>
                  <a:gd name="T13" fmla="*/ 23 h 1297"/>
                  <a:gd name="T14" fmla="*/ 1561 w 1655"/>
                  <a:gd name="T15" fmla="*/ 567 h 1297"/>
                  <a:gd name="T16" fmla="*/ 1579 w 1655"/>
                  <a:gd name="T17" fmla="*/ 595 h 1297"/>
                  <a:gd name="T18" fmla="*/ 1645 w 1655"/>
                  <a:gd name="T19" fmla="*/ 714 h 1297"/>
                  <a:gd name="T20" fmla="*/ 1532 w 1655"/>
                  <a:gd name="T21" fmla="*/ 803 h 1297"/>
                  <a:gd name="T22" fmla="*/ 1421 w 1655"/>
                  <a:gd name="T23" fmla="*/ 712 h 1297"/>
                  <a:gd name="T24" fmla="*/ 1489 w 1655"/>
                  <a:gd name="T25" fmla="*/ 594 h 1297"/>
                  <a:gd name="T26" fmla="*/ 1505 w 1655"/>
                  <a:gd name="T27" fmla="*/ 570 h 1297"/>
                  <a:gd name="T28" fmla="*/ 1505 w 1655"/>
                  <a:gd name="T29" fmla="*/ 74 h 1297"/>
                  <a:gd name="T30" fmla="*/ 1504 w 1655"/>
                  <a:gd name="T31" fmla="*/ 53 h 1297"/>
                  <a:gd name="T32" fmla="*/ 56 w 1655"/>
                  <a:gd name="T33" fmla="*/ 53 h 1297"/>
                  <a:gd name="T34" fmla="*/ 56 w 1655"/>
                  <a:gd name="T35" fmla="*/ 1145 h 1297"/>
                  <a:gd name="T36" fmla="*/ 783 w 1655"/>
                  <a:gd name="T37" fmla="*/ 1145 h 1297"/>
                  <a:gd name="T38" fmla="*/ 783 w 1655"/>
                  <a:gd name="T39" fmla="*/ 1047 h 1297"/>
                  <a:gd name="T40" fmla="*/ 1011 w 1655"/>
                  <a:gd name="T41" fmla="*/ 1173 h 1297"/>
                  <a:gd name="T42" fmla="*/ 1592 w 1655"/>
                  <a:gd name="T43" fmla="*/ 695 h 1297"/>
                  <a:gd name="T44" fmla="*/ 1534 w 1655"/>
                  <a:gd name="T45" fmla="*/ 636 h 1297"/>
                  <a:gd name="T46" fmla="*/ 1474 w 1655"/>
                  <a:gd name="T47" fmla="*/ 694 h 1297"/>
                  <a:gd name="T48" fmla="*/ 1532 w 1655"/>
                  <a:gd name="T49" fmla="*/ 751 h 1297"/>
                  <a:gd name="T50" fmla="*/ 1592 w 1655"/>
                  <a:gd name="T51" fmla="*/ 695 h 1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55" h="1297">
                    <a:moveTo>
                      <a:pt x="1011" y="1173"/>
                    </a:moveTo>
                    <a:cubicBezTo>
                      <a:pt x="935" y="1215"/>
                      <a:pt x="861" y="1255"/>
                      <a:pt x="785" y="1297"/>
                    </a:cubicBezTo>
                    <a:cubicBezTo>
                      <a:pt x="785" y="1263"/>
                      <a:pt x="785" y="1233"/>
                      <a:pt x="785" y="1200"/>
                    </a:cubicBezTo>
                    <a:cubicBezTo>
                      <a:pt x="522" y="1200"/>
                      <a:pt x="262" y="1200"/>
                      <a:pt x="0" y="1200"/>
                    </a:cubicBezTo>
                    <a:cubicBezTo>
                      <a:pt x="0" y="799"/>
                      <a:pt x="0" y="400"/>
                      <a:pt x="0" y="0"/>
                    </a:cubicBezTo>
                    <a:cubicBezTo>
                      <a:pt x="520" y="0"/>
                      <a:pt x="1039" y="0"/>
                      <a:pt x="1561" y="0"/>
                    </a:cubicBezTo>
                    <a:cubicBezTo>
                      <a:pt x="1561" y="8"/>
                      <a:pt x="1561" y="15"/>
                      <a:pt x="1561" y="23"/>
                    </a:cubicBezTo>
                    <a:cubicBezTo>
                      <a:pt x="1561" y="204"/>
                      <a:pt x="1562" y="386"/>
                      <a:pt x="1561" y="567"/>
                    </a:cubicBezTo>
                    <a:cubicBezTo>
                      <a:pt x="1561" y="581"/>
                      <a:pt x="1564" y="589"/>
                      <a:pt x="1579" y="595"/>
                    </a:cubicBezTo>
                    <a:cubicBezTo>
                      <a:pt x="1628" y="614"/>
                      <a:pt x="1655" y="665"/>
                      <a:pt x="1645" y="714"/>
                    </a:cubicBezTo>
                    <a:cubicBezTo>
                      <a:pt x="1634" y="766"/>
                      <a:pt x="1588" y="803"/>
                      <a:pt x="1532" y="803"/>
                    </a:cubicBezTo>
                    <a:cubicBezTo>
                      <a:pt x="1477" y="803"/>
                      <a:pt x="1431" y="765"/>
                      <a:pt x="1421" y="712"/>
                    </a:cubicBezTo>
                    <a:cubicBezTo>
                      <a:pt x="1411" y="664"/>
                      <a:pt x="1439" y="614"/>
                      <a:pt x="1489" y="594"/>
                    </a:cubicBezTo>
                    <a:cubicBezTo>
                      <a:pt x="1501" y="589"/>
                      <a:pt x="1505" y="583"/>
                      <a:pt x="1505" y="570"/>
                    </a:cubicBezTo>
                    <a:cubicBezTo>
                      <a:pt x="1505" y="404"/>
                      <a:pt x="1505" y="239"/>
                      <a:pt x="1505" y="74"/>
                    </a:cubicBezTo>
                    <a:cubicBezTo>
                      <a:pt x="1505" y="67"/>
                      <a:pt x="1504" y="61"/>
                      <a:pt x="1504" y="53"/>
                    </a:cubicBezTo>
                    <a:cubicBezTo>
                      <a:pt x="1020" y="53"/>
                      <a:pt x="539" y="53"/>
                      <a:pt x="56" y="53"/>
                    </a:cubicBezTo>
                    <a:cubicBezTo>
                      <a:pt x="56" y="417"/>
                      <a:pt x="56" y="780"/>
                      <a:pt x="56" y="1145"/>
                    </a:cubicBezTo>
                    <a:cubicBezTo>
                      <a:pt x="298" y="1145"/>
                      <a:pt x="540" y="1145"/>
                      <a:pt x="783" y="1145"/>
                    </a:cubicBezTo>
                    <a:cubicBezTo>
                      <a:pt x="783" y="1114"/>
                      <a:pt x="783" y="1083"/>
                      <a:pt x="783" y="1047"/>
                    </a:cubicBezTo>
                    <a:cubicBezTo>
                      <a:pt x="860" y="1090"/>
                      <a:pt x="934" y="1130"/>
                      <a:pt x="1011" y="1173"/>
                    </a:cubicBezTo>
                    <a:close/>
                    <a:moveTo>
                      <a:pt x="1592" y="695"/>
                    </a:moveTo>
                    <a:cubicBezTo>
                      <a:pt x="1592" y="661"/>
                      <a:pt x="1569" y="637"/>
                      <a:pt x="1534" y="636"/>
                    </a:cubicBezTo>
                    <a:cubicBezTo>
                      <a:pt x="1498" y="636"/>
                      <a:pt x="1474" y="660"/>
                      <a:pt x="1474" y="694"/>
                    </a:cubicBezTo>
                    <a:cubicBezTo>
                      <a:pt x="1474" y="727"/>
                      <a:pt x="1499" y="751"/>
                      <a:pt x="1532" y="751"/>
                    </a:cubicBezTo>
                    <a:cubicBezTo>
                      <a:pt x="1567" y="751"/>
                      <a:pt x="1592" y="728"/>
                      <a:pt x="1592" y="69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803" name="Freeform 66"/>
              <p:cNvSpPr>
                <a:spLocks/>
              </p:cNvSpPr>
              <p:nvPr/>
            </p:nvSpPr>
            <p:spPr bwMode="auto">
              <a:xfrm>
                <a:off x="442" y="1544"/>
                <a:ext cx="954" cy="569"/>
              </a:xfrm>
              <a:custGeom>
                <a:avLst/>
                <a:gdLst>
                  <a:gd name="T0" fmla="*/ 57 w 1329"/>
                  <a:gd name="T1" fmla="*/ 743 h 795"/>
                  <a:gd name="T2" fmla="*/ 537 w 1329"/>
                  <a:gd name="T3" fmla="*/ 743 h 795"/>
                  <a:gd name="T4" fmla="*/ 537 w 1329"/>
                  <a:gd name="T5" fmla="*/ 795 h 795"/>
                  <a:gd name="T6" fmla="*/ 0 w 1329"/>
                  <a:gd name="T7" fmla="*/ 795 h 795"/>
                  <a:gd name="T8" fmla="*/ 0 w 1329"/>
                  <a:gd name="T9" fmla="*/ 0 h 795"/>
                  <a:gd name="T10" fmla="*/ 1329 w 1329"/>
                  <a:gd name="T11" fmla="*/ 0 h 795"/>
                  <a:gd name="T12" fmla="*/ 1329 w 1329"/>
                  <a:gd name="T13" fmla="*/ 282 h 795"/>
                  <a:gd name="T14" fmla="*/ 1274 w 1329"/>
                  <a:gd name="T15" fmla="*/ 282 h 795"/>
                  <a:gd name="T16" fmla="*/ 1274 w 1329"/>
                  <a:gd name="T17" fmla="*/ 54 h 795"/>
                  <a:gd name="T18" fmla="*/ 57 w 1329"/>
                  <a:gd name="T19" fmla="*/ 54 h 795"/>
                  <a:gd name="T20" fmla="*/ 57 w 1329"/>
                  <a:gd name="T21" fmla="*/ 743 h 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29" h="795">
                    <a:moveTo>
                      <a:pt x="57" y="743"/>
                    </a:moveTo>
                    <a:cubicBezTo>
                      <a:pt x="217" y="743"/>
                      <a:pt x="376" y="743"/>
                      <a:pt x="537" y="743"/>
                    </a:cubicBezTo>
                    <a:cubicBezTo>
                      <a:pt x="537" y="761"/>
                      <a:pt x="537" y="778"/>
                      <a:pt x="537" y="795"/>
                    </a:cubicBezTo>
                    <a:cubicBezTo>
                      <a:pt x="358" y="795"/>
                      <a:pt x="180" y="795"/>
                      <a:pt x="0" y="795"/>
                    </a:cubicBezTo>
                    <a:cubicBezTo>
                      <a:pt x="0" y="530"/>
                      <a:pt x="0" y="266"/>
                      <a:pt x="0" y="0"/>
                    </a:cubicBezTo>
                    <a:cubicBezTo>
                      <a:pt x="442" y="0"/>
                      <a:pt x="885" y="0"/>
                      <a:pt x="1329" y="0"/>
                    </a:cubicBezTo>
                    <a:cubicBezTo>
                      <a:pt x="1329" y="94"/>
                      <a:pt x="1329" y="187"/>
                      <a:pt x="1329" y="282"/>
                    </a:cubicBezTo>
                    <a:cubicBezTo>
                      <a:pt x="1311" y="282"/>
                      <a:pt x="1294" y="282"/>
                      <a:pt x="1274" y="282"/>
                    </a:cubicBezTo>
                    <a:cubicBezTo>
                      <a:pt x="1274" y="207"/>
                      <a:pt x="1274" y="131"/>
                      <a:pt x="1274" y="54"/>
                    </a:cubicBezTo>
                    <a:cubicBezTo>
                      <a:pt x="868" y="54"/>
                      <a:pt x="463" y="54"/>
                      <a:pt x="57" y="54"/>
                    </a:cubicBezTo>
                    <a:cubicBezTo>
                      <a:pt x="57" y="283"/>
                      <a:pt x="57" y="512"/>
                      <a:pt x="57" y="7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804" name="Freeform 67"/>
              <p:cNvSpPr>
                <a:spLocks noEditPoints="1"/>
              </p:cNvSpPr>
              <p:nvPr/>
            </p:nvSpPr>
            <p:spPr bwMode="auto">
              <a:xfrm>
                <a:off x="1124" y="1916"/>
                <a:ext cx="378" cy="358"/>
              </a:xfrm>
              <a:custGeom>
                <a:avLst/>
                <a:gdLst>
                  <a:gd name="T0" fmla="*/ 28 w 527"/>
                  <a:gd name="T1" fmla="*/ 369 h 500"/>
                  <a:gd name="T2" fmla="*/ 25 w 527"/>
                  <a:gd name="T3" fmla="*/ 280 h 500"/>
                  <a:gd name="T4" fmla="*/ 11 w 527"/>
                  <a:gd name="T5" fmla="*/ 170 h 500"/>
                  <a:gd name="T6" fmla="*/ 71 w 527"/>
                  <a:gd name="T7" fmla="*/ 114 h 500"/>
                  <a:gd name="T8" fmla="*/ 140 w 527"/>
                  <a:gd name="T9" fmla="*/ 25 h 500"/>
                  <a:gd name="T10" fmla="*/ 221 w 527"/>
                  <a:gd name="T11" fmla="*/ 14 h 500"/>
                  <a:gd name="T12" fmla="*/ 335 w 527"/>
                  <a:gd name="T13" fmla="*/ 5 h 500"/>
                  <a:gd name="T14" fmla="*/ 410 w 527"/>
                  <a:gd name="T15" fmla="*/ 54 h 500"/>
                  <a:gd name="T16" fmla="*/ 496 w 527"/>
                  <a:gd name="T17" fmla="*/ 125 h 500"/>
                  <a:gd name="T18" fmla="*/ 513 w 527"/>
                  <a:gd name="T19" fmla="*/ 212 h 500"/>
                  <a:gd name="T20" fmla="*/ 522 w 527"/>
                  <a:gd name="T21" fmla="*/ 315 h 500"/>
                  <a:gd name="T22" fmla="*/ 454 w 527"/>
                  <a:gd name="T23" fmla="*/ 387 h 500"/>
                  <a:gd name="T24" fmla="*/ 381 w 527"/>
                  <a:gd name="T25" fmla="*/ 478 h 500"/>
                  <a:gd name="T26" fmla="*/ 296 w 527"/>
                  <a:gd name="T27" fmla="*/ 475 h 500"/>
                  <a:gd name="T28" fmla="*/ 176 w 527"/>
                  <a:gd name="T29" fmla="*/ 490 h 500"/>
                  <a:gd name="T30" fmla="*/ 118 w 527"/>
                  <a:gd name="T31" fmla="*/ 431 h 500"/>
                  <a:gd name="T32" fmla="*/ 62 w 527"/>
                  <a:gd name="T33" fmla="*/ 387 h 500"/>
                  <a:gd name="T34" fmla="*/ 163 w 527"/>
                  <a:gd name="T35" fmla="*/ 118 h 500"/>
                  <a:gd name="T36" fmla="*/ 81 w 527"/>
                  <a:gd name="T37" fmla="*/ 169 h 500"/>
                  <a:gd name="T38" fmla="*/ 74 w 527"/>
                  <a:gd name="T39" fmla="*/ 188 h 500"/>
                  <a:gd name="T40" fmla="*/ 93 w 527"/>
                  <a:gd name="T41" fmla="*/ 276 h 500"/>
                  <a:gd name="T42" fmla="*/ 69 w 527"/>
                  <a:gd name="T43" fmla="*/ 324 h 500"/>
                  <a:gd name="T44" fmla="*/ 124 w 527"/>
                  <a:gd name="T45" fmla="*/ 346 h 500"/>
                  <a:gd name="T46" fmla="*/ 177 w 527"/>
                  <a:gd name="T47" fmla="*/ 416 h 500"/>
                  <a:gd name="T48" fmla="*/ 200 w 527"/>
                  <a:gd name="T49" fmla="*/ 425 h 500"/>
                  <a:gd name="T50" fmla="*/ 287 w 527"/>
                  <a:gd name="T51" fmla="*/ 411 h 500"/>
                  <a:gd name="T52" fmla="*/ 346 w 527"/>
                  <a:gd name="T53" fmla="*/ 434 h 500"/>
                  <a:gd name="T54" fmla="*/ 366 w 527"/>
                  <a:gd name="T55" fmla="*/ 381 h 500"/>
                  <a:gd name="T56" fmla="*/ 439 w 527"/>
                  <a:gd name="T57" fmla="*/ 330 h 500"/>
                  <a:gd name="T58" fmla="*/ 447 w 527"/>
                  <a:gd name="T59" fmla="*/ 307 h 500"/>
                  <a:gd name="T60" fmla="*/ 435 w 527"/>
                  <a:gd name="T61" fmla="*/ 227 h 500"/>
                  <a:gd name="T62" fmla="*/ 459 w 527"/>
                  <a:gd name="T63" fmla="*/ 176 h 500"/>
                  <a:gd name="T64" fmla="*/ 404 w 527"/>
                  <a:gd name="T65" fmla="*/ 155 h 500"/>
                  <a:gd name="T66" fmla="*/ 350 w 527"/>
                  <a:gd name="T67" fmla="*/ 86 h 500"/>
                  <a:gd name="T68" fmla="*/ 326 w 527"/>
                  <a:gd name="T69" fmla="*/ 76 h 500"/>
                  <a:gd name="T70" fmla="*/ 235 w 527"/>
                  <a:gd name="T71" fmla="*/ 89 h 500"/>
                  <a:gd name="T72" fmla="*/ 183 w 527"/>
                  <a:gd name="T73" fmla="*/ 66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27" h="500">
                    <a:moveTo>
                      <a:pt x="62" y="387"/>
                    </a:moveTo>
                    <a:cubicBezTo>
                      <a:pt x="44" y="393"/>
                      <a:pt x="34" y="385"/>
                      <a:pt x="28" y="369"/>
                    </a:cubicBezTo>
                    <a:cubicBezTo>
                      <a:pt x="23" y="356"/>
                      <a:pt x="17" y="345"/>
                      <a:pt x="12" y="332"/>
                    </a:cubicBezTo>
                    <a:cubicBezTo>
                      <a:pt x="0" y="302"/>
                      <a:pt x="1" y="302"/>
                      <a:pt x="25" y="280"/>
                    </a:cubicBezTo>
                    <a:cubicBezTo>
                      <a:pt x="37" y="269"/>
                      <a:pt x="38" y="228"/>
                      <a:pt x="24" y="220"/>
                    </a:cubicBezTo>
                    <a:cubicBezTo>
                      <a:pt x="1" y="207"/>
                      <a:pt x="1" y="190"/>
                      <a:pt x="11" y="170"/>
                    </a:cubicBezTo>
                    <a:cubicBezTo>
                      <a:pt x="15" y="161"/>
                      <a:pt x="19" y="150"/>
                      <a:pt x="23" y="141"/>
                    </a:cubicBezTo>
                    <a:cubicBezTo>
                      <a:pt x="38" y="111"/>
                      <a:pt x="38" y="112"/>
                      <a:pt x="71" y="114"/>
                    </a:cubicBezTo>
                    <a:cubicBezTo>
                      <a:pt x="90" y="116"/>
                      <a:pt x="122" y="84"/>
                      <a:pt x="118" y="65"/>
                    </a:cubicBezTo>
                    <a:cubicBezTo>
                      <a:pt x="114" y="44"/>
                      <a:pt x="120" y="32"/>
                      <a:pt x="140" y="25"/>
                    </a:cubicBezTo>
                    <a:cubicBezTo>
                      <a:pt x="158" y="19"/>
                      <a:pt x="176" y="12"/>
                      <a:pt x="194" y="5"/>
                    </a:cubicBezTo>
                    <a:cubicBezTo>
                      <a:pt x="206" y="0"/>
                      <a:pt x="213" y="4"/>
                      <a:pt x="221" y="14"/>
                    </a:cubicBezTo>
                    <a:cubicBezTo>
                      <a:pt x="245" y="41"/>
                      <a:pt x="283" y="42"/>
                      <a:pt x="306" y="14"/>
                    </a:cubicBezTo>
                    <a:cubicBezTo>
                      <a:pt x="315" y="4"/>
                      <a:pt x="323" y="0"/>
                      <a:pt x="335" y="5"/>
                    </a:cubicBezTo>
                    <a:cubicBezTo>
                      <a:pt x="355" y="14"/>
                      <a:pt x="376" y="22"/>
                      <a:pt x="396" y="30"/>
                    </a:cubicBezTo>
                    <a:cubicBezTo>
                      <a:pt x="408" y="34"/>
                      <a:pt x="411" y="41"/>
                      <a:pt x="410" y="54"/>
                    </a:cubicBezTo>
                    <a:cubicBezTo>
                      <a:pt x="406" y="91"/>
                      <a:pt x="433" y="117"/>
                      <a:pt x="470" y="112"/>
                    </a:cubicBezTo>
                    <a:cubicBezTo>
                      <a:pt x="483" y="111"/>
                      <a:pt x="491" y="113"/>
                      <a:pt x="496" y="125"/>
                    </a:cubicBezTo>
                    <a:cubicBezTo>
                      <a:pt x="504" y="145"/>
                      <a:pt x="512" y="165"/>
                      <a:pt x="521" y="185"/>
                    </a:cubicBezTo>
                    <a:cubicBezTo>
                      <a:pt x="527" y="197"/>
                      <a:pt x="523" y="204"/>
                      <a:pt x="513" y="212"/>
                    </a:cubicBezTo>
                    <a:cubicBezTo>
                      <a:pt x="485" y="233"/>
                      <a:pt x="485" y="266"/>
                      <a:pt x="513" y="288"/>
                    </a:cubicBezTo>
                    <a:cubicBezTo>
                      <a:pt x="523" y="296"/>
                      <a:pt x="527" y="303"/>
                      <a:pt x="522" y="315"/>
                    </a:cubicBezTo>
                    <a:cubicBezTo>
                      <a:pt x="516" y="327"/>
                      <a:pt x="512" y="340"/>
                      <a:pt x="508" y="352"/>
                    </a:cubicBezTo>
                    <a:cubicBezTo>
                      <a:pt x="499" y="377"/>
                      <a:pt x="485" y="394"/>
                      <a:pt x="454" y="387"/>
                    </a:cubicBezTo>
                    <a:cubicBezTo>
                      <a:pt x="438" y="383"/>
                      <a:pt x="406" y="417"/>
                      <a:pt x="409" y="433"/>
                    </a:cubicBezTo>
                    <a:cubicBezTo>
                      <a:pt x="415" y="459"/>
                      <a:pt x="403" y="471"/>
                      <a:pt x="381" y="478"/>
                    </a:cubicBezTo>
                    <a:cubicBezTo>
                      <a:pt x="372" y="481"/>
                      <a:pt x="362" y="485"/>
                      <a:pt x="353" y="489"/>
                    </a:cubicBezTo>
                    <a:cubicBezTo>
                      <a:pt x="330" y="500"/>
                      <a:pt x="311" y="500"/>
                      <a:pt x="296" y="475"/>
                    </a:cubicBezTo>
                    <a:cubicBezTo>
                      <a:pt x="288" y="461"/>
                      <a:pt x="239" y="462"/>
                      <a:pt x="230" y="477"/>
                    </a:cubicBezTo>
                    <a:cubicBezTo>
                      <a:pt x="215" y="500"/>
                      <a:pt x="197" y="499"/>
                      <a:pt x="176" y="490"/>
                    </a:cubicBezTo>
                    <a:cubicBezTo>
                      <a:pt x="166" y="486"/>
                      <a:pt x="155" y="482"/>
                      <a:pt x="145" y="477"/>
                    </a:cubicBezTo>
                    <a:cubicBezTo>
                      <a:pt x="116" y="464"/>
                      <a:pt x="117" y="464"/>
                      <a:pt x="118" y="431"/>
                    </a:cubicBezTo>
                    <a:cubicBezTo>
                      <a:pt x="119" y="425"/>
                      <a:pt x="116" y="417"/>
                      <a:pt x="111" y="413"/>
                    </a:cubicBezTo>
                    <a:cubicBezTo>
                      <a:pt x="97" y="401"/>
                      <a:pt x="88" y="378"/>
                      <a:pt x="62" y="387"/>
                    </a:cubicBezTo>
                    <a:close/>
                    <a:moveTo>
                      <a:pt x="175" y="85"/>
                    </a:moveTo>
                    <a:cubicBezTo>
                      <a:pt x="182" y="102"/>
                      <a:pt x="175" y="110"/>
                      <a:pt x="163" y="118"/>
                    </a:cubicBezTo>
                    <a:cubicBezTo>
                      <a:pt x="151" y="126"/>
                      <a:pt x="139" y="135"/>
                      <a:pt x="130" y="147"/>
                    </a:cubicBezTo>
                    <a:cubicBezTo>
                      <a:pt x="118" y="165"/>
                      <a:pt x="105" y="176"/>
                      <a:pt x="81" y="169"/>
                    </a:cubicBezTo>
                    <a:cubicBezTo>
                      <a:pt x="78" y="168"/>
                      <a:pt x="71" y="172"/>
                      <a:pt x="70" y="175"/>
                    </a:cubicBezTo>
                    <a:cubicBezTo>
                      <a:pt x="68" y="179"/>
                      <a:pt x="71" y="186"/>
                      <a:pt x="74" y="188"/>
                    </a:cubicBezTo>
                    <a:cubicBezTo>
                      <a:pt x="95" y="199"/>
                      <a:pt x="96" y="216"/>
                      <a:pt x="92" y="237"/>
                    </a:cubicBezTo>
                    <a:cubicBezTo>
                      <a:pt x="90" y="249"/>
                      <a:pt x="91" y="263"/>
                      <a:pt x="93" y="276"/>
                    </a:cubicBezTo>
                    <a:cubicBezTo>
                      <a:pt x="96" y="290"/>
                      <a:pt x="92" y="298"/>
                      <a:pt x="81" y="306"/>
                    </a:cubicBezTo>
                    <a:cubicBezTo>
                      <a:pt x="75" y="310"/>
                      <a:pt x="73" y="318"/>
                      <a:pt x="69" y="324"/>
                    </a:cubicBezTo>
                    <a:cubicBezTo>
                      <a:pt x="76" y="326"/>
                      <a:pt x="84" y="331"/>
                      <a:pt x="91" y="330"/>
                    </a:cubicBezTo>
                    <a:cubicBezTo>
                      <a:pt x="107" y="328"/>
                      <a:pt x="115" y="334"/>
                      <a:pt x="124" y="346"/>
                    </a:cubicBezTo>
                    <a:cubicBezTo>
                      <a:pt x="134" y="359"/>
                      <a:pt x="146" y="371"/>
                      <a:pt x="160" y="380"/>
                    </a:cubicBezTo>
                    <a:cubicBezTo>
                      <a:pt x="174" y="389"/>
                      <a:pt x="180" y="399"/>
                      <a:pt x="177" y="416"/>
                    </a:cubicBezTo>
                    <a:cubicBezTo>
                      <a:pt x="176" y="421"/>
                      <a:pt x="181" y="428"/>
                      <a:pt x="183" y="435"/>
                    </a:cubicBezTo>
                    <a:cubicBezTo>
                      <a:pt x="189" y="432"/>
                      <a:pt x="197" y="430"/>
                      <a:pt x="200" y="425"/>
                    </a:cubicBezTo>
                    <a:cubicBezTo>
                      <a:pt x="210" y="409"/>
                      <a:pt x="223" y="409"/>
                      <a:pt x="240" y="411"/>
                    </a:cubicBezTo>
                    <a:cubicBezTo>
                      <a:pt x="255" y="413"/>
                      <a:pt x="272" y="414"/>
                      <a:pt x="287" y="411"/>
                    </a:cubicBezTo>
                    <a:cubicBezTo>
                      <a:pt x="304" y="409"/>
                      <a:pt x="318" y="410"/>
                      <a:pt x="328" y="426"/>
                    </a:cubicBezTo>
                    <a:cubicBezTo>
                      <a:pt x="331" y="431"/>
                      <a:pt x="340" y="432"/>
                      <a:pt x="346" y="434"/>
                    </a:cubicBezTo>
                    <a:cubicBezTo>
                      <a:pt x="347" y="428"/>
                      <a:pt x="351" y="422"/>
                      <a:pt x="350" y="417"/>
                    </a:cubicBezTo>
                    <a:cubicBezTo>
                      <a:pt x="346" y="400"/>
                      <a:pt x="352" y="390"/>
                      <a:pt x="366" y="381"/>
                    </a:cubicBezTo>
                    <a:cubicBezTo>
                      <a:pt x="380" y="372"/>
                      <a:pt x="393" y="360"/>
                      <a:pt x="402" y="347"/>
                    </a:cubicBezTo>
                    <a:cubicBezTo>
                      <a:pt x="412" y="334"/>
                      <a:pt x="422" y="328"/>
                      <a:pt x="439" y="330"/>
                    </a:cubicBezTo>
                    <a:cubicBezTo>
                      <a:pt x="445" y="331"/>
                      <a:pt x="452" y="326"/>
                      <a:pt x="459" y="324"/>
                    </a:cubicBezTo>
                    <a:cubicBezTo>
                      <a:pt x="455" y="318"/>
                      <a:pt x="452" y="311"/>
                      <a:pt x="447" y="307"/>
                    </a:cubicBezTo>
                    <a:cubicBezTo>
                      <a:pt x="435" y="298"/>
                      <a:pt x="431" y="290"/>
                      <a:pt x="434" y="275"/>
                    </a:cubicBezTo>
                    <a:cubicBezTo>
                      <a:pt x="437" y="259"/>
                      <a:pt x="438" y="242"/>
                      <a:pt x="435" y="227"/>
                    </a:cubicBezTo>
                    <a:cubicBezTo>
                      <a:pt x="432" y="211"/>
                      <a:pt x="435" y="201"/>
                      <a:pt x="449" y="192"/>
                    </a:cubicBezTo>
                    <a:cubicBezTo>
                      <a:pt x="453" y="189"/>
                      <a:pt x="455" y="181"/>
                      <a:pt x="459" y="176"/>
                    </a:cubicBezTo>
                    <a:cubicBezTo>
                      <a:pt x="452" y="174"/>
                      <a:pt x="445" y="169"/>
                      <a:pt x="439" y="170"/>
                    </a:cubicBezTo>
                    <a:cubicBezTo>
                      <a:pt x="423" y="173"/>
                      <a:pt x="414" y="168"/>
                      <a:pt x="404" y="155"/>
                    </a:cubicBezTo>
                    <a:cubicBezTo>
                      <a:pt x="393" y="140"/>
                      <a:pt x="379" y="127"/>
                      <a:pt x="363" y="117"/>
                    </a:cubicBezTo>
                    <a:cubicBezTo>
                      <a:pt x="351" y="108"/>
                      <a:pt x="348" y="100"/>
                      <a:pt x="350" y="86"/>
                    </a:cubicBezTo>
                    <a:cubicBezTo>
                      <a:pt x="350" y="79"/>
                      <a:pt x="346" y="72"/>
                      <a:pt x="344" y="65"/>
                    </a:cubicBezTo>
                    <a:cubicBezTo>
                      <a:pt x="338" y="69"/>
                      <a:pt x="330" y="71"/>
                      <a:pt x="326" y="76"/>
                    </a:cubicBezTo>
                    <a:cubicBezTo>
                      <a:pt x="317" y="89"/>
                      <a:pt x="306" y="91"/>
                      <a:pt x="290" y="89"/>
                    </a:cubicBezTo>
                    <a:cubicBezTo>
                      <a:pt x="272" y="86"/>
                      <a:pt x="253" y="86"/>
                      <a:pt x="235" y="89"/>
                    </a:cubicBezTo>
                    <a:cubicBezTo>
                      <a:pt x="220" y="92"/>
                      <a:pt x="211" y="89"/>
                      <a:pt x="202" y="77"/>
                    </a:cubicBezTo>
                    <a:cubicBezTo>
                      <a:pt x="198" y="72"/>
                      <a:pt x="189" y="69"/>
                      <a:pt x="183" y="66"/>
                    </a:cubicBezTo>
                    <a:cubicBezTo>
                      <a:pt x="180" y="72"/>
                      <a:pt x="177" y="79"/>
                      <a:pt x="175" y="8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805" name="Freeform 68"/>
              <p:cNvSpPr>
                <a:spLocks/>
              </p:cNvSpPr>
              <p:nvPr/>
            </p:nvSpPr>
            <p:spPr bwMode="auto">
              <a:xfrm>
                <a:off x="998" y="1725"/>
                <a:ext cx="191" cy="196"/>
              </a:xfrm>
              <a:custGeom>
                <a:avLst/>
                <a:gdLst>
                  <a:gd name="T0" fmla="*/ 204 w 266"/>
                  <a:gd name="T1" fmla="*/ 136 h 273"/>
                  <a:gd name="T2" fmla="*/ 29 w 266"/>
                  <a:gd name="T3" fmla="*/ 65 h 273"/>
                  <a:gd name="T4" fmla="*/ 3 w 266"/>
                  <a:gd name="T5" fmla="*/ 27 h 273"/>
                  <a:gd name="T6" fmla="*/ 4 w 266"/>
                  <a:gd name="T7" fmla="*/ 0 h 273"/>
                  <a:gd name="T8" fmla="*/ 24 w 266"/>
                  <a:gd name="T9" fmla="*/ 8 h 273"/>
                  <a:gd name="T10" fmla="*/ 247 w 266"/>
                  <a:gd name="T11" fmla="*/ 105 h 273"/>
                  <a:gd name="T12" fmla="*/ 263 w 266"/>
                  <a:gd name="T13" fmla="*/ 135 h 273"/>
                  <a:gd name="T14" fmla="*/ 248 w 266"/>
                  <a:gd name="T15" fmla="*/ 168 h 273"/>
                  <a:gd name="T16" fmla="*/ 19 w 266"/>
                  <a:gd name="T17" fmla="*/ 267 h 273"/>
                  <a:gd name="T18" fmla="*/ 4 w 266"/>
                  <a:gd name="T19" fmla="*/ 273 h 273"/>
                  <a:gd name="T20" fmla="*/ 4 w 266"/>
                  <a:gd name="T21" fmla="*/ 228 h 273"/>
                  <a:gd name="T22" fmla="*/ 17 w 266"/>
                  <a:gd name="T23" fmla="*/ 214 h 273"/>
                  <a:gd name="T24" fmla="*/ 183 w 266"/>
                  <a:gd name="T25" fmla="*/ 146 h 273"/>
                  <a:gd name="T26" fmla="*/ 204 w 266"/>
                  <a:gd name="T27" fmla="*/ 136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6" h="273">
                    <a:moveTo>
                      <a:pt x="204" y="136"/>
                    </a:moveTo>
                    <a:cubicBezTo>
                      <a:pt x="144" y="112"/>
                      <a:pt x="87" y="87"/>
                      <a:pt x="29" y="65"/>
                    </a:cubicBezTo>
                    <a:cubicBezTo>
                      <a:pt x="9" y="58"/>
                      <a:pt x="0" y="48"/>
                      <a:pt x="3" y="27"/>
                    </a:cubicBezTo>
                    <a:cubicBezTo>
                      <a:pt x="5" y="19"/>
                      <a:pt x="4" y="11"/>
                      <a:pt x="4" y="0"/>
                    </a:cubicBezTo>
                    <a:cubicBezTo>
                      <a:pt x="12" y="3"/>
                      <a:pt x="18" y="6"/>
                      <a:pt x="24" y="8"/>
                    </a:cubicBezTo>
                    <a:cubicBezTo>
                      <a:pt x="98" y="41"/>
                      <a:pt x="172" y="74"/>
                      <a:pt x="247" y="105"/>
                    </a:cubicBezTo>
                    <a:cubicBezTo>
                      <a:pt x="263" y="112"/>
                      <a:pt x="264" y="121"/>
                      <a:pt x="263" y="135"/>
                    </a:cubicBezTo>
                    <a:cubicBezTo>
                      <a:pt x="263" y="148"/>
                      <a:pt x="266" y="160"/>
                      <a:pt x="248" y="168"/>
                    </a:cubicBezTo>
                    <a:cubicBezTo>
                      <a:pt x="171" y="200"/>
                      <a:pt x="95" y="234"/>
                      <a:pt x="19" y="267"/>
                    </a:cubicBezTo>
                    <a:cubicBezTo>
                      <a:pt x="15" y="269"/>
                      <a:pt x="10" y="271"/>
                      <a:pt x="4" y="273"/>
                    </a:cubicBezTo>
                    <a:cubicBezTo>
                      <a:pt x="4" y="257"/>
                      <a:pt x="2" y="242"/>
                      <a:pt x="4" y="228"/>
                    </a:cubicBezTo>
                    <a:cubicBezTo>
                      <a:pt x="5" y="223"/>
                      <a:pt x="12" y="216"/>
                      <a:pt x="17" y="214"/>
                    </a:cubicBezTo>
                    <a:cubicBezTo>
                      <a:pt x="72" y="191"/>
                      <a:pt x="128" y="168"/>
                      <a:pt x="183" y="146"/>
                    </a:cubicBezTo>
                    <a:cubicBezTo>
                      <a:pt x="189" y="143"/>
                      <a:pt x="195" y="140"/>
                      <a:pt x="204" y="1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806" name="Freeform 69"/>
              <p:cNvSpPr>
                <a:spLocks/>
              </p:cNvSpPr>
              <p:nvPr/>
            </p:nvSpPr>
            <p:spPr bwMode="auto">
              <a:xfrm>
                <a:off x="637" y="1726"/>
                <a:ext cx="192" cy="194"/>
              </a:xfrm>
              <a:custGeom>
                <a:avLst/>
                <a:gdLst>
                  <a:gd name="T0" fmla="*/ 70 w 268"/>
                  <a:gd name="T1" fmla="*/ 136 h 271"/>
                  <a:gd name="T2" fmla="*/ 160 w 268"/>
                  <a:gd name="T3" fmla="*/ 174 h 271"/>
                  <a:gd name="T4" fmla="*/ 251 w 268"/>
                  <a:gd name="T5" fmla="*/ 211 h 271"/>
                  <a:gd name="T6" fmla="*/ 267 w 268"/>
                  <a:gd name="T7" fmla="*/ 236 h 271"/>
                  <a:gd name="T8" fmla="*/ 267 w 268"/>
                  <a:gd name="T9" fmla="*/ 271 h 271"/>
                  <a:gd name="T10" fmla="*/ 252 w 268"/>
                  <a:gd name="T11" fmla="*/ 267 h 271"/>
                  <a:gd name="T12" fmla="*/ 20 w 268"/>
                  <a:gd name="T13" fmla="*/ 164 h 271"/>
                  <a:gd name="T14" fmla="*/ 7 w 268"/>
                  <a:gd name="T15" fmla="*/ 141 h 271"/>
                  <a:gd name="T16" fmla="*/ 19 w 268"/>
                  <a:gd name="T17" fmla="*/ 108 h 271"/>
                  <a:gd name="T18" fmla="*/ 254 w 268"/>
                  <a:gd name="T19" fmla="*/ 4 h 271"/>
                  <a:gd name="T20" fmla="*/ 266 w 268"/>
                  <a:gd name="T21" fmla="*/ 0 h 271"/>
                  <a:gd name="T22" fmla="*/ 266 w 268"/>
                  <a:gd name="T23" fmla="*/ 46 h 271"/>
                  <a:gd name="T24" fmla="*/ 251 w 268"/>
                  <a:gd name="T25" fmla="*/ 59 h 271"/>
                  <a:gd name="T26" fmla="*/ 95 w 268"/>
                  <a:gd name="T27" fmla="*/ 125 h 271"/>
                  <a:gd name="T28" fmla="*/ 70 w 268"/>
                  <a:gd name="T29" fmla="*/ 136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8" h="271">
                    <a:moveTo>
                      <a:pt x="70" y="136"/>
                    </a:moveTo>
                    <a:cubicBezTo>
                      <a:pt x="102" y="149"/>
                      <a:pt x="131" y="161"/>
                      <a:pt x="160" y="174"/>
                    </a:cubicBezTo>
                    <a:cubicBezTo>
                      <a:pt x="191" y="186"/>
                      <a:pt x="220" y="200"/>
                      <a:pt x="251" y="211"/>
                    </a:cubicBezTo>
                    <a:cubicBezTo>
                      <a:pt x="264" y="216"/>
                      <a:pt x="268" y="223"/>
                      <a:pt x="267" y="236"/>
                    </a:cubicBezTo>
                    <a:cubicBezTo>
                      <a:pt x="266" y="247"/>
                      <a:pt x="267" y="259"/>
                      <a:pt x="267" y="271"/>
                    </a:cubicBezTo>
                    <a:cubicBezTo>
                      <a:pt x="260" y="270"/>
                      <a:pt x="256" y="269"/>
                      <a:pt x="252" y="267"/>
                    </a:cubicBezTo>
                    <a:cubicBezTo>
                      <a:pt x="175" y="233"/>
                      <a:pt x="98" y="198"/>
                      <a:pt x="20" y="164"/>
                    </a:cubicBezTo>
                    <a:cubicBezTo>
                      <a:pt x="9" y="159"/>
                      <a:pt x="5" y="152"/>
                      <a:pt x="7" y="141"/>
                    </a:cubicBezTo>
                    <a:cubicBezTo>
                      <a:pt x="9" y="130"/>
                      <a:pt x="0" y="116"/>
                      <a:pt x="19" y="108"/>
                    </a:cubicBezTo>
                    <a:cubicBezTo>
                      <a:pt x="98" y="74"/>
                      <a:pt x="176" y="38"/>
                      <a:pt x="254" y="4"/>
                    </a:cubicBezTo>
                    <a:cubicBezTo>
                      <a:pt x="257" y="2"/>
                      <a:pt x="260" y="2"/>
                      <a:pt x="266" y="0"/>
                    </a:cubicBezTo>
                    <a:cubicBezTo>
                      <a:pt x="266" y="16"/>
                      <a:pt x="268" y="32"/>
                      <a:pt x="266" y="46"/>
                    </a:cubicBezTo>
                    <a:cubicBezTo>
                      <a:pt x="265" y="51"/>
                      <a:pt x="257" y="57"/>
                      <a:pt x="251" y="59"/>
                    </a:cubicBezTo>
                    <a:cubicBezTo>
                      <a:pt x="199" y="82"/>
                      <a:pt x="147" y="103"/>
                      <a:pt x="95" y="125"/>
                    </a:cubicBezTo>
                    <a:cubicBezTo>
                      <a:pt x="87" y="128"/>
                      <a:pt x="80" y="131"/>
                      <a:pt x="70" y="1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807" name="Freeform 70"/>
              <p:cNvSpPr>
                <a:spLocks/>
              </p:cNvSpPr>
              <p:nvPr/>
            </p:nvSpPr>
            <p:spPr bwMode="auto">
              <a:xfrm>
                <a:off x="857" y="1667"/>
                <a:ext cx="122" cy="273"/>
              </a:xfrm>
              <a:custGeom>
                <a:avLst/>
                <a:gdLst>
                  <a:gd name="T0" fmla="*/ 170 w 170"/>
                  <a:gd name="T1" fmla="*/ 3 h 381"/>
                  <a:gd name="T2" fmla="*/ 129 w 170"/>
                  <a:gd name="T3" fmla="*/ 137 h 381"/>
                  <a:gd name="T4" fmla="*/ 62 w 170"/>
                  <a:gd name="T5" fmla="*/ 356 h 381"/>
                  <a:gd name="T6" fmla="*/ 32 w 170"/>
                  <a:gd name="T7" fmla="*/ 378 h 381"/>
                  <a:gd name="T8" fmla="*/ 0 w 170"/>
                  <a:gd name="T9" fmla="*/ 378 h 381"/>
                  <a:gd name="T10" fmla="*/ 48 w 170"/>
                  <a:gd name="T11" fmla="*/ 223 h 381"/>
                  <a:gd name="T12" fmla="*/ 109 w 170"/>
                  <a:gd name="T13" fmla="*/ 23 h 381"/>
                  <a:gd name="T14" fmla="*/ 136 w 170"/>
                  <a:gd name="T15" fmla="*/ 3 h 381"/>
                  <a:gd name="T16" fmla="*/ 170 w 170"/>
                  <a:gd name="T17" fmla="*/ 3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0" h="381">
                    <a:moveTo>
                      <a:pt x="170" y="3"/>
                    </a:moveTo>
                    <a:cubicBezTo>
                      <a:pt x="156" y="49"/>
                      <a:pt x="142" y="93"/>
                      <a:pt x="129" y="137"/>
                    </a:cubicBezTo>
                    <a:cubicBezTo>
                      <a:pt x="106" y="210"/>
                      <a:pt x="83" y="283"/>
                      <a:pt x="62" y="356"/>
                    </a:cubicBezTo>
                    <a:cubicBezTo>
                      <a:pt x="57" y="373"/>
                      <a:pt x="50" y="381"/>
                      <a:pt x="32" y="378"/>
                    </a:cubicBezTo>
                    <a:cubicBezTo>
                      <a:pt x="22" y="377"/>
                      <a:pt x="12" y="378"/>
                      <a:pt x="0" y="378"/>
                    </a:cubicBezTo>
                    <a:cubicBezTo>
                      <a:pt x="16" y="324"/>
                      <a:pt x="32" y="274"/>
                      <a:pt x="48" y="223"/>
                    </a:cubicBezTo>
                    <a:cubicBezTo>
                      <a:pt x="68" y="156"/>
                      <a:pt x="89" y="90"/>
                      <a:pt x="109" y="23"/>
                    </a:cubicBezTo>
                    <a:cubicBezTo>
                      <a:pt x="113" y="7"/>
                      <a:pt x="120" y="0"/>
                      <a:pt x="136" y="3"/>
                    </a:cubicBezTo>
                    <a:cubicBezTo>
                      <a:pt x="146" y="4"/>
                      <a:pt x="157" y="3"/>
                      <a:pt x="17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808" name="Freeform 71"/>
              <p:cNvSpPr>
                <a:spLocks noEditPoints="1"/>
              </p:cNvSpPr>
              <p:nvPr/>
            </p:nvSpPr>
            <p:spPr bwMode="auto">
              <a:xfrm>
                <a:off x="567" y="1407"/>
                <a:ext cx="112" cy="106"/>
              </a:xfrm>
              <a:custGeom>
                <a:avLst/>
                <a:gdLst>
                  <a:gd name="T0" fmla="*/ 78 w 156"/>
                  <a:gd name="T1" fmla="*/ 148 h 148"/>
                  <a:gd name="T2" fmla="*/ 1 w 156"/>
                  <a:gd name="T3" fmla="*/ 75 h 148"/>
                  <a:gd name="T4" fmla="*/ 79 w 156"/>
                  <a:gd name="T5" fmla="*/ 0 h 148"/>
                  <a:gd name="T6" fmla="*/ 156 w 156"/>
                  <a:gd name="T7" fmla="*/ 74 h 148"/>
                  <a:gd name="T8" fmla="*/ 78 w 156"/>
                  <a:gd name="T9" fmla="*/ 148 h 148"/>
                  <a:gd name="T10" fmla="*/ 102 w 156"/>
                  <a:gd name="T11" fmla="*/ 78 h 148"/>
                  <a:gd name="T12" fmla="*/ 102 w 156"/>
                  <a:gd name="T13" fmla="*/ 69 h 148"/>
                  <a:gd name="T14" fmla="*/ 78 w 156"/>
                  <a:gd name="T15" fmla="*/ 56 h 148"/>
                  <a:gd name="T16" fmla="*/ 57 w 156"/>
                  <a:gd name="T17" fmla="*/ 75 h 148"/>
                  <a:gd name="T18" fmla="*/ 79 w 156"/>
                  <a:gd name="T19" fmla="*/ 93 h 148"/>
                  <a:gd name="T20" fmla="*/ 102 w 156"/>
                  <a:gd name="T21" fmla="*/ 78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6" h="148">
                    <a:moveTo>
                      <a:pt x="78" y="148"/>
                    </a:moveTo>
                    <a:cubicBezTo>
                      <a:pt x="36" y="148"/>
                      <a:pt x="1" y="115"/>
                      <a:pt x="1" y="75"/>
                    </a:cubicBezTo>
                    <a:cubicBezTo>
                      <a:pt x="0" y="34"/>
                      <a:pt x="36" y="0"/>
                      <a:pt x="79" y="0"/>
                    </a:cubicBezTo>
                    <a:cubicBezTo>
                      <a:pt x="121" y="1"/>
                      <a:pt x="155" y="34"/>
                      <a:pt x="156" y="74"/>
                    </a:cubicBezTo>
                    <a:cubicBezTo>
                      <a:pt x="156" y="115"/>
                      <a:pt x="121" y="148"/>
                      <a:pt x="78" y="148"/>
                    </a:cubicBezTo>
                    <a:close/>
                    <a:moveTo>
                      <a:pt x="102" y="78"/>
                    </a:moveTo>
                    <a:cubicBezTo>
                      <a:pt x="102" y="75"/>
                      <a:pt x="102" y="72"/>
                      <a:pt x="102" y="69"/>
                    </a:cubicBezTo>
                    <a:cubicBezTo>
                      <a:pt x="94" y="64"/>
                      <a:pt x="85" y="55"/>
                      <a:pt x="78" y="56"/>
                    </a:cubicBezTo>
                    <a:cubicBezTo>
                      <a:pt x="70" y="57"/>
                      <a:pt x="64" y="68"/>
                      <a:pt x="57" y="75"/>
                    </a:cubicBezTo>
                    <a:cubicBezTo>
                      <a:pt x="65" y="82"/>
                      <a:pt x="71" y="93"/>
                      <a:pt x="79" y="93"/>
                    </a:cubicBezTo>
                    <a:cubicBezTo>
                      <a:pt x="86" y="94"/>
                      <a:pt x="95" y="84"/>
                      <a:pt x="102"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809" name="Freeform 72"/>
              <p:cNvSpPr>
                <a:spLocks noEditPoints="1"/>
              </p:cNvSpPr>
              <p:nvPr/>
            </p:nvSpPr>
            <p:spPr bwMode="auto">
              <a:xfrm>
                <a:off x="695" y="1407"/>
                <a:ext cx="111" cy="106"/>
              </a:xfrm>
              <a:custGeom>
                <a:avLst/>
                <a:gdLst>
                  <a:gd name="T0" fmla="*/ 77 w 155"/>
                  <a:gd name="T1" fmla="*/ 148 h 148"/>
                  <a:gd name="T2" fmla="*/ 0 w 155"/>
                  <a:gd name="T3" fmla="*/ 75 h 148"/>
                  <a:gd name="T4" fmla="*/ 78 w 155"/>
                  <a:gd name="T5" fmla="*/ 0 h 148"/>
                  <a:gd name="T6" fmla="*/ 154 w 155"/>
                  <a:gd name="T7" fmla="*/ 76 h 148"/>
                  <a:gd name="T8" fmla="*/ 77 w 155"/>
                  <a:gd name="T9" fmla="*/ 148 h 148"/>
                  <a:gd name="T10" fmla="*/ 101 w 155"/>
                  <a:gd name="T11" fmla="*/ 79 h 148"/>
                  <a:gd name="T12" fmla="*/ 101 w 155"/>
                  <a:gd name="T13" fmla="*/ 69 h 148"/>
                  <a:gd name="T14" fmla="*/ 77 w 155"/>
                  <a:gd name="T15" fmla="*/ 55 h 148"/>
                  <a:gd name="T16" fmla="*/ 58 w 155"/>
                  <a:gd name="T17" fmla="*/ 75 h 148"/>
                  <a:gd name="T18" fmla="*/ 78 w 155"/>
                  <a:gd name="T19" fmla="*/ 93 h 148"/>
                  <a:gd name="T20" fmla="*/ 101 w 155"/>
                  <a:gd name="T21" fmla="*/ 79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5" h="148">
                    <a:moveTo>
                      <a:pt x="77" y="148"/>
                    </a:moveTo>
                    <a:cubicBezTo>
                      <a:pt x="34" y="148"/>
                      <a:pt x="1" y="116"/>
                      <a:pt x="0" y="75"/>
                    </a:cubicBezTo>
                    <a:cubicBezTo>
                      <a:pt x="0" y="33"/>
                      <a:pt x="35" y="0"/>
                      <a:pt x="78" y="0"/>
                    </a:cubicBezTo>
                    <a:cubicBezTo>
                      <a:pt x="121" y="1"/>
                      <a:pt x="155" y="34"/>
                      <a:pt x="154" y="76"/>
                    </a:cubicBezTo>
                    <a:cubicBezTo>
                      <a:pt x="154" y="117"/>
                      <a:pt x="120" y="148"/>
                      <a:pt x="77" y="148"/>
                    </a:cubicBezTo>
                    <a:close/>
                    <a:moveTo>
                      <a:pt x="101" y="79"/>
                    </a:moveTo>
                    <a:cubicBezTo>
                      <a:pt x="101" y="75"/>
                      <a:pt x="101" y="72"/>
                      <a:pt x="101" y="69"/>
                    </a:cubicBezTo>
                    <a:cubicBezTo>
                      <a:pt x="93" y="64"/>
                      <a:pt x="86" y="57"/>
                      <a:pt x="77" y="55"/>
                    </a:cubicBezTo>
                    <a:cubicBezTo>
                      <a:pt x="65" y="54"/>
                      <a:pt x="55" y="63"/>
                      <a:pt x="58" y="75"/>
                    </a:cubicBezTo>
                    <a:cubicBezTo>
                      <a:pt x="60" y="82"/>
                      <a:pt x="70" y="92"/>
                      <a:pt x="78" y="93"/>
                    </a:cubicBezTo>
                    <a:cubicBezTo>
                      <a:pt x="85" y="94"/>
                      <a:pt x="93" y="84"/>
                      <a:pt x="101"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810" name="Freeform 73"/>
              <p:cNvSpPr>
                <a:spLocks noEditPoints="1"/>
              </p:cNvSpPr>
              <p:nvPr/>
            </p:nvSpPr>
            <p:spPr bwMode="auto">
              <a:xfrm>
                <a:off x="440" y="1407"/>
                <a:ext cx="112" cy="106"/>
              </a:xfrm>
              <a:custGeom>
                <a:avLst/>
                <a:gdLst>
                  <a:gd name="T0" fmla="*/ 78 w 156"/>
                  <a:gd name="T1" fmla="*/ 148 h 148"/>
                  <a:gd name="T2" fmla="*/ 1 w 156"/>
                  <a:gd name="T3" fmla="*/ 73 h 148"/>
                  <a:gd name="T4" fmla="*/ 78 w 156"/>
                  <a:gd name="T5" fmla="*/ 0 h 148"/>
                  <a:gd name="T6" fmla="*/ 156 w 156"/>
                  <a:gd name="T7" fmla="*/ 75 h 148"/>
                  <a:gd name="T8" fmla="*/ 78 w 156"/>
                  <a:gd name="T9" fmla="*/ 148 h 148"/>
                  <a:gd name="T10" fmla="*/ 102 w 156"/>
                  <a:gd name="T11" fmla="*/ 79 h 148"/>
                  <a:gd name="T12" fmla="*/ 102 w 156"/>
                  <a:gd name="T13" fmla="*/ 70 h 148"/>
                  <a:gd name="T14" fmla="*/ 79 w 156"/>
                  <a:gd name="T15" fmla="*/ 56 h 148"/>
                  <a:gd name="T16" fmla="*/ 57 w 156"/>
                  <a:gd name="T17" fmla="*/ 74 h 148"/>
                  <a:gd name="T18" fmla="*/ 78 w 156"/>
                  <a:gd name="T19" fmla="*/ 93 h 148"/>
                  <a:gd name="T20" fmla="*/ 102 w 156"/>
                  <a:gd name="T21" fmla="*/ 79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6" h="148">
                    <a:moveTo>
                      <a:pt x="78" y="148"/>
                    </a:moveTo>
                    <a:cubicBezTo>
                      <a:pt x="34" y="148"/>
                      <a:pt x="0" y="115"/>
                      <a:pt x="1" y="73"/>
                    </a:cubicBezTo>
                    <a:cubicBezTo>
                      <a:pt x="2" y="33"/>
                      <a:pt x="36" y="0"/>
                      <a:pt x="78" y="0"/>
                    </a:cubicBezTo>
                    <a:cubicBezTo>
                      <a:pt x="121" y="0"/>
                      <a:pt x="156" y="35"/>
                      <a:pt x="156" y="75"/>
                    </a:cubicBezTo>
                    <a:cubicBezTo>
                      <a:pt x="155" y="116"/>
                      <a:pt x="121" y="148"/>
                      <a:pt x="78" y="148"/>
                    </a:cubicBezTo>
                    <a:close/>
                    <a:moveTo>
                      <a:pt x="102" y="79"/>
                    </a:moveTo>
                    <a:cubicBezTo>
                      <a:pt x="102" y="76"/>
                      <a:pt x="102" y="73"/>
                      <a:pt x="102" y="70"/>
                    </a:cubicBezTo>
                    <a:cubicBezTo>
                      <a:pt x="94" y="65"/>
                      <a:pt x="86" y="55"/>
                      <a:pt x="79" y="56"/>
                    </a:cubicBezTo>
                    <a:cubicBezTo>
                      <a:pt x="71" y="57"/>
                      <a:pt x="64" y="68"/>
                      <a:pt x="57" y="74"/>
                    </a:cubicBezTo>
                    <a:cubicBezTo>
                      <a:pt x="64" y="81"/>
                      <a:pt x="70" y="92"/>
                      <a:pt x="78" y="93"/>
                    </a:cubicBezTo>
                    <a:cubicBezTo>
                      <a:pt x="85" y="94"/>
                      <a:pt x="94" y="84"/>
                      <a:pt x="102"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sp>
            <p:nvSpPr>
              <p:cNvPr id="811" name="Freeform 74"/>
              <p:cNvSpPr>
                <a:spLocks noEditPoints="1"/>
              </p:cNvSpPr>
              <p:nvPr/>
            </p:nvSpPr>
            <p:spPr bwMode="auto">
              <a:xfrm>
                <a:off x="1213" y="2001"/>
                <a:ext cx="201" cy="189"/>
              </a:xfrm>
              <a:custGeom>
                <a:avLst/>
                <a:gdLst>
                  <a:gd name="T0" fmla="*/ 1 w 280"/>
                  <a:gd name="T1" fmla="*/ 133 h 265"/>
                  <a:gd name="T2" fmla="*/ 140 w 280"/>
                  <a:gd name="T3" fmla="*/ 0 h 265"/>
                  <a:gd name="T4" fmla="*/ 279 w 280"/>
                  <a:gd name="T5" fmla="*/ 131 h 265"/>
                  <a:gd name="T6" fmla="*/ 141 w 280"/>
                  <a:gd name="T7" fmla="*/ 264 h 265"/>
                  <a:gd name="T8" fmla="*/ 1 w 280"/>
                  <a:gd name="T9" fmla="*/ 133 h 265"/>
                  <a:gd name="T10" fmla="*/ 139 w 280"/>
                  <a:gd name="T11" fmla="*/ 210 h 265"/>
                  <a:gd name="T12" fmla="*/ 222 w 280"/>
                  <a:gd name="T13" fmla="*/ 134 h 265"/>
                  <a:gd name="T14" fmla="*/ 141 w 280"/>
                  <a:gd name="T15" fmla="*/ 53 h 265"/>
                  <a:gd name="T16" fmla="*/ 57 w 280"/>
                  <a:gd name="T17" fmla="*/ 132 h 265"/>
                  <a:gd name="T18" fmla="*/ 139 w 280"/>
                  <a:gd name="T19" fmla="*/ 210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0" h="265">
                    <a:moveTo>
                      <a:pt x="1" y="133"/>
                    </a:moveTo>
                    <a:cubicBezTo>
                      <a:pt x="0" y="59"/>
                      <a:pt x="62" y="0"/>
                      <a:pt x="140" y="0"/>
                    </a:cubicBezTo>
                    <a:cubicBezTo>
                      <a:pt x="216" y="0"/>
                      <a:pt x="278" y="58"/>
                      <a:pt x="279" y="131"/>
                    </a:cubicBezTo>
                    <a:cubicBezTo>
                      <a:pt x="280" y="202"/>
                      <a:pt x="217" y="264"/>
                      <a:pt x="141" y="264"/>
                    </a:cubicBezTo>
                    <a:cubicBezTo>
                      <a:pt x="64" y="265"/>
                      <a:pt x="1" y="205"/>
                      <a:pt x="1" y="133"/>
                    </a:cubicBezTo>
                    <a:close/>
                    <a:moveTo>
                      <a:pt x="139" y="210"/>
                    </a:moveTo>
                    <a:cubicBezTo>
                      <a:pt x="184" y="210"/>
                      <a:pt x="221" y="177"/>
                      <a:pt x="222" y="134"/>
                    </a:cubicBezTo>
                    <a:cubicBezTo>
                      <a:pt x="223" y="90"/>
                      <a:pt x="187" y="54"/>
                      <a:pt x="141" y="53"/>
                    </a:cubicBezTo>
                    <a:cubicBezTo>
                      <a:pt x="95" y="53"/>
                      <a:pt x="57" y="89"/>
                      <a:pt x="57" y="132"/>
                    </a:cubicBezTo>
                    <a:cubicBezTo>
                      <a:pt x="57" y="175"/>
                      <a:pt x="93" y="210"/>
                      <a:pt x="139" y="2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09585" rtl="0" eaLnBrk="1" fontAlgn="auto" latinLnBrk="0" hangingPunct="0">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Calibri"/>
                  <a:sym typeface="Calibri"/>
                </a:endParaRPr>
              </a:p>
            </p:txBody>
          </p:sp>
        </p:grpSp>
      </p:grpSp>
      <p:sp>
        <p:nvSpPr>
          <p:cNvPr id="22" name="Title 21"/>
          <p:cNvSpPr>
            <a:spLocks noGrp="1"/>
          </p:cNvSpPr>
          <p:nvPr>
            <p:ph type="title" hasCustomPrompt="1"/>
          </p:nvPr>
        </p:nvSpPr>
        <p:spPr>
          <a:xfrm>
            <a:off x="509273" y="360819"/>
            <a:ext cx="4957031" cy="1562941"/>
          </a:xfrm>
          <a:prstGeom prst="rect">
            <a:avLst/>
          </a:prstGeom>
        </p:spPr>
        <p:txBody>
          <a:bodyPr vert="horz"/>
          <a:lstStyle>
            <a:lvl1pPr algn="l">
              <a:defRPr>
                <a:solidFill>
                  <a:srgbClr val="00A1E2"/>
                </a:solidFill>
              </a:defRPr>
            </a:lvl1pPr>
          </a:lstStyle>
          <a:p>
            <a:r>
              <a:rPr lang="en-US"/>
              <a:t>CLICK TO EDIT MASTER TITLE STYLE</a:t>
            </a:r>
          </a:p>
        </p:txBody>
      </p:sp>
      <p:pic>
        <p:nvPicPr>
          <p:cNvPr id="813" name="Picture 81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83677" y="6006895"/>
            <a:ext cx="599329" cy="599831"/>
          </a:xfrm>
          <a:prstGeom prst="rect">
            <a:avLst/>
          </a:prstGeom>
        </p:spPr>
      </p:pic>
    </p:spTree>
    <p:extLst>
      <p:ext uri="{BB962C8B-B14F-4D97-AF65-F5344CB8AC3E}">
        <p14:creationId xmlns:p14="http://schemas.microsoft.com/office/powerpoint/2010/main" val="2479039745"/>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8_Custom Layout">
    <p:spTree>
      <p:nvGrpSpPr>
        <p:cNvPr id="1" name=""/>
        <p:cNvGrpSpPr/>
        <p:nvPr/>
      </p:nvGrpSpPr>
      <p:grpSpPr>
        <a:xfrm>
          <a:off x="0" y="0"/>
          <a:ext cx="0" cy="0"/>
          <a:chOff x="0" y="0"/>
          <a:chExt cx="0" cy="0"/>
        </a:xfrm>
      </p:grpSpPr>
      <p:sp>
        <p:nvSpPr>
          <p:cNvPr id="24" name="Shape 40"/>
          <p:cNvSpPr>
            <a:spLocks noGrp="1"/>
          </p:cNvSpPr>
          <p:nvPr>
            <p:ph type="title" hasCustomPrompt="1"/>
          </p:nvPr>
        </p:nvSpPr>
        <p:spPr>
          <a:xfrm>
            <a:off x="1405723" y="1716478"/>
            <a:ext cx="4233863" cy="908189"/>
          </a:xfrm>
          <a:prstGeom prst="rect">
            <a:avLst/>
          </a:prstGeom>
        </p:spPr>
        <p:txBody>
          <a:bodyPr anchor="ctr">
            <a:noAutofit/>
          </a:bodyPr>
          <a:lstStyle>
            <a:lvl1pPr algn="l">
              <a:defRPr sz="2667">
                <a:solidFill>
                  <a:srgbClr val="00A1E2"/>
                </a:solidFill>
              </a:defRPr>
            </a:lvl1pPr>
          </a:lstStyle>
          <a:p>
            <a:r>
              <a:rPr lang="en-US"/>
              <a:t>TITLE TEXT</a:t>
            </a:r>
          </a:p>
        </p:txBody>
      </p:sp>
      <p:sp>
        <p:nvSpPr>
          <p:cNvPr id="25" name="Text Placeholder 2"/>
          <p:cNvSpPr txBox="1">
            <a:spLocks/>
          </p:cNvSpPr>
          <p:nvPr userDrawn="1"/>
        </p:nvSpPr>
        <p:spPr>
          <a:xfrm>
            <a:off x="519600" y="6147181"/>
            <a:ext cx="8033033" cy="507664"/>
          </a:xfrm>
          <a:prstGeom prst="rect">
            <a:avLst/>
          </a:prstGeom>
        </p:spPr>
        <p:txBody>
          <a:bodyPr anchor="t">
            <a:noAutofit/>
          </a:bodyPr>
          <a:lstStyle>
            <a:lvl1pPr marL="0" indent="0" algn="just" defTabSz="914400" rtl="0" eaLnBrk="1" latinLnBrk="0" hangingPunct="1">
              <a:lnSpc>
                <a:spcPct val="95000"/>
              </a:lnSpc>
              <a:spcBef>
                <a:spcPts val="0"/>
              </a:spcBef>
              <a:spcAft>
                <a:spcPts val="0"/>
              </a:spcAft>
              <a:buClr>
                <a:schemeClr val="accent1"/>
              </a:buClr>
              <a:buFont typeface="Arial" pitchFamily="34" charset="0"/>
              <a:buNone/>
              <a:defRPr sz="500" b="1" kern="1200" spc="-20" baseline="0">
                <a:solidFill>
                  <a:schemeClr val="bg1"/>
                </a:solidFill>
                <a:latin typeface="Arial" pitchFamily="34" charset="0"/>
                <a:ea typeface="+mn-ea"/>
                <a:cs typeface="Arial" pitchFamily="34" charset="0"/>
              </a:defRPr>
            </a:lvl1pPr>
            <a:lvl2pPr marL="457200" indent="0" algn="l" defTabSz="914400" rtl="0" eaLnBrk="1" latinLnBrk="0" hangingPunct="1">
              <a:lnSpc>
                <a:spcPct val="110000"/>
              </a:lnSpc>
              <a:spcBef>
                <a:spcPts val="600"/>
              </a:spcBef>
              <a:spcAft>
                <a:spcPts val="600"/>
              </a:spcAft>
              <a:buClr>
                <a:schemeClr val="accent1"/>
              </a:buClr>
              <a:buFont typeface="Arial" pitchFamily="34" charset="0"/>
              <a:buNone/>
              <a:defRPr sz="1800" kern="1200">
                <a:solidFill>
                  <a:schemeClr val="tx1">
                    <a:tint val="75000"/>
                  </a:schemeClr>
                </a:solidFill>
                <a:latin typeface="Arial" pitchFamily="34" charset="0"/>
                <a:ea typeface="+mn-ea"/>
                <a:cs typeface="Arial" pitchFamily="34" charset="0"/>
              </a:defRPr>
            </a:lvl2pPr>
            <a:lvl3pPr marL="914400" indent="0" algn="l" defTabSz="914400" rtl="0" eaLnBrk="1" latinLnBrk="0" hangingPunct="1">
              <a:lnSpc>
                <a:spcPct val="110000"/>
              </a:lnSpc>
              <a:spcBef>
                <a:spcPts val="600"/>
              </a:spcBef>
              <a:spcAft>
                <a:spcPts val="600"/>
              </a:spcAft>
              <a:buClr>
                <a:schemeClr val="accent1"/>
              </a:buClr>
              <a:buFont typeface="Arial" pitchFamily="34" charset="0"/>
              <a:buNone/>
              <a:defRPr sz="1600" kern="1200">
                <a:solidFill>
                  <a:schemeClr val="tx1">
                    <a:tint val="75000"/>
                  </a:schemeClr>
                </a:solidFill>
                <a:latin typeface="Arial" pitchFamily="34" charset="0"/>
                <a:ea typeface="+mn-ea"/>
                <a:cs typeface="Arial" pitchFamily="34" charset="0"/>
              </a:defRPr>
            </a:lvl3pPr>
            <a:lvl4pPr marL="13716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4pPr>
            <a:lvl5pPr marL="18288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pPr>
              <a:lnSpc>
                <a:spcPct val="100000"/>
              </a:lnSpc>
            </a:pPr>
            <a:r>
              <a:rPr lang="en-US" sz="667">
                <a:solidFill>
                  <a:schemeClr val="tx2">
                    <a:lumMod val="50000"/>
                  </a:schemeClr>
                </a:solidFill>
              </a:rPr>
              <a:t>© 2019 Infosys Limited, Bengaluru, India. All Rights Reserved. Infosys believes the information in this document is accurate as of its publication date; such information is subject to change without notice. Infosys acknowledges the proprietary rights of other companies to the trademarks, product names and such other intellectual property rights mentioned in this document. Except as expressly permitted, neither this documentation nor any part of it may be reproduced, stored in a retrieval system, or transmitted in any form or by any means, electronic, mechanical, printing, photocopying, recording or otherwise, without the prior permission of Infosys Limited and/ or any named intellectual property rights holders under this document.</a:t>
            </a:r>
          </a:p>
        </p:txBody>
      </p:sp>
      <p:pic>
        <p:nvPicPr>
          <p:cNvPr id="26" name="Picture 25"/>
          <p:cNvPicPr>
            <a:picLocks noChangeAspect="1"/>
          </p:cNvPicPr>
          <p:nvPr userDrawn="1"/>
        </p:nvPicPr>
        <p:blipFill>
          <a:blip r:embed="rId2"/>
          <a:stretch>
            <a:fillRect/>
          </a:stretch>
        </p:blipFill>
        <p:spPr>
          <a:xfrm>
            <a:off x="10713113" y="6015481"/>
            <a:ext cx="1212887" cy="620353"/>
          </a:xfrm>
          <a:prstGeom prst="rect">
            <a:avLst/>
          </a:prstGeom>
        </p:spPr>
      </p:pic>
      <p:grpSp>
        <p:nvGrpSpPr>
          <p:cNvPr id="37" name="Group 36"/>
          <p:cNvGrpSpPr/>
          <p:nvPr userDrawn="1"/>
        </p:nvGrpSpPr>
        <p:grpSpPr>
          <a:xfrm>
            <a:off x="-11894" y="2832016"/>
            <a:ext cx="12215771" cy="1153909"/>
            <a:chOff x="-8920" y="2124012"/>
            <a:chExt cx="9161828" cy="865432"/>
          </a:xfrm>
          <a:solidFill>
            <a:srgbClr val="00A1E2"/>
          </a:solidFill>
        </p:grpSpPr>
        <p:sp>
          <p:nvSpPr>
            <p:cNvPr id="38"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pPr lvl="0"/>
              <a:endParaRPr sz="2400"/>
            </a:p>
          </p:txBody>
        </p:sp>
        <p:sp>
          <p:nvSpPr>
            <p:cNvPr id="39"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grpFill/>
          </p:spPr>
          <p:txBody>
            <a:bodyPr wrap="square" lIns="0" tIns="0" rIns="0" bIns="0" rtlCol="0"/>
            <a:lstStyle/>
            <a:p>
              <a:pPr lvl="0"/>
              <a:endParaRPr sz="2400"/>
            </a:p>
          </p:txBody>
        </p:sp>
        <p:sp>
          <p:nvSpPr>
            <p:cNvPr id="41"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pPr lvl="0"/>
              <a:endParaRPr sz="2400"/>
            </a:p>
          </p:txBody>
        </p:sp>
        <p:sp>
          <p:nvSpPr>
            <p:cNvPr id="42"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pPr lvl="0"/>
              <a:endParaRPr sz="2400"/>
            </a:p>
          </p:txBody>
        </p:sp>
        <p:sp>
          <p:nvSpPr>
            <p:cNvPr id="43"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pPr lvl="0"/>
              <a:endParaRPr sz="2400"/>
            </a:p>
          </p:txBody>
        </p:sp>
        <p:sp>
          <p:nvSpPr>
            <p:cNvPr id="44"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pPr lvl="0"/>
              <a:endParaRPr sz="2400"/>
            </a:p>
          </p:txBody>
        </p:sp>
        <p:sp>
          <p:nvSpPr>
            <p:cNvPr id="45"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pPr lvl="0"/>
              <a:endParaRPr sz="2400"/>
            </a:p>
          </p:txBody>
        </p:sp>
        <p:sp>
          <p:nvSpPr>
            <p:cNvPr id="46"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pPr lvl="0"/>
              <a:endParaRPr sz="2400"/>
            </a:p>
          </p:txBody>
        </p:sp>
        <p:sp>
          <p:nvSpPr>
            <p:cNvPr id="47"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pPr lvl="0"/>
              <a:endParaRPr sz="2400"/>
            </a:p>
          </p:txBody>
        </p:sp>
        <p:sp>
          <p:nvSpPr>
            <p:cNvPr id="48"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pPr lvl="0"/>
              <a:endParaRPr sz="2400"/>
            </a:p>
          </p:txBody>
        </p:sp>
        <p:sp>
          <p:nvSpPr>
            <p:cNvPr id="49"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pPr lvl="0"/>
              <a:endParaRPr sz="2400"/>
            </a:p>
          </p:txBody>
        </p:sp>
        <p:sp>
          <p:nvSpPr>
            <p:cNvPr id="50"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pPr lvl="0"/>
              <a:endParaRPr sz="2400"/>
            </a:p>
          </p:txBody>
        </p:sp>
        <p:sp>
          <p:nvSpPr>
            <p:cNvPr id="51"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pPr lvl="0"/>
              <a:endParaRPr sz="2400"/>
            </a:p>
          </p:txBody>
        </p:sp>
        <p:sp>
          <p:nvSpPr>
            <p:cNvPr id="52"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pPr lvl="0"/>
              <a:endParaRPr sz="2400"/>
            </a:p>
          </p:txBody>
        </p:sp>
        <p:sp>
          <p:nvSpPr>
            <p:cNvPr id="53"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pPr lvl="0"/>
              <a:endParaRPr sz="2400"/>
            </a:p>
          </p:txBody>
        </p:sp>
        <p:sp>
          <p:nvSpPr>
            <p:cNvPr id="54"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pPr lvl="0"/>
              <a:endParaRPr sz="2400"/>
            </a:p>
          </p:txBody>
        </p:sp>
        <p:sp>
          <p:nvSpPr>
            <p:cNvPr id="55"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pPr lvl="0"/>
              <a:endParaRPr sz="2400"/>
            </a:p>
          </p:txBody>
        </p:sp>
        <p:sp>
          <p:nvSpPr>
            <p:cNvPr id="56"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pPr lvl="0"/>
              <a:endParaRPr sz="2400"/>
            </a:p>
          </p:txBody>
        </p:sp>
      </p:grpSp>
    </p:spTree>
    <p:extLst>
      <p:ext uri="{BB962C8B-B14F-4D97-AF65-F5344CB8AC3E}">
        <p14:creationId xmlns:p14="http://schemas.microsoft.com/office/powerpoint/2010/main" val="161276910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7" Type="http://schemas.openxmlformats.org/officeDocument/2006/relationships/image" Target="../media/image2.png"/><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1.emf"/><Relationship Id="rId5" Type="http://schemas.openxmlformats.org/officeDocument/2006/relationships/theme" Target="../theme/theme2.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object 20"/>
          <p:cNvSpPr/>
          <p:nvPr/>
        </p:nvSpPr>
        <p:spPr>
          <a:xfrm>
            <a:off x="12064943" y="2832016"/>
            <a:ext cx="138935" cy="1153909"/>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474747"/>
          </a:solidFill>
        </p:spPr>
        <p:txBody>
          <a:bodyPr wrap="square" lIns="0" tIns="0" rIns="0" bIns="0" rtlCol="0"/>
          <a:lstStyle/>
          <a:p>
            <a:endParaRPr sz="2400"/>
          </a:p>
        </p:txBody>
      </p:sp>
      <p:sp>
        <p:nvSpPr>
          <p:cNvPr id="6" name="object 9"/>
          <p:cNvSpPr/>
          <p:nvPr/>
        </p:nvSpPr>
        <p:spPr>
          <a:xfrm>
            <a:off x="-11893" y="2832016"/>
            <a:ext cx="138935" cy="1153909"/>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474747"/>
          </a:solidFill>
        </p:spPr>
        <p:txBody>
          <a:bodyPr wrap="square" lIns="0" tIns="0" rIns="0" bIns="0" rtlCol="0"/>
          <a:lstStyle/>
          <a:p>
            <a:endParaRPr sz="2400"/>
          </a:p>
        </p:txBody>
      </p:sp>
      <p:sp>
        <p:nvSpPr>
          <p:cNvPr id="7" name="Rectangle 6"/>
          <p:cNvSpPr/>
          <p:nvPr/>
        </p:nvSpPr>
        <p:spPr>
          <a:xfrm flipH="1">
            <a:off x="522513" y="6784343"/>
            <a:ext cx="11681361" cy="130367"/>
          </a:xfrm>
          <a:prstGeom prst="rect">
            <a:avLst/>
          </a:prstGeom>
          <a:solidFill>
            <a:srgbClr val="474747"/>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sp>
        <p:nvSpPr>
          <p:cNvPr id="8" name="Rectangle 7"/>
          <p:cNvSpPr/>
          <p:nvPr/>
        </p:nvSpPr>
        <p:spPr>
          <a:xfrm>
            <a:off x="1" y="6784342"/>
            <a:ext cx="3788228" cy="130367"/>
          </a:xfrm>
          <a:prstGeom prst="rect">
            <a:avLst/>
          </a:prstGeom>
          <a:solidFill>
            <a:schemeClr val="accent5"/>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sp>
        <p:nvSpPr>
          <p:cNvPr id="10" name="Shape 42"/>
          <p:cNvSpPr>
            <a:spLocks noGrp="1"/>
          </p:cNvSpPr>
          <p:nvPr>
            <p:ph type="sldNum" sz="quarter" idx="4"/>
          </p:nvPr>
        </p:nvSpPr>
        <p:spPr>
          <a:xfrm>
            <a:off x="5783810" y="6340177"/>
            <a:ext cx="624383" cy="372535"/>
          </a:xfrm>
          <a:prstGeom prst="rect">
            <a:avLst/>
          </a:prstGeom>
        </p:spPr>
        <p:txBody>
          <a:bodyPr/>
          <a:lstStyle>
            <a:lvl1pPr algn="ctr">
              <a:defRPr sz="1333">
                <a:solidFill>
                  <a:schemeClr val="tx1"/>
                </a:solidFill>
                <a:latin typeface="Arial" panose="020B0604020202020204" pitchFamily="34" charset="0"/>
                <a:cs typeface="Arial" panose="020B0604020202020204" pitchFamily="34" charset="0"/>
              </a:defRPr>
            </a:lvl1pPr>
          </a:lstStyle>
          <a:p>
            <a:fld id="{5AEAC5AE-0824-4CFC-8DC9-0F8631CD6CF7}" type="slidenum">
              <a:rPr lang="en-US" smtClean="0"/>
              <a:pPr/>
              <a:t>‹#›</a:t>
            </a:fld>
            <a:endParaRPr lang="en-US"/>
          </a:p>
        </p:txBody>
      </p:sp>
      <p:pic>
        <p:nvPicPr>
          <p:cNvPr id="9" name="Picture 8"/>
          <p:cNvPicPr>
            <a:picLocks noChangeAspect="1"/>
          </p:cNvPicPr>
          <p:nvPr/>
        </p:nvPicPr>
        <p:blipFill>
          <a:blip r:embed="rId8"/>
          <a:stretch>
            <a:fillRect/>
          </a:stretch>
        </p:blipFill>
        <p:spPr>
          <a:xfrm>
            <a:off x="11119113" y="6229235"/>
            <a:ext cx="1015296" cy="519292"/>
          </a:xfrm>
          <a:prstGeom prst="rect">
            <a:avLst/>
          </a:prstGeom>
        </p:spPr>
      </p:pic>
      <p:pic>
        <p:nvPicPr>
          <p:cNvPr id="11" name="Picture 2" descr="Image result for p&amp;g logo transparent"/>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7573" y="6396241"/>
            <a:ext cx="784939" cy="342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08632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6" r:id="rId4"/>
    <p:sldLayoutId id="2147483674" r:id="rId5"/>
    <p:sldLayoutId id="2147483675" r:id="rId6"/>
  </p:sldLayoutIdLst>
  <p:transition spd="med"/>
  <p:txStyles>
    <p:titleStyle>
      <a:lvl1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1pPr>
      <a:lvl2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2pPr>
      <a:lvl3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3pPr>
      <a:lvl4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4pPr>
      <a:lvl5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5pPr>
      <a:lvl6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6pPr>
      <a:lvl7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7pPr>
      <a:lvl8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8pPr>
      <a:lvl9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9pPr>
    </p:titleStyle>
    <p:bodyStyle>
      <a:lvl1pPr marL="457189" marR="0" indent="-457189"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1pPr>
      <a:lvl2pPr marL="1045002" marR="0" indent="-435417"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2pPr>
      <a:lvl3pPr marL="1625559" marR="0" indent="-406390"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3pPr>
      <a:lvl4pPr marL="2316422" marR="0" indent="-487668"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4pPr>
      <a:lvl5pPr marL="2926007" marR="0" indent="-487668"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5pPr>
      <a:lvl6pPr marL="3535592" marR="0" indent="-487668"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6pPr>
      <a:lvl7pPr marL="4145176" marR="0" indent="-487668"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7pPr>
      <a:lvl8pPr marL="4754760" marR="0" indent="-487666"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8pPr>
      <a:lvl9pPr marL="5364345" marR="0" indent="-487666"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9pPr>
    </p:bodyStyle>
    <p:otherStyle>
      <a:lvl1pPr marL="0" marR="0" indent="0" algn="r" defTabSz="609585" rtl="0" latinLnBrk="0">
        <a:lnSpc>
          <a:spcPct val="100000"/>
        </a:lnSpc>
        <a:spcBef>
          <a:spcPts val="0"/>
        </a:spcBef>
        <a:spcAft>
          <a:spcPts val="0"/>
        </a:spcAft>
        <a:buClrTx/>
        <a:buSzTx/>
        <a:buFontTx/>
        <a:buNone/>
        <a:tabLst/>
        <a:defRPr sz="1600" b="0" i="0" u="none" strike="noStrike" cap="none" spc="0" baseline="0">
          <a:ln>
            <a:noFill/>
          </a:ln>
          <a:solidFill>
            <a:schemeClr val="tx1"/>
          </a:solidFill>
          <a:uFillTx/>
          <a:latin typeface="+mn-lt"/>
          <a:ea typeface="+mn-ea"/>
          <a:cs typeface="+mn-cs"/>
          <a:sym typeface="Calibri"/>
        </a:defRPr>
      </a:lvl1pPr>
      <a:lvl2pPr marL="0" marR="0" indent="609585" algn="r" defTabSz="609585" rtl="0" latinLnBrk="0">
        <a:lnSpc>
          <a:spcPct val="100000"/>
        </a:lnSpc>
        <a:spcBef>
          <a:spcPts val="0"/>
        </a:spcBef>
        <a:spcAft>
          <a:spcPts val="0"/>
        </a:spcAft>
        <a:buClrTx/>
        <a:buSzTx/>
        <a:buFontTx/>
        <a:buNone/>
        <a:tabLst/>
        <a:defRPr sz="1600" b="0" i="0" u="none" strike="noStrike" cap="none" spc="0" baseline="0">
          <a:ln>
            <a:noFill/>
          </a:ln>
          <a:solidFill>
            <a:schemeClr val="tx1"/>
          </a:solidFill>
          <a:uFillTx/>
          <a:latin typeface="+mn-lt"/>
          <a:ea typeface="+mn-ea"/>
          <a:cs typeface="+mn-cs"/>
          <a:sym typeface="Calibri"/>
        </a:defRPr>
      </a:lvl2pPr>
      <a:lvl3pPr marL="0" marR="0" indent="1219170" algn="r" defTabSz="609585" rtl="0" latinLnBrk="0">
        <a:lnSpc>
          <a:spcPct val="100000"/>
        </a:lnSpc>
        <a:spcBef>
          <a:spcPts val="0"/>
        </a:spcBef>
        <a:spcAft>
          <a:spcPts val="0"/>
        </a:spcAft>
        <a:buClrTx/>
        <a:buSzTx/>
        <a:buFontTx/>
        <a:buNone/>
        <a:tabLst/>
        <a:defRPr sz="1600" b="0" i="0" u="none" strike="noStrike" cap="none" spc="0" baseline="0">
          <a:ln>
            <a:noFill/>
          </a:ln>
          <a:solidFill>
            <a:schemeClr val="tx1"/>
          </a:solidFill>
          <a:uFillTx/>
          <a:latin typeface="+mn-lt"/>
          <a:ea typeface="+mn-ea"/>
          <a:cs typeface="+mn-cs"/>
          <a:sym typeface="Calibri"/>
        </a:defRPr>
      </a:lvl3pPr>
      <a:lvl4pPr marL="0" marR="0" indent="1828754" algn="r" defTabSz="609585" rtl="0" latinLnBrk="0">
        <a:lnSpc>
          <a:spcPct val="100000"/>
        </a:lnSpc>
        <a:spcBef>
          <a:spcPts val="0"/>
        </a:spcBef>
        <a:spcAft>
          <a:spcPts val="0"/>
        </a:spcAft>
        <a:buClrTx/>
        <a:buSzTx/>
        <a:buFontTx/>
        <a:buNone/>
        <a:tabLst/>
        <a:defRPr sz="1600" b="0" i="0" u="none" strike="noStrike" cap="none" spc="0" baseline="0">
          <a:ln>
            <a:noFill/>
          </a:ln>
          <a:solidFill>
            <a:schemeClr val="tx1"/>
          </a:solidFill>
          <a:uFillTx/>
          <a:latin typeface="+mn-lt"/>
          <a:ea typeface="+mn-ea"/>
          <a:cs typeface="+mn-cs"/>
          <a:sym typeface="Calibri"/>
        </a:defRPr>
      </a:lvl4pPr>
      <a:lvl5pPr marL="0" marR="0" indent="2438339" algn="r" defTabSz="609585" rtl="0" latinLnBrk="0">
        <a:lnSpc>
          <a:spcPct val="100000"/>
        </a:lnSpc>
        <a:spcBef>
          <a:spcPts val="0"/>
        </a:spcBef>
        <a:spcAft>
          <a:spcPts val="0"/>
        </a:spcAft>
        <a:buClrTx/>
        <a:buSzTx/>
        <a:buFontTx/>
        <a:buNone/>
        <a:tabLst/>
        <a:defRPr sz="1600" b="0" i="0" u="none" strike="noStrike" cap="none" spc="0" baseline="0">
          <a:ln>
            <a:noFill/>
          </a:ln>
          <a:solidFill>
            <a:schemeClr val="tx1"/>
          </a:solidFill>
          <a:uFillTx/>
          <a:latin typeface="+mn-lt"/>
          <a:ea typeface="+mn-ea"/>
          <a:cs typeface="+mn-cs"/>
          <a:sym typeface="Calibri"/>
        </a:defRPr>
      </a:lvl5pPr>
      <a:lvl6pPr marL="0" marR="0" indent="3047924" algn="r" defTabSz="609585" rtl="0" latinLnBrk="0">
        <a:lnSpc>
          <a:spcPct val="100000"/>
        </a:lnSpc>
        <a:spcBef>
          <a:spcPts val="0"/>
        </a:spcBef>
        <a:spcAft>
          <a:spcPts val="0"/>
        </a:spcAft>
        <a:buClrTx/>
        <a:buSzTx/>
        <a:buFontTx/>
        <a:buNone/>
        <a:tabLst/>
        <a:defRPr sz="1600" b="0" i="0" u="none" strike="noStrike" cap="none" spc="0" baseline="0">
          <a:ln>
            <a:noFill/>
          </a:ln>
          <a:solidFill>
            <a:schemeClr val="tx1"/>
          </a:solidFill>
          <a:uFillTx/>
          <a:latin typeface="+mn-lt"/>
          <a:ea typeface="+mn-ea"/>
          <a:cs typeface="+mn-cs"/>
          <a:sym typeface="Calibri"/>
        </a:defRPr>
      </a:lvl6pPr>
      <a:lvl7pPr marL="0" marR="0" indent="3657509" algn="r" defTabSz="609585" rtl="0" latinLnBrk="0">
        <a:lnSpc>
          <a:spcPct val="100000"/>
        </a:lnSpc>
        <a:spcBef>
          <a:spcPts val="0"/>
        </a:spcBef>
        <a:spcAft>
          <a:spcPts val="0"/>
        </a:spcAft>
        <a:buClrTx/>
        <a:buSzTx/>
        <a:buFontTx/>
        <a:buNone/>
        <a:tabLst/>
        <a:defRPr sz="1600" b="0" i="0" u="none" strike="noStrike" cap="none" spc="0" baseline="0">
          <a:ln>
            <a:noFill/>
          </a:ln>
          <a:solidFill>
            <a:schemeClr val="tx1"/>
          </a:solidFill>
          <a:uFillTx/>
          <a:latin typeface="+mn-lt"/>
          <a:ea typeface="+mn-ea"/>
          <a:cs typeface="+mn-cs"/>
          <a:sym typeface="Calibri"/>
        </a:defRPr>
      </a:lvl7pPr>
      <a:lvl8pPr marL="0" marR="0" indent="4267093" algn="r" defTabSz="609585" rtl="0" latinLnBrk="0">
        <a:lnSpc>
          <a:spcPct val="100000"/>
        </a:lnSpc>
        <a:spcBef>
          <a:spcPts val="0"/>
        </a:spcBef>
        <a:spcAft>
          <a:spcPts val="0"/>
        </a:spcAft>
        <a:buClrTx/>
        <a:buSzTx/>
        <a:buFontTx/>
        <a:buNone/>
        <a:tabLst/>
        <a:defRPr sz="1600" b="0" i="0" u="none" strike="noStrike" cap="none" spc="0" baseline="0">
          <a:ln>
            <a:noFill/>
          </a:ln>
          <a:solidFill>
            <a:schemeClr val="tx1"/>
          </a:solidFill>
          <a:uFillTx/>
          <a:latin typeface="+mn-lt"/>
          <a:ea typeface="+mn-ea"/>
          <a:cs typeface="+mn-cs"/>
          <a:sym typeface="Calibri"/>
        </a:defRPr>
      </a:lvl8pPr>
      <a:lvl9pPr marL="0" marR="0" indent="4876678" algn="r" defTabSz="609585" rtl="0" latinLnBrk="0">
        <a:lnSpc>
          <a:spcPct val="100000"/>
        </a:lnSpc>
        <a:spcBef>
          <a:spcPts val="0"/>
        </a:spcBef>
        <a:spcAft>
          <a:spcPts val="0"/>
        </a:spcAft>
        <a:buClrTx/>
        <a:buSzTx/>
        <a:buFontTx/>
        <a:buNone/>
        <a:tabLst/>
        <a:defRPr sz="1600" b="0" i="0" u="none" strike="noStrike" cap="none" spc="0" baseline="0">
          <a:ln>
            <a:noFill/>
          </a:ln>
          <a:solidFill>
            <a:schemeClr val="tx1"/>
          </a:solidFill>
          <a:uFillTx/>
          <a:latin typeface="+mn-lt"/>
          <a:ea typeface="+mn-ea"/>
          <a:cs typeface="+mn-cs"/>
          <a:sym typeface="Calibri"/>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object 20"/>
          <p:cNvSpPr/>
          <p:nvPr/>
        </p:nvSpPr>
        <p:spPr>
          <a:xfrm>
            <a:off x="12064943" y="2832016"/>
            <a:ext cx="138935" cy="1153909"/>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474747"/>
          </a:solidFill>
        </p:spPr>
        <p:txBody>
          <a:bodyPr wrap="square" lIns="0" tIns="0" rIns="0" bIns="0" rtlCol="0"/>
          <a:lstStyle/>
          <a:p>
            <a:endParaRPr sz="2400"/>
          </a:p>
        </p:txBody>
      </p:sp>
      <p:sp>
        <p:nvSpPr>
          <p:cNvPr id="6" name="object 9"/>
          <p:cNvSpPr/>
          <p:nvPr/>
        </p:nvSpPr>
        <p:spPr>
          <a:xfrm>
            <a:off x="-11893" y="2832016"/>
            <a:ext cx="138935" cy="1153909"/>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474747"/>
          </a:solidFill>
        </p:spPr>
        <p:txBody>
          <a:bodyPr wrap="square" lIns="0" tIns="0" rIns="0" bIns="0" rtlCol="0"/>
          <a:lstStyle/>
          <a:p>
            <a:endParaRPr sz="2400"/>
          </a:p>
        </p:txBody>
      </p:sp>
      <p:sp>
        <p:nvSpPr>
          <p:cNvPr id="7" name="Rectangle 6"/>
          <p:cNvSpPr/>
          <p:nvPr/>
        </p:nvSpPr>
        <p:spPr>
          <a:xfrm flipH="1">
            <a:off x="522513" y="6784343"/>
            <a:ext cx="11681361" cy="130367"/>
          </a:xfrm>
          <a:prstGeom prst="rect">
            <a:avLst/>
          </a:prstGeom>
          <a:solidFill>
            <a:srgbClr val="474747"/>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sp>
        <p:nvSpPr>
          <p:cNvPr id="8" name="Rectangle 7"/>
          <p:cNvSpPr/>
          <p:nvPr/>
        </p:nvSpPr>
        <p:spPr>
          <a:xfrm>
            <a:off x="1" y="6784342"/>
            <a:ext cx="3788228" cy="130367"/>
          </a:xfrm>
          <a:prstGeom prst="rect">
            <a:avLst/>
          </a:prstGeom>
          <a:solidFill>
            <a:schemeClr val="accent5"/>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marL="0" marR="0" indent="0" algn="l" defTabSz="609585"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000000"/>
              </a:solidFill>
              <a:effectLst/>
              <a:uFillTx/>
              <a:latin typeface="+mn-lt"/>
              <a:ea typeface="+mn-ea"/>
              <a:cs typeface="+mn-cs"/>
              <a:sym typeface="Calibri"/>
            </a:endParaRPr>
          </a:p>
        </p:txBody>
      </p:sp>
      <p:sp>
        <p:nvSpPr>
          <p:cNvPr id="10" name="Shape 42"/>
          <p:cNvSpPr>
            <a:spLocks noGrp="1"/>
          </p:cNvSpPr>
          <p:nvPr>
            <p:ph type="sldNum" sz="quarter" idx="4"/>
          </p:nvPr>
        </p:nvSpPr>
        <p:spPr>
          <a:xfrm>
            <a:off x="5783810" y="6340177"/>
            <a:ext cx="624383" cy="372535"/>
          </a:xfrm>
          <a:prstGeom prst="rect">
            <a:avLst/>
          </a:prstGeom>
        </p:spPr>
        <p:txBody>
          <a:bodyPr/>
          <a:lstStyle>
            <a:lvl1pPr algn="ctr">
              <a:defRPr sz="1333">
                <a:solidFill>
                  <a:schemeClr val="tx1"/>
                </a:solidFill>
                <a:latin typeface="Arial" panose="020B0604020202020204" pitchFamily="34" charset="0"/>
                <a:cs typeface="Arial" panose="020B0604020202020204" pitchFamily="34" charset="0"/>
              </a:defRPr>
            </a:lvl1pPr>
          </a:lstStyle>
          <a:p>
            <a:fld id="{5AEAC5AE-0824-4CFC-8DC9-0F8631CD6CF7}" type="slidenum">
              <a:rPr lang="en-US" smtClean="0"/>
              <a:pPr/>
              <a:t>‹#›</a:t>
            </a:fld>
            <a:endParaRPr lang="en-US"/>
          </a:p>
        </p:txBody>
      </p:sp>
      <p:pic>
        <p:nvPicPr>
          <p:cNvPr id="9" name="Picture 8"/>
          <p:cNvPicPr>
            <a:picLocks noChangeAspect="1"/>
          </p:cNvPicPr>
          <p:nvPr/>
        </p:nvPicPr>
        <p:blipFill>
          <a:blip r:embed="rId6"/>
          <a:stretch>
            <a:fillRect/>
          </a:stretch>
        </p:blipFill>
        <p:spPr>
          <a:xfrm>
            <a:off x="11119113" y="6229235"/>
            <a:ext cx="1015296" cy="519292"/>
          </a:xfrm>
          <a:prstGeom prst="rect">
            <a:avLst/>
          </a:prstGeom>
        </p:spPr>
      </p:pic>
      <p:pic>
        <p:nvPicPr>
          <p:cNvPr id="11" name="Picture 2" descr="Image result for p&amp;g logo transparent"/>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7573" y="6396241"/>
            <a:ext cx="784939" cy="342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3410546"/>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2" r:id="rId3"/>
    <p:sldLayoutId id="2147483673" r:id="rId4"/>
  </p:sldLayoutIdLst>
  <p:transition spd="med"/>
  <p:txStyles>
    <p:titleStyle>
      <a:lvl1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1pPr>
      <a:lvl2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2pPr>
      <a:lvl3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3pPr>
      <a:lvl4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4pPr>
      <a:lvl5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5pPr>
      <a:lvl6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6pPr>
      <a:lvl7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7pPr>
      <a:lvl8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8pPr>
      <a:lvl9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9pPr>
    </p:titleStyle>
    <p:bodyStyle>
      <a:lvl1pPr marL="457189" marR="0" indent="-457189"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1pPr>
      <a:lvl2pPr marL="1045002" marR="0" indent="-435417"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2pPr>
      <a:lvl3pPr marL="1625559" marR="0" indent="-406390"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3pPr>
      <a:lvl4pPr marL="2316422" marR="0" indent="-487668"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4pPr>
      <a:lvl5pPr marL="2926007" marR="0" indent="-487668"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5pPr>
      <a:lvl6pPr marL="3535592" marR="0" indent="-487668"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6pPr>
      <a:lvl7pPr marL="4145176" marR="0" indent="-487668"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7pPr>
      <a:lvl8pPr marL="4754760" marR="0" indent="-487666"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8pPr>
      <a:lvl9pPr marL="5364345" marR="0" indent="-487666" algn="l" defTabSz="609585"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9pPr>
    </p:bodyStyle>
    <p:otherStyle>
      <a:lvl1pPr marL="0" marR="0" indent="0" algn="r" defTabSz="609585" rtl="0" latinLnBrk="0">
        <a:lnSpc>
          <a:spcPct val="100000"/>
        </a:lnSpc>
        <a:spcBef>
          <a:spcPts val="0"/>
        </a:spcBef>
        <a:spcAft>
          <a:spcPts val="0"/>
        </a:spcAft>
        <a:buClrTx/>
        <a:buSzTx/>
        <a:buFontTx/>
        <a:buNone/>
        <a:tabLst/>
        <a:defRPr sz="1600" b="0" i="0" u="none" strike="noStrike" cap="none" spc="0" baseline="0">
          <a:ln>
            <a:noFill/>
          </a:ln>
          <a:solidFill>
            <a:schemeClr val="tx1"/>
          </a:solidFill>
          <a:uFillTx/>
          <a:latin typeface="+mn-lt"/>
          <a:ea typeface="+mn-ea"/>
          <a:cs typeface="+mn-cs"/>
          <a:sym typeface="Calibri"/>
        </a:defRPr>
      </a:lvl1pPr>
      <a:lvl2pPr marL="0" marR="0" indent="609585" algn="r" defTabSz="609585" rtl="0" latinLnBrk="0">
        <a:lnSpc>
          <a:spcPct val="100000"/>
        </a:lnSpc>
        <a:spcBef>
          <a:spcPts val="0"/>
        </a:spcBef>
        <a:spcAft>
          <a:spcPts val="0"/>
        </a:spcAft>
        <a:buClrTx/>
        <a:buSzTx/>
        <a:buFontTx/>
        <a:buNone/>
        <a:tabLst/>
        <a:defRPr sz="1600" b="0" i="0" u="none" strike="noStrike" cap="none" spc="0" baseline="0">
          <a:ln>
            <a:noFill/>
          </a:ln>
          <a:solidFill>
            <a:schemeClr val="tx1"/>
          </a:solidFill>
          <a:uFillTx/>
          <a:latin typeface="+mn-lt"/>
          <a:ea typeface="+mn-ea"/>
          <a:cs typeface="+mn-cs"/>
          <a:sym typeface="Calibri"/>
        </a:defRPr>
      </a:lvl2pPr>
      <a:lvl3pPr marL="0" marR="0" indent="1219170" algn="r" defTabSz="609585" rtl="0" latinLnBrk="0">
        <a:lnSpc>
          <a:spcPct val="100000"/>
        </a:lnSpc>
        <a:spcBef>
          <a:spcPts val="0"/>
        </a:spcBef>
        <a:spcAft>
          <a:spcPts val="0"/>
        </a:spcAft>
        <a:buClrTx/>
        <a:buSzTx/>
        <a:buFontTx/>
        <a:buNone/>
        <a:tabLst/>
        <a:defRPr sz="1600" b="0" i="0" u="none" strike="noStrike" cap="none" spc="0" baseline="0">
          <a:ln>
            <a:noFill/>
          </a:ln>
          <a:solidFill>
            <a:schemeClr val="tx1"/>
          </a:solidFill>
          <a:uFillTx/>
          <a:latin typeface="+mn-lt"/>
          <a:ea typeface="+mn-ea"/>
          <a:cs typeface="+mn-cs"/>
          <a:sym typeface="Calibri"/>
        </a:defRPr>
      </a:lvl3pPr>
      <a:lvl4pPr marL="0" marR="0" indent="1828754" algn="r" defTabSz="609585" rtl="0" latinLnBrk="0">
        <a:lnSpc>
          <a:spcPct val="100000"/>
        </a:lnSpc>
        <a:spcBef>
          <a:spcPts val="0"/>
        </a:spcBef>
        <a:spcAft>
          <a:spcPts val="0"/>
        </a:spcAft>
        <a:buClrTx/>
        <a:buSzTx/>
        <a:buFontTx/>
        <a:buNone/>
        <a:tabLst/>
        <a:defRPr sz="1600" b="0" i="0" u="none" strike="noStrike" cap="none" spc="0" baseline="0">
          <a:ln>
            <a:noFill/>
          </a:ln>
          <a:solidFill>
            <a:schemeClr val="tx1"/>
          </a:solidFill>
          <a:uFillTx/>
          <a:latin typeface="+mn-lt"/>
          <a:ea typeface="+mn-ea"/>
          <a:cs typeface="+mn-cs"/>
          <a:sym typeface="Calibri"/>
        </a:defRPr>
      </a:lvl4pPr>
      <a:lvl5pPr marL="0" marR="0" indent="2438339" algn="r" defTabSz="609585" rtl="0" latinLnBrk="0">
        <a:lnSpc>
          <a:spcPct val="100000"/>
        </a:lnSpc>
        <a:spcBef>
          <a:spcPts val="0"/>
        </a:spcBef>
        <a:spcAft>
          <a:spcPts val="0"/>
        </a:spcAft>
        <a:buClrTx/>
        <a:buSzTx/>
        <a:buFontTx/>
        <a:buNone/>
        <a:tabLst/>
        <a:defRPr sz="1600" b="0" i="0" u="none" strike="noStrike" cap="none" spc="0" baseline="0">
          <a:ln>
            <a:noFill/>
          </a:ln>
          <a:solidFill>
            <a:schemeClr val="tx1"/>
          </a:solidFill>
          <a:uFillTx/>
          <a:latin typeface="+mn-lt"/>
          <a:ea typeface="+mn-ea"/>
          <a:cs typeface="+mn-cs"/>
          <a:sym typeface="Calibri"/>
        </a:defRPr>
      </a:lvl5pPr>
      <a:lvl6pPr marL="0" marR="0" indent="3047924" algn="r" defTabSz="609585" rtl="0" latinLnBrk="0">
        <a:lnSpc>
          <a:spcPct val="100000"/>
        </a:lnSpc>
        <a:spcBef>
          <a:spcPts val="0"/>
        </a:spcBef>
        <a:spcAft>
          <a:spcPts val="0"/>
        </a:spcAft>
        <a:buClrTx/>
        <a:buSzTx/>
        <a:buFontTx/>
        <a:buNone/>
        <a:tabLst/>
        <a:defRPr sz="1600" b="0" i="0" u="none" strike="noStrike" cap="none" spc="0" baseline="0">
          <a:ln>
            <a:noFill/>
          </a:ln>
          <a:solidFill>
            <a:schemeClr val="tx1"/>
          </a:solidFill>
          <a:uFillTx/>
          <a:latin typeface="+mn-lt"/>
          <a:ea typeface="+mn-ea"/>
          <a:cs typeface="+mn-cs"/>
          <a:sym typeface="Calibri"/>
        </a:defRPr>
      </a:lvl6pPr>
      <a:lvl7pPr marL="0" marR="0" indent="3657509" algn="r" defTabSz="609585" rtl="0" latinLnBrk="0">
        <a:lnSpc>
          <a:spcPct val="100000"/>
        </a:lnSpc>
        <a:spcBef>
          <a:spcPts val="0"/>
        </a:spcBef>
        <a:spcAft>
          <a:spcPts val="0"/>
        </a:spcAft>
        <a:buClrTx/>
        <a:buSzTx/>
        <a:buFontTx/>
        <a:buNone/>
        <a:tabLst/>
        <a:defRPr sz="1600" b="0" i="0" u="none" strike="noStrike" cap="none" spc="0" baseline="0">
          <a:ln>
            <a:noFill/>
          </a:ln>
          <a:solidFill>
            <a:schemeClr val="tx1"/>
          </a:solidFill>
          <a:uFillTx/>
          <a:latin typeface="+mn-lt"/>
          <a:ea typeface="+mn-ea"/>
          <a:cs typeface="+mn-cs"/>
          <a:sym typeface="Calibri"/>
        </a:defRPr>
      </a:lvl7pPr>
      <a:lvl8pPr marL="0" marR="0" indent="4267093" algn="r" defTabSz="609585" rtl="0" latinLnBrk="0">
        <a:lnSpc>
          <a:spcPct val="100000"/>
        </a:lnSpc>
        <a:spcBef>
          <a:spcPts val="0"/>
        </a:spcBef>
        <a:spcAft>
          <a:spcPts val="0"/>
        </a:spcAft>
        <a:buClrTx/>
        <a:buSzTx/>
        <a:buFontTx/>
        <a:buNone/>
        <a:tabLst/>
        <a:defRPr sz="1600" b="0" i="0" u="none" strike="noStrike" cap="none" spc="0" baseline="0">
          <a:ln>
            <a:noFill/>
          </a:ln>
          <a:solidFill>
            <a:schemeClr val="tx1"/>
          </a:solidFill>
          <a:uFillTx/>
          <a:latin typeface="+mn-lt"/>
          <a:ea typeface="+mn-ea"/>
          <a:cs typeface="+mn-cs"/>
          <a:sym typeface="Calibri"/>
        </a:defRPr>
      </a:lvl8pPr>
      <a:lvl9pPr marL="0" marR="0" indent="4876678" algn="r" defTabSz="609585" rtl="0" latinLnBrk="0">
        <a:lnSpc>
          <a:spcPct val="100000"/>
        </a:lnSpc>
        <a:spcBef>
          <a:spcPts val="0"/>
        </a:spcBef>
        <a:spcAft>
          <a:spcPts val="0"/>
        </a:spcAft>
        <a:buClrTx/>
        <a:buSzTx/>
        <a:buFontTx/>
        <a:buNone/>
        <a:tabLst/>
        <a:defRPr sz="1600" b="0" i="0" u="none" strike="noStrike" cap="none" spc="0" baseline="0">
          <a:ln>
            <a:noFill/>
          </a:ln>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hyperlink" Target="https://azl-spcapsesn11.xnp-cloud-pg.com:9200/object_data" TargetMode="External"/><Relationship Id="rId2" Type="http://schemas.openxmlformats.org/officeDocument/2006/relationships/hyperlink" Target="http://137.182.150.29:9303/doc_data" TargetMode="Externa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9273" y="360820"/>
            <a:ext cx="11127204" cy="530190"/>
          </a:xfrm>
        </p:spPr>
        <p:txBody>
          <a:bodyPr/>
          <a:lstStyle/>
          <a:p>
            <a:r>
              <a:rPr lang="en-US" sz="2667" dirty="0"/>
              <a:t>P&amp;G Innovative Business Services - IDQ </a:t>
            </a:r>
            <a:br>
              <a:rPr lang="en-US" sz="2667" dirty="0"/>
            </a:br>
            <a:br>
              <a:rPr lang="en-US" sz="2667" dirty="0"/>
            </a:br>
            <a:r>
              <a:rPr lang="en-US" sz="2667" dirty="0"/>
              <a:t> Create Index Name</a:t>
            </a:r>
            <a:br>
              <a:rPr lang="en-US" sz="2667" dirty="0"/>
            </a:br>
            <a:br>
              <a:rPr lang="en-US" sz="2667" dirty="0"/>
            </a:br>
            <a:br>
              <a:rPr lang="en-US" sz="2667" dirty="0"/>
            </a:br>
            <a:br>
              <a:rPr lang="en-US" sz="2667" dirty="0"/>
            </a:br>
            <a:br>
              <a:rPr lang="en-US" sz="2667" dirty="0"/>
            </a:br>
            <a:br>
              <a:rPr lang="en-US" sz="2133" dirty="0"/>
            </a:br>
            <a:br>
              <a:rPr lang="en-US" sz="2667" dirty="0"/>
            </a:br>
            <a:r>
              <a:rPr lang="en-US" sz="2667" dirty="0"/>
              <a:t> </a:t>
            </a:r>
            <a:br>
              <a:rPr lang="en-US" sz="2667" dirty="0"/>
            </a:br>
            <a:br>
              <a:rPr lang="en-US" sz="2667" dirty="0"/>
            </a:br>
            <a:r>
              <a:rPr lang="en-US" sz="2667" dirty="0"/>
              <a:t> </a:t>
            </a:r>
            <a:endParaRPr lang="en-GB" sz="2667" dirty="0"/>
          </a:p>
        </p:txBody>
      </p:sp>
      <p:sp>
        <p:nvSpPr>
          <p:cNvPr id="3" name="Title 1"/>
          <p:cNvSpPr txBox="1">
            <a:spLocks/>
          </p:cNvSpPr>
          <p:nvPr/>
        </p:nvSpPr>
        <p:spPr>
          <a:xfrm>
            <a:off x="509273" y="891010"/>
            <a:ext cx="10810567" cy="502559"/>
          </a:xfrm>
          <a:prstGeom prst="rect">
            <a:avLst/>
          </a:prstGeom>
        </p:spPr>
        <p:txBody>
          <a:bodyPr vert="horz"/>
          <a:lstStyle>
            <a:lvl1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00A1E2"/>
                </a:solidFill>
                <a:uFillTx/>
                <a:latin typeface="Arial"/>
                <a:ea typeface="Arial"/>
                <a:cs typeface="Arial"/>
                <a:sym typeface="Arial"/>
              </a:defRPr>
            </a:lvl1pPr>
            <a:lvl2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2pPr>
            <a:lvl3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3pPr>
            <a:lvl4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4pPr>
            <a:lvl5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5pPr>
            <a:lvl6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6pPr>
            <a:lvl7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7pPr>
            <a:lvl8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8pPr>
            <a:lvl9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9p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1" i="0" u="none" strike="noStrike" kern="0" cap="none" spc="0" normalizeH="0" baseline="0" noProof="0" dirty="0">
              <a:ln>
                <a:noFill/>
              </a:ln>
              <a:solidFill>
                <a:srgbClr val="00A1E2"/>
              </a:solidFill>
              <a:effectLst/>
              <a:uLnTx/>
              <a:uFillTx/>
              <a:latin typeface="Arial"/>
              <a:cs typeface="Arial"/>
              <a:sym typeface="Arial"/>
            </a:endParaRPr>
          </a:p>
        </p:txBody>
      </p:sp>
      <p:sp>
        <p:nvSpPr>
          <p:cNvPr id="4" name="Rectangle 3"/>
          <p:cNvSpPr/>
          <p:nvPr/>
        </p:nvSpPr>
        <p:spPr>
          <a:xfrm>
            <a:off x="10309123" y="5840361"/>
            <a:ext cx="1882877" cy="914400"/>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457200" rtl="0" eaLnBrk="1" fontAlgn="auto" latinLnBrk="0" hangingPunct="0">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libri"/>
              <a:ea typeface="+mn-ea"/>
              <a:cs typeface="Calibri"/>
              <a:sym typeface="Calibri"/>
            </a:endParaRPr>
          </a:p>
        </p:txBody>
      </p:sp>
      <p:pic>
        <p:nvPicPr>
          <p:cNvPr id="5" name="Picture 4"/>
          <p:cNvPicPr>
            <a:picLocks noChangeAspect="1"/>
          </p:cNvPicPr>
          <p:nvPr/>
        </p:nvPicPr>
        <p:blipFill>
          <a:blip r:embed="rId3"/>
          <a:stretch>
            <a:fillRect/>
          </a:stretch>
        </p:blipFill>
        <p:spPr>
          <a:xfrm>
            <a:off x="11285433" y="6237527"/>
            <a:ext cx="790575" cy="476250"/>
          </a:xfrm>
          <a:prstGeom prst="rect">
            <a:avLst/>
          </a:prstGeom>
        </p:spPr>
      </p:pic>
    </p:spTree>
    <p:extLst>
      <p:ext uri="{BB962C8B-B14F-4D97-AF65-F5344CB8AC3E}">
        <p14:creationId xmlns:p14="http://schemas.microsoft.com/office/powerpoint/2010/main" val="2337907300"/>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CF9BD60-11A6-6D55-45AB-B60D433667B0}"/>
              </a:ext>
            </a:extLst>
          </p:cNvPr>
          <p:cNvSpPr txBox="1">
            <a:spLocks noGrp="1"/>
          </p:cNvSpPr>
          <p:nvPr>
            <p:ph type="ctrTitle"/>
          </p:nvPr>
        </p:nvSpPr>
        <p:spPr>
          <a:xfrm>
            <a:off x="152400" y="131763"/>
            <a:ext cx="10485120" cy="6055677"/>
          </a:xfrm>
        </p:spPr>
        <p:txBody>
          <a:bodyPr anchor="b">
            <a:noAutofit/>
          </a:bodyPr>
          <a:lstStyle>
            <a:lvl1pPr marL="0" marR="0" indent="0" algn="ctr" defTabSz="609585" rtl="0" latinLnBrk="0">
              <a:lnSpc>
                <a:spcPct val="100000"/>
              </a:lnSpc>
              <a:spcBef>
                <a:spcPts val="0"/>
              </a:spcBef>
              <a:spcAft>
                <a:spcPts val="0"/>
              </a:spcAft>
              <a:buClrTx/>
              <a:buSzTx/>
              <a:buFontTx/>
              <a:buNone/>
              <a:tabLst/>
              <a:defRPr sz="6000" b="0" i="0" u="none" strike="noStrike" cap="none" spc="0" baseline="0">
                <a:ln>
                  <a:noFill/>
                </a:ln>
                <a:solidFill>
                  <a:srgbClr val="2670C3"/>
                </a:solidFill>
                <a:uFillTx/>
                <a:latin typeface="Arial"/>
                <a:ea typeface="Arial"/>
                <a:cs typeface="Arial"/>
                <a:sym typeface="Arial"/>
              </a:defRPr>
            </a:lvl1pPr>
            <a:lvl2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2pPr>
            <a:lvl3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3pPr>
            <a:lvl4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4pPr>
            <a:lvl5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5pPr>
            <a:lvl6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6pPr>
            <a:lvl7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7pPr>
            <a:lvl8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8pPr>
            <a:lvl9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9pPr>
          </a:lstStyle>
          <a:p>
            <a:pPr algn="l"/>
            <a:r>
              <a:rPr lang="en-US" sz="2000" kern="0" dirty="0">
                <a:solidFill>
                  <a:srgbClr val="0070C0"/>
                </a:solidFill>
                <a:latin typeface="Arial" panose="020B0604020202020204" pitchFamily="34" charset="0"/>
                <a:cs typeface="Arial" panose="020B0604020202020204" pitchFamily="34" charset="0"/>
              </a:rPr>
              <a:t>Create Index </a:t>
            </a:r>
            <a:r>
              <a:rPr lang="en-US" sz="2000" dirty="0">
                <a:solidFill>
                  <a:srgbClr val="0070C0"/>
                </a:solidFill>
                <a:latin typeface="Arial" panose="020B0604020202020204" pitchFamily="34" charset="0"/>
                <a:cs typeface="Arial" panose="020B0604020202020204" pitchFamily="34" charset="0"/>
              </a:rPr>
              <a:t>from Postman:</a:t>
            </a:r>
            <a:br>
              <a:rPr lang="en-US" sz="2000" dirty="0">
                <a:solidFill>
                  <a:srgbClr val="0070C0"/>
                </a:solidFill>
                <a:latin typeface="Arial" panose="020B0604020202020204" pitchFamily="34" charset="0"/>
                <a:cs typeface="Arial" panose="020B0604020202020204" pitchFamily="34" charset="0"/>
              </a:rPr>
            </a:br>
            <a:br>
              <a:rPr lang="en-US" sz="2000" dirty="0">
                <a:solidFill>
                  <a:srgbClr val="0070C0"/>
                </a:solidFill>
                <a:latin typeface="Arial" panose="020B0604020202020204" pitchFamily="34" charset="0"/>
                <a:cs typeface="Arial" panose="020B0604020202020204" pitchFamily="34" charset="0"/>
              </a:rPr>
            </a:br>
            <a:r>
              <a:rPr lang="en-US" sz="2000" dirty="0">
                <a:solidFill>
                  <a:srgbClr val="0070C0"/>
                </a:solidFill>
                <a:latin typeface="Arial" panose="020B0604020202020204" pitchFamily="34" charset="0"/>
                <a:cs typeface="Arial" panose="020B0604020202020204" pitchFamily="34" charset="0"/>
              </a:rPr>
              <a:t>1. Print existing schema</a:t>
            </a:r>
            <a:br>
              <a:rPr lang="en-US" sz="2000" dirty="0">
                <a:solidFill>
                  <a:srgbClr val="0070C0"/>
                </a:solidFill>
                <a:latin typeface="Arial" panose="020B0604020202020204" pitchFamily="34" charset="0"/>
                <a:cs typeface="Arial" panose="020B0604020202020204" pitchFamily="34" charset="0"/>
              </a:rPr>
            </a:br>
            <a:br>
              <a:rPr lang="en-US" sz="2000" dirty="0">
                <a:solidFill>
                  <a:srgbClr val="0070C0"/>
                </a:solidFill>
                <a:latin typeface="Arial" panose="020B0604020202020204" pitchFamily="34" charset="0"/>
                <a:cs typeface="Arial" panose="020B0604020202020204" pitchFamily="34" charset="0"/>
              </a:rPr>
            </a:br>
            <a:r>
              <a:rPr lang="en-US" sz="2000" dirty="0">
                <a:solidFill>
                  <a:srgbClr val="0070C0"/>
                </a:solidFill>
                <a:latin typeface="Arial" panose="020B0604020202020204" pitchFamily="34" charset="0"/>
                <a:cs typeface="Arial" panose="020B0604020202020204" pitchFamily="34" charset="0"/>
              </a:rPr>
              <a:t>GET : </a:t>
            </a:r>
            <a:r>
              <a:rPr lang="en-US" sz="2000" dirty="0">
                <a:solidFill>
                  <a:srgbClr val="0070C0"/>
                </a:solidFill>
                <a:latin typeface="Arial" panose="020B0604020202020204" pitchFamily="34" charset="0"/>
                <a:cs typeface="Arial" panose="020B0604020202020204" pitchFamily="34" charset="0"/>
                <a:hlinkClick r:id="rId2"/>
              </a:rPr>
              <a:t>http://137.182.150.29:9303/doc_data</a:t>
            </a:r>
            <a:br>
              <a:rPr lang="en-US" sz="2000" dirty="0">
                <a:solidFill>
                  <a:srgbClr val="0070C0"/>
                </a:solidFill>
                <a:latin typeface="Arial" panose="020B0604020202020204" pitchFamily="34" charset="0"/>
                <a:cs typeface="Arial" panose="020B0604020202020204" pitchFamily="34" charset="0"/>
              </a:rPr>
            </a:br>
            <a:r>
              <a:rPr lang="en-US" sz="2000" dirty="0">
                <a:solidFill>
                  <a:srgbClr val="0070C0"/>
                </a:solidFill>
                <a:latin typeface="Arial" panose="020B0604020202020204" pitchFamily="34" charset="0"/>
                <a:cs typeface="Arial" panose="020B0604020202020204" pitchFamily="34" charset="0"/>
              </a:rPr>
              <a:t>PUT : </a:t>
            </a:r>
            <a:r>
              <a:rPr lang="en-US" sz="2000" dirty="0">
                <a:solidFill>
                  <a:srgbClr val="0070C0"/>
                </a:solidFill>
                <a:latin typeface="Arial" panose="020B0604020202020204" pitchFamily="34" charset="0"/>
                <a:cs typeface="Arial" panose="020B0604020202020204" pitchFamily="34" charset="0"/>
                <a:hlinkClick r:id="rId2"/>
              </a:rPr>
              <a:t>http://137.182.150.29:9303/doc_data</a:t>
            </a:r>
            <a:br>
              <a:rPr lang="en-US" sz="2000" dirty="0">
                <a:solidFill>
                  <a:srgbClr val="0070C0"/>
                </a:solidFill>
                <a:latin typeface="Arial" panose="020B0604020202020204" pitchFamily="34" charset="0"/>
                <a:cs typeface="Arial" panose="020B0604020202020204" pitchFamily="34" charset="0"/>
              </a:rPr>
            </a:br>
            <a:br>
              <a:rPr lang="en-US" sz="2000" dirty="0">
                <a:solidFill>
                  <a:srgbClr val="0070C0"/>
                </a:solidFill>
                <a:latin typeface="Arial" panose="020B0604020202020204" pitchFamily="34" charset="0"/>
                <a:cs typeface="Arial" panose="020B0604020202020204" pitchFamily="34" charset="0"/>
              </a:rPr>
            </a:br>
            <a:r>
              <a:rPr lang="en-US" sz="2000" b="1" i="1" u="sng" dirty="0">
                <a:solidFill>
                  <a:srgbClr val="0070C0"/>
                </a:solidFill>
                <a:latin typeface="Arial" panose="020B0604020202020204" pitchFamily="34" charset="0"/>
                <a:cs typeface="Arial" panose="020B0604020202020204" pitchFamily="34" charset="0"/>
              </a:rPr>
              <a:t>SIT:</a:t>
            </a:r>
            <a:br>
              <a:rPr lang="en-US" sz="2000" dirty="0">
                <a:solidFill>
                  <a:srgbClr val="0070C0"/>
                </a:solidFill>
                <a:latin typeface="Arial" panose="020B0604020202020204" pitchFamily="34" charset="0"/>
                <a:cs typeface="Arial" panose="020B0604020202020204" pitchFamily="34" charset="0"/>
              </a:rPr>
            </a:br>
            <a:r>
              <a:rPr lang="en-US" sz="2000" dirty="0">
                <a:solidFill>
                  <a:srgbClr val="0070C0"/>
                </a:solidFill>
                <a:latin typeface="Arial" panose="020B0604020202020204" pitchFamily="34" charset="0"/>
                <a:cs typeface="Arial" panose="020B0604020202020204" pitchFamily="34" charset="0"/>
              </a:rPr>
              <a:t>GET: </a:t>
            </a:r>
            <a:r>
              <a:rPr lang="en-US" sz="2000" dirty="0">
                <a:solidFill>
                  <a:srgbClr val="0070C0"/>
                </a:solidFill>
                <a:latin typeface="Arial" panose="020B0604020202020204" pitchFamily="34" charset="0"/>
                <a:cs typeface="Arial" panose="020B0604020202020204" pitchFamily="34" charset="0"/>
                <a:hlinkClick r:id="rId3"/>
              </a:rPr>
              <a:t>https://azl-spcapsesn11.xnp-cloud-pg.com:9200/object_data</a:t>
            </a:r>
            <a:br>
              <a:rPr lang="en-US" sz="2000" dirty="0">
                <a:solidFill>
                  <a:srgbClr val="0070C0"/>
                </a:solidFill>
                <a:latin typeface="Arial" panose="020B0604020202020204" pitchFamily="34" charset="0"/>
                <a:cs typeface="Arial" panose="020B0604020202020204" pitchFamily="34" charset="0"/>
              </a:rPr>
            </a:br>
            <a:r>
              <a:rPr lang="en-US" sz="2000" dirty="0">
                <a:solidFill>
                  <a:srgbClr val="0070C0"/>
                </a:solidFill>
                <a:latin typeface="Arial" panose="020B0604020202020204" pitchFamily="34" charset="0"/>
                <a:cs typeface="Arial" panose="020B0604020202020204" pitchFamily="34" charset="0"/>
              </a:rPr>
              <a:t>PUT: </a:t>
            </a:r>
            <a:r>
              <a:rPr lang="en-US" sz="2000" dirty="0">
                <a:solidFill>
                  <a:srgbClr val="0070C0"/>
                </a:solidFill>
                <a:latin typeface="Arial" panose="020B0604020202020204" pitchFamily="34" charset="0"/>
                <a:cs typeface="Arial" panose="020B0604020202020204" pitchFamily="34" charset="0"/>
                <a:hlinkClick r:id="rId3"/>
              </a:rPr>
              <a:t>https://azl-spcapsesn11.xnp-cloud-pg.com:9200/object_data</a:t>
            </a:r>
            <a:br>
              <a:rPr lang="en-US" sz="2000" dirty="0">
                <a:solidFill>
                  <a:srgbClr val="0070C0"/>
                </a:solidFill>
                <a:latin typeface="Arial" panose="020B0604020202020204" pitchFamily="34" charset="0"/>
                <a:cs typeface="Arial" panose="020B0604020202020204" pitchFamily="34" charset="0"/>
              </a:rPr>
            </a:br>
            <a:br>
              <a:rPr lang="en-US" sz="2000" dirty="0">
                <a:solidFill>
                  <a:srgbClr val="0070C0"/>
                </a:solidFill>
                <a:latin typeface="Arial" panose="020B0604020202020204" pitchFamily="34" charset="0"/>
                <a:cs typeface="Arial" panose="020B0604020202020204" pitchFamily="34" charset="0"/>
              </a:rPr>
            </a:br>
            <a:r>
              <a:rPr lang="en-US" sz="2000" dirty="0">
                <a:solidFill>
                  <a:srgbClr val="0070C0"/>
                </a:solidFill>
                <a:latin typeface="Arial" panose="020B0604020202020204" pitchFamily="34" charset="0"/>
                <a:cs typeface="Arial" panose="020B0604020202020204" pitchFamily="34" charset="0"/>
              </a:rPr>
              <a:t>Follow Below Steps:</a:t>
            </a:r>
            <a:br>
              <a:rPr lang="en-US" sz="2000" dirty="0">
                <a:solidFill>
                  <a:srgbClr val="0070C0"/>
                </a:solidFill>
                <a:latin typeface="Arial" panose="020B0604020202020204" pitchFamily="34" charset="0"/>
                <a:cs typeface="Arial" panose="020B0604020202020204" pitchFamily="34" charset="0"/>
              </a:rPr>
            </a:br>
            <a:r>
              <a:rPr lang="en-US" sz="2000" dirty="0">
                <a:solidFill>
                  <a:srgbClr val="0070C0"/>
                </a:solidFill>
                <a:latin typeface="Arial" panose="020B0604020202020204" pitchFamily="34" charset="0"/>
                <a:cs typeface="Arial" panose="020B0604020202020204" pitchFamily="34" charset="0"/>
              </a:rPr>
              <a:t>1. 				</a:t>
            </a:r>
            <a:r>
              <a:rPr lang="en-US" sz="2000" b="1" dirty="0">
                <a:solidFill>
                  <a:srgbClr val="0070C0"/>
                </a:solidFill>
                <a:highlight>
                  <a:srgbClr val="FFFF00"/>
                </a:highlight>
                <a:latin typeface="Arial" panose="020B0604020202020204" pitchFamily="34" charset="0"/>
                <a:cs typeface="Arial" panose="020B0604020202020204" pitchFamily="34" charset="0"/>
              </a:rPr>
              <a:t>,</a:t>
            </a:r>
            <a:br>
              <a:rPr lang="en-US" sz="2000" b="1" dirty="0">
                <a:solidFill>
                  <a:srgbClr val="0070C0"/>
                </a:solidFill>
                <a:latin typeface="Arial" panose="020B0604020202020204" pitchFamily="34" charset="0"/>
                <a:cs typeface="Arial" panose="020B0604020202020204" pitchFamily="34" charset="0"/>
              </a:rPr>
            </a:br>
            <a:r>
              <a:rPr lang="en-US" sz="2000" b="1" dirty="0">
                <a:solidFill>
                  <a:srgbClr val="0070C0"/>
                </a:solidFill>
                <a:latin typeface="Arial" panose="020B0604020202020204" pitchFamily="34" charset="0"/>
                <a:cs typeface="Arial" panose="020B0604020202020204" pitchFamily="34" charset="0"/>
              </a:rPr>
              <a:t>	"</a:t>
            </a:r>
            <a:r>
              <a:rPr lang="en-US" sz="2000" b="1" dirty="0" err="1">
                <a:solidFill>
                  <a:srgbClr val="0070C0"/>
                </a:solidFill>
                <a:latin typeface="Arial" panose="020B0604020202020204" pitchFamily="34" charset="0"/>
                <a:cs typeface="Arial" panose="020B0604020202020204" pitchFamily="34" charset="0"/>
              </a:rPr>
              <a:t>uuid</a:t>
            </a:r>
            <a:r>
              <a:rPr lang="en-US" sz="2000" b="1" dirty="0">
                <a:solidFill>
                  <a:srgbClr val="0070C0"/>
                </a:solidFill>
                <a:latin typeface="Arial" panose="020B0604020202020204" pitchFamily="34" charset="0"/>
                <a:cs typeface="Arial" panose="020B0604020202020204" pitchFamily="34" charset="0"/>
              </a:rPr>
              <a:t>": "7jhWbAvwQKytadmU3UeIYA",</a:t>
            </a:r>
            <a:br>
              <a:rPr lang="en-US" sz="2000" b="1" dirty="0">
                <a:solidFill>
                  <a:srgbClr val="0070C0"/>
                </a:solidFill>
                <a:latin typeface="Arial" panose="020B0604020202020204" pitchFamily="34" charset="0"/>
                <a:cs typeface="Arial" panose="020B0604020202020204" pitchFamily="34" charset="0"/>
              </a:rPr>
            </a:br>
            <a:r>
              <a:rPr lang="en-US" sz="2000" b="1" dirty="0">
                <a:solidFill>
                  <a:srgbClr val="0070C0"/>
                </a:solidFill>
                <a:latin typeface="Arial" panose="020B0604020202020204" pitchFamily="34" charset="0"/>
                <a:cs typeface="Arial" panose="020B0604020202020204" pitchFamily="34" charset="0"/>
              </a:rPr>
              <a:t>	"version":  {	</a:t>
            </a:r>
            <a:br>
              <a:rPr lang="en-US" sz="2000" b="1" dirty="0">
                <a:solidFill>
                  <a:srgbClr val="0070C0"/>
                </a:solidFill>
                <a:latin typeface="Arial" panose="020B0604020202020204" pitchFamily="34" charset="0"/>
                <a:cs typeface="Arial" panose="020B0604020202020204" pitchFamily="34" charset="0"/>
              </a:rPr>
            </a:br>
            <a:r>
              <a:rPr lang="en-US" sz="2000" b="1" dirty="0">
                <a:solidFill>
                  <a:srgbClr val="0070C0"/>
                </a:solidFill>
                <a:latin typeface="Arial" panose="020B0604020202020204" pitchFamily="34" charset="0"/>
                <a:cs typeface="Arial" panose="020B0604020202020204" pitchFamily="34" charset="0"/>
              </a:rPr>
              <a:t>		"created": "7160399“</a:t>
            </a:r>
            <a:br>
              <a:rPr lang="en-US" sz="2000" b="1" dirty="0">
                <a:solidFill>
                  <a:srgbClr val="0070C0"/>
                </a:solidFill>
                <a:latin typeface="Arial" panose="020B0604020202020204" pitchFamily="34" charset="0"/>
                <a:cs typeface="Arial" panose="020B0604020202020204" pitchFamily="34" charset="0"/>
              </a:rPr>
            </a:br>
            <a:r>
              <a:rPr lang="en-US" sz="2000" b="1" dirty="0">
                <a:solidFill>
                  <a:srgbClr val="0070C0"/>
                </a:solidFill>
                <a:latin typeface="Arial" panose="020B0604020202020204" pitchFamily="34" charset="0"/>
                <a:cs typeface="Arial" panose="020B0604020202020204" pitchFamily="34" charset="0"/>
              </a:rPr>
              <a:t>	}</a:t>
            </a:r>
            <a:br>
              <a:rPr lang="en-US" sz="2000" b="1" dirty="0">
                <a:solidFill>
                  <a:srgbClr val="0070C0"/>
                </a:solidFill>
                <a:latin typeface="Arial" panose="020B0604020202020204" pitchFamily="34" charset="0"/>
                <a:cs typeface="Arial" panose="020B0604020202020204" pitchFamily="34" charset="0"/>
              </a:rPr>
            </a:br>
            <a:endParaRPr lang="en-US" sz="2000" b="1" dirty="0">
              <a:solidFill>
                <a:srgbClr val="0070C0"/>
              </a:solidFill>
              <a:latin typeface="Arial" panose="020B0604020202020204" pitchFamily="34" charset="0"/>
              <a:cs typeface="Arial" panose="020B0604020202020204" pitchFamily="34" charset="0"/>
            </a:endParaRPr>
          </a:p>
        </p:txBody>
      </p:sp>
      <p:cxnSp>
        <p:nvCxnSpPr>
          <p:cNvPr id="4" name="Connector: Curved 3">
            <a:extLst>
              <a:ext uri="{FF2B5EF4-FFF2-40B4-BE49-F238E27FC236}">
                <a16:creationId xmlns:a16="http://schemas.microsoft.com/office/drawing/2014/main" id="{6A345851-03CD-144B-B63E-62EAE3CB0AAF}"/>
              </a:ext>
            </a:extLst>
          </p:cNvPr>
          <p:cNvCxnSpPr>
            <a:cxnSpLocks/>
          </p:cNvCxnSpPr>
          <p:nvPr/>
        </p:nvCxnSpPr>
        <p:spPr>
          <a:xfrm rot="16200000" flipH="1">
            <a:off x="6746164" y="3774363"/>
            <a:ext cx="1747679" cy="1524000"/>
          </a:xfrm>
          <a:prstGeom prst="curvedConnector3">
            <a:avLst/>
          </a:prstGeom>
          <a:noFill/>
          <a:ln w="25400" cap="flat">
            <a:solidFill>
              <a:srgbClr val="0070C0"/>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8" name="TextBox 7">
            <a:extLst>
              <a:ext uri="{FF2B5EF4-FFF2-40B4-BE49-F238E27FC236}">
                <a16:creationId xmlns:a16="http://schemas.microsoft.com/office/drawing/2014/main" id="{DA231C61-E4AD-B9B7-A8CF-16440CA21162}"/>
              </a:ext>
            </a:extLst>
          </p:cNvPr>
          <p:cNvSpPr txBox="1"/>
          <p:nvPr/>
        </p:nvSpPr>
        <p:spPr>
          <a:xfrm>
            <a:off x="7985760" y="5410203"/>
            <a:ext cx="1730665"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US" sz="1800" b="1" i="0" u="none" strike="noStrike" cap="none" spc="0" normalizeH="0" baseline="0" dirty="0">
                <a:ln>
                  <a:noFill/>
                </a:ln>
                <a:solidFill>
                  <a:srgbClr val="00B0F0"/>
                </a:solidFill>
                <a:effectLst/>
                <a:uFillTx/>
                <a:latin typeface="+mn-lt"/>
                <a:ea typeface="+mn-ea"/>
                <a:cs typeface="+mn-cs"/>
                <a:sym typeface="Calibri"/>
              </a:rPr>
              <a:t>New Index Name</a:t>
            </a:r>
          </a:p>
        </p:txBody>
      </p:sp>
    </p:spTree>
    <p:extLst>
      <p:ext uri="{BB962C8B-B14F-4D97-AF65-F5344CB8AC3E}">
        <p14:creationId xmlns:p14="http://schemas.microsoft.com/office/powerpoint/2010/main" val="337523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9FD8E-620F-1037-3E74-D3C99796EE9F}"/>
              </a:ext>
            </a:extLst>
          </p:cNvPr>
          <p:cNvSpPr txBox="1">
            <a:spLocks noGrp="1"/>
          </p:cNvSpPr>
          <p:nvPr>
            <p:ph type="ctrTitle"/>
          </p:nvPr>
        </p:nvSpPr>
        <p:spPr>
          <a:xfrm>
            <a:off x="152400" y="131763"/>
            <a:ext cx="10485120" cy="6055677"/>
          </a:xfrm>
        </p:spPr>
        <p:txBody>
          <a:bodyPr anchor="b">
            <a:noAutofit/>
          </a:bodyPr>
          <a:lstStyle>
            <a:lvl1pPr marL="0" marR="0" indent="0" algn="ctr" defTabSz="609585" rtl="0" latinLnBrk="0">
              <a:lnSpc>
                <a:spcPct val="100000"/>
              </a:lnSpc>
              <a:spcBef>
                <a:spcPts val="0"/>
              </a:spcBef>
              <a:spcAft>
                <a:spcPts val="0"/>
              </a:spcAft>
              <a:buClrTx/>
              <a:buSzTx/>
              <a:buFontTx/>
              <a:buNone/>
              <a:tabLst/>
              <a:defRPr sz="6000" b="0" i="0" u="none" strike="noStrike" cap="none" spc="0" baseline="0">
                <a:ln>
                  <a:noFill/>
                </a:ln>
                <a:solidFill>
                  <a:srgbClr val="2670C3"/>
                </a:solidFill>
                <a:uFillTx/>
                <a:latin typeface="Arial"/>
                <a:ea typeface="Arial"/>
                <a:cs typeface="Arial"/>
                <a:sym typeface="Arial"/>
              </a:defRPr>
            </a:lvl1pPr>
            <a:lvl2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2pPr>
            <a:lvl3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3pPr>
            <a:lvl4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4pPr>
            <a:lvl5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5pPr>
            <a:lvl6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6pPr>
            <a:lvl7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7pPr>
            <a:lvl8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8pPr>
            <a:lvl9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9pPr>
          </a:lstStyle>
          <a:p>
            <a:pPr algn="l"/>
            <a:r>
              <a:rPr lang="en-US" sz="2000" b="1" dirty="0">
                <a:solidFill>
                  <a:srgbClr val="0070C0"/>
                </a:solidFill>
                <a:latin typeface="Arial" panose="020B0604020202020204" pitchFamily="34" charset="0"/>
                <a:cs typeface="Arial" panose="020B0604020202020204" pitchFamily="34" charset="0"/>
              </a:rPr>
              <a:t>2.</a:t>
            </a:r>
            <a:br>
              <a:rPr lang="en-US" sz="2000" b="1" dirty="0">
                <a:solidFill>
                  <a:srgbClr val="0070C0"/>
                </a:solidFill>
                <a:latin typeface="Arial" panose="020B0604020202020204" pitchFamily="34" charset="0"/>
                <a:cs typeface="Arial" panose="020B0604020202020204" pitchFamily="34" charset="0"/>
              </a:rPr>
            </a:br>
            <a:r>
              <a:rPr lang="en-US" sz="2000" b="1" dirty="0">
                <a:solidFill>
                  <a:srgbClr val="0070C0"/>
                </a:solidFill>
                <a:latin typeface="Arial" panose="020B0604020202020204" pitchFamily="34" charset="0"/>
                <a:cs typeface="Arial" panose="020B0604020202020204" pitchFamily="34" charset="0"/>
              </a:rPr>
              <a:t>    "</a:t>
            </a:r>
            <a:r>
              <a:rPr lang="en-US" sz="2000" b="1" dirty="0" err="1">
                <a:solidFill>
                  <a:srgbClr val="0070C0"/>
                </a:solidFill>
                <a:latin typeface="Arial" panose="020B0604020202020204" pitchFamily="34" charset="0"/>
                <a:cs typeface="Arial" panose="020B0604020202020204" pitchFamily="34" charset="0"/>
              </a:rPr>
              <a:t>provided_name</a:t>
            </a:r>
            <a:r>
              <a:rPr lang="en-US" sz="2000" b="1" dirty="0">
                <a:solidFill>
                  <a:srgbClr val="0070C0"/>
                </a:solidFill>
                <a:latin typeface="Arial" panose="020B0604020202020204" pitchFamily="34" charset="0"/>
                <a:cs typeface="Arial" panose="020B0604020202020204" pitchFamily="34" charset="0"/>
              </a:rPr>
              <a:t>": "</a:t>
            </a:r>
            <a:r>
              <a:rPr lang="en-US" sz="2000" b="1" dirty="0" err="1">
                <a:solidFill>
                  <a:srgbClr val="0070C0"/>
                </a:solidFill>
                <a:latin typeface="Arial" panose="020B0604020202020204" pitchFamily="34" charset="0"/>
                <a:cs typeface="Arial" panose="020B0604020202020204" pitchFamily="34" charset="0"/>
              </a:rPr>
              <a:t>doc_data</a:t>
            </a:r>
            <a:r>
              <a:rPr lang="en-US" sz="2000" b="1" dirty="0">
                <a:solidFill>
                  <a:srgbClr val="0070C0"/>
                </a:solidFill>
                <a:latin typeface="Arial" panose="020B0604020202020204" pitchFamily="34" charset="0"/>
                <a:cs typeface="Arial" panose="020B0604020202020204" pitchFamily="34" charset="0"/>
              </a:rPr>
              <a:t>",</a:t>
            </a:r>
            <a:br>
              <a:rPr lang="en-US" sz="2000" b="1" dirty="0">
                <a:solidFill>
                  <a:srgbClr val="0070C0"/>
                </a:solidFill>
                <a:latin typeface="Arial" panose="020B0604020202020204" pitchFamily="34" charset="0"/>
                <a:cs typeface="Arial" panose="020B0604020202020204" pitchFamily="34" charset="0"/>
              </a:rPr>
            </a:br>
            <a:r>
              <a:rPr lang="en-US" sz="2000" b="1" dirty="0">
                <a:solidFill>
                  <a:srgbClr val="0070C0"/>
                </a:solidFill>
                <a:latin typeface="Arial" panose="020B0604020202020204" pitchFamily="34" charset="0"/>
                <a:cs typeface="Arial" panose="020B0604020202020204" pitchFamily="34" charset="0"/>
              </a:rPr>
              <a:t>     "</a:t>
            </a:r>
            <a:r>
              <a:rPr lang="en-US" sz="2000" b="1" dirty="0" err="1">
                <a:solidFill>
                  <a:srgbClr val="0070C0"/>
                </a:solidFill>
                <a:latin typeface="Arial" panose="020B0604020202020204" pitchFamily="34" charset="0"/>
                <a:cs typeface="Arial" panose="020B0604020202020204" pitchFamily="34" charset="0"/>
              </a:rPr>
              <a:t>creation_date</a:t>
            </a:r>
            <a:r>
              <a:rPr lang="en-US" sz="2000" b="1" dirty="0">
                <a:solidFill>
                  <a:srgbClr val="0070C0"/>
                </a:solidFill>
                <a:latin typeface="Arial" panose="020B0604020202020204" pitchFamily="34" charset="0"/>
                <a:cs typeface="Arial" panose="020B0604020202020204" pitchFamily="34" charset="0"/>
              </a:rPr>
              <a:t>": "1653553847112", </a:t>
            </a:r>
            <a:br>
              <a:rPr lang="en-US" sz="2000" b="1" dirty="0">
                <a:solidFill>
                  <a:srgbClr val="0070C0"/>
                </a:solidFill>
                <a:latin typeface="Arial" panose="020B0604020202020204" pitchFamily="34" charset="0"/>
                <a:cs typeface="Arial" panose="020B0604020202020204" pitchFamily="34" charset="0"/>
              </a:rPr>
            </a:br>
            <a:br>
              <a:rPr lang="en-US" sz="2000" b="1" dirty="0">
                <a:solidFill>
                  <a:srgbClr val="0070C0"/>
                </a:solidFill>
                <a:latin typeface="Arial" panose="020B0604020202020204" pitchFamily="34" charset="0"/>
                <a:cs typeface="Arial" panose="020B0604020202020204" pitchFamily="34" charset="0"/>
              </a:rPr>
            </a:br>
            <a:r>
              <a:rPr lang="en-US" sz="2000" b="1" dirty="0">
                <a:solidFill>
                  <a:srgbClr val="0070C0"/>
                </a:solidFill>
                <a:latin typeface="Arial" panose="020B0604020202020204" pitchFamily="34" charset="0"/>
                <a:cs typeface="Arial" panose="020B0604020202020204" pitchFamily="34" charset="0"/>
              </a:rPr>
              <a:t>3. </a:t>
            </a:r>
            <a:br>
              <a:rPr lang="en-US" sz="2000" b="1" dirty="0">
                <a:solidFill>
                  <a:srgbClr val="0070C0"/>
                </a:solidFill>
                <a:latin typeface="Arial" panose="020B0604020202020204" pitchFamily="34" charset="0"/>
                <a:cs typeface="Arial" panose="020B0604020202020204" pitchFamily="34" charset="0"/>
              </a:rPr>
            </a:br>
            <a:br>
              <a:rPr lang="en-US" sz="2000" b="1" dirty="0">
                <a:solidFill>
                  <a:srgbClr val="0070C0"/>
                </a:solidFill>
                <a:latin typeface="Arial" panose="020B0604020202020204" pitchFamily="34" charset="0"/>
                <a:cs typeface="Arial" panose="020B0604020202020204" pitchFamily="34" charset="0"/>
              </a:rPr>
            </a:br>
            <a:r>
              <a:rPr lang="en-US" sz="2000" b="1" dirty="0">
                <a:solidFill>
                  <a:srgbClr val="0070C0"/>
                </a:solidFill>
                <a:latin typeface="Arial" panose="020B0604020202020204" pitchFamily="34" charset="0"/>
                <a:cs typeface="Arial" panose="020B0604020202020204" pitchFamily="34" charset="0"/>
              </a:rPr>
              <a:t>"routing": {			</a:t>
            </a:r>
            <a:br>
              <a:rPr lang="en-US" sz="2000" b="1" dirty="0">
                <a:solidFill>
                  <a:srgbClr val="0070C0"/>
                </a:solidFill>
                <a:latin typeface="Arial" panose="020B0604020202020204" pitchFamily="34" charset="0"/>
                <a:cs typeface="Arial" panose="020B0604020202020204" pitchFamily="34" charset="0"/>
              </a:rPr>
            </a:br>
            <a:r>
              <a:rPr lang="en-US" sz="2000" b="1" dirty="0">
                <a:solidFill>
                  <a:srgbClr val="0070C0"/>
                </a:solidFill>
                <a:latin typeface="Arial" panose="020B0604020202020204" pitchFamily="34" charset="0"/>
                <a:cs typeface="Arial" panose="020B0604020202020204" pitchFamily="34" charset="0"/>
              </a:rPr>
              <a:t>		"allocation": {				</a:t>
            </a:r>
            <a:br>
              <a:rPr lang="en-US" sz="2000" b="1" dirty="0">
                <a:solidFill>
                  <a:srgbClr val="0070C0"/>
                </a:solidFill>
                <a:latin typeface="Arial" panose="020B0604020202020204" pitchFamily="34" charset="0"/>
                <a:cs typeface="Arial" panose="020B0604020202020204" pitchFamily="34" charset="0"/>
              </a:rPr>
            </a:br>
            <a:r>
              <a:rPr lang="en-US" sz="2000" b="1" dirty="0">
                <a:solidFill>
                  <a:srgbClr val="0070C0"/>
                </a:solidFill>
                <a:latin typeface="Arial" panose="020B0604020202020204" pitchFamily="34" charset="0"/>
                <a:cs typeface="Arial" panose="020B0604020202020204" pitchFamily="34" charset="0"/>
              </a:rPr>
              <a:t>			"include": {					</a:t>
            </a:r>
            <a:br>
              <a:rPr lang="en-US" sz="2000" b="1" dirty="0">
                <a:solidFill>
                  <a:srgbClr val="0070C0"/>
                </a:solidFill>
                <a:latin typeface="Arial" panose="020B0604020202020204" pitchFamily="34" charset="0"/>
                <a:cs typeface="Arial" panose="020B0604020202020204" pitchFamily="34" charset="0"/>
              </a:rPr>
            </a:br>
            <a:r>
              <a:rPr lang="en-US" sz="2000" b="1" dirty="0">
                <a:solidFill>
                  <a:srgbClr val="0070C0"/>
                </a:solidFill>
                <a:latin typeface="Arial" panose="020B0604020202020204" pitchFamily="34" charset="0"/>
                <a:cs typeface="Arial" panose="020B0604020202020204" pitchFamily="34" charset="0"/>
              </a:rPr>
              <a:t>				"_</a:t>
            </a:r>
            <a:r>
              <a:rPr lang="en-US" sz="2000" b="1" dirty="0" err="1">
                <a:solidFill>
                  <a:srgbClr val="0070C0"/>
                </a:solidFill>
                <a:latin typeface="Arial" panose="020B0604020202020204" pitchFamily="34" charset="0"/>
                <a:cs typeface="Arial" panose="020B0604020202020204" pitchFamily="34" charset="0"/>
              </a:rPr>
              <a:t>tier_preference</a:t>
            </a:r>
            <a:r>
              <a:rPr lang="en-US" sz="2000" b="1" dirty="0">
                <a:solidFill>
                  <a:srgbClr val="0070C0"/>
                </a:solidFill>
                <a:latin typeface="Arial" panose="020B0604020202020204" pitchFamily="34" charset="0"/>
                <a:cs typeface="Arial" panose="020B0604020202020204" pitchFamily="34" charset="0"/>
              </a:rPr>
              <a:t>": "</a:t>
            </a:r>
            <a:r>
              <a:rPr lang="en-US" sz="2000" b="1" dirty="0" err="1">
                <a:solidFill>
                  <a:srgbClr val="0070C0"/>
                </a:solidFill>
                <a:latin typeface="Arial" panose="020B0604020202020204" pitchFamily="34" charset="0"/>
                <a:cs typeface="Arial" panose="020B0604020202020204" pitchFamily="34" charset="0"/>
              </a:rPr>
              <a:t>data_content</a:t>
            </a:r>
            <a:r>
              <a:rPr lang="en-US" sz="2000" b="1" dirty="0">
                <a:solidFill>
                  <a:srgbClr val="0070C0"/>
                </a:solidFill>
                <a:latin typeface="Arial" panose="020B0604020202020204" pitchFamily="34" charset="0"/>
                <a:cs typeface="Arial" panose="020B0604020202020204" pitchFamily="34" charset="0"/>
              </a:rPr>
              <a:t>"				</a:t>
            </a:r>
            <a:br>
              <a:rPr lang="en-US" sz="2000" b="1" dirty="0">
                <a:solidFill>
                  <a:srgbClr val="0070C0"/>
                </a:solidFill>
                <a:latin typeface="Arial" panose="020B0604020202020204" pitchFamily="34" charset="0"/>
                <a:cs typeface="Arial" panose="020B0604020202020204" pitchFamily="34" charset="0"/>
              </a:rPr>
            </a:br>
            <a:r>
              <a:rPr lang="en-US" sz="2000" b="1" dirty="0">
                <a:solidFill>
                  <a:srgbClr val="0070C0"/>
                </a:solidFill>
                <a:latin typeface="Arial" panose="020B0604020202020204" pitchFamily="34" charset="0"/>
                <a:cs typeface="Arial" panose="020B0604020202020204" pitchFamily="34" charset="0"/>
              </a:rPr>
              <a:t>			}			</a:t>
            </a:r>
            <a:br>
              <a:rPr lang="en-US" sz="2000" b="1" dirty="0">
                <a:solidFill>
                  <a:srgbClr val="0070C0"/>
                </a:solidFill>
                <a:latin typeface="Arial" panose="020B0604020202020204" pitchFamily="34" charset="0"/>
                <a:cs typeface="Arial" panose="020B0604020202020204" pitchFamily="34" charset="0"/>
              </a:rPr>
            </a:br>
            <a:r>
              <a:rPr lang="en-US" sz="2000" b="1" dirty="0">
                <a:solidFill>
                  <a:srgbClr val="0070C0"/>
                </a:solidFill>
                <a:latin typeface="Arial" panose="020B0604020202020204" pitchFamily="34" charset="0"/>
                <a:cs typeface="Arial" panose="020B0604020202020204" pitchFamily="34" charset="0"/>
              </a:rPr>
              <a:t>		}		</a:t>
            </a:r>
            <a:br>
              <a:rPr lang="en-US" sz="2000" b="1" dirty="0">
                <a:solidFill>
                  <a:srgbClr val="0070C0"/>
                </a:solidFill>
                <a:latin typeface="Arial" panose="020B0604020202020204" pitchFamily="34" charset="0"/>
                <a:cs typeface="Arial" panose="020B0604020202020204" pitchFamily="34" charset="0"/>
              </a:rPr>
            </a:br>
            <a:r>
              <a:rPr lang="en-US" sz="2000" b="1" dirty="0">
                <a:solidFill>
                  <a:srgbClr val="0070C0"/>
                </a:solidFill>
                <a:latin typeface="Arial" panose="020B0604020202020204" pitchFamily="34" charset="0"/>
                <a:cs typeface="Arial" panose="020B0604020202020204" pitchFamily="34" charset="0"/>
              </a:rPr>
              <a:t>	</a:t>
            </a:r>
            <a:r>
              <a:rPr lang="en-US" sz="2000" b="1" dirty="0">
                <a:solidFill>
                  <a:srgbClr val="0070C0"/>
                </a:solidFill>
                <a:highlight>
                  <a:srgbClr val="FFFF00"/>
                </a:highlight>
                <a:latin typeface="Arial" panose="020B0604020202020204" pitchFamily="34" charset="0"/>
                <a:cs typeface="Arial" panose="020B0604020202020204" pitchFamily="34" charset="0"/>
              </a:rPr>
              <a:t>},</a:t>
            </a:r>
            <a:br>
              <a:rPr lang="en-US" sz="2000" b="1" dirty="0">
                <a:solidFill>
                  <a:srgbClr val="0070C0"/>
                </a:solidFill>
                <a:highlight>
                  <a:srgbClr val="FFFF00"/>
                </a:highlight>
                <a:latin typeface="Arial" panose="020B0604020202020204" pitchFamily="34" charset="0"/>
                <a:cs typeface="Arial" panose="020B0604020202020204" pitchFamily="34" charset="0"/>
              </a:rPr>
            </a:br>
            <a:r>
              <a:rPr lang="en-US" sz="2000" b="1" dirty="0">
                <a:solidFill>
                  <a:srgbClr val="0070C0"/>
                </a:solidFill>
                <a:latin typeface="Arial" panose="020B0604020202020204" pitchFamily="34" charset="0"/>
                <a:cs typeface="Arial" panose="020B0604020202020204" pitchFamily="34" charset="0"/>
              </a:rPr>
              <a:t>4.</a:t>
            </a:r>
            <a:br>
              <a:rPr lang="en-US" sz="2000" b="1" dirty="0">
                <a:solidFill>
                  <a:srgbClr val="0070C0"/>
                </a:solidFill>
                <a:highlight>
                  <a:srgbClr val="FFFF00"/>
                </a:highlight>
                <a:latin typeface="Arial" panose="020B0604020202020204" pitchFamily="34" charset="0"/>
                <a:cs typeface="Arial" panose="020B0604020202020204" pitchFamily="34" charset="0"/>
              </a:rPr>
            </a:br>
            <a:br>
              <a:rPr lang="en-US" sz="2000" b="1" dirty="0">
                <a:solidFill>
                  <a:srgbClr val="0070C0"/>
                </a:solidFill>
                <a:latin typeface="Arial" panose="020B0604020202020204" pitchFamily="34" charset="0"/>
                <a:cs typeface="Arial" panose="020B0604020202020204" pitchFamily="34" charset="0"/>
              </a:rPr>
            </a:br>
            <a:r>
              <a:rPr lang="en-US" sz="2000" b="1" dirty="0">
                <a:solidFill>
                  <a:srgbClr val="0070C0"/>
                </a:solidFill>
                <a:latin typeface="Arial" panose="020B0604020202020204" pitchFamily="34" charset="0"/>
                <a:cs typeface="Arial" panose="020B0604020202020204" pitchFamily="34" charset="0"/>
              </a:rPr>
              <a:t>	"</a:t>
            </a:r>
            <a:r>
              <a:rPr lang="en-US" sz="2000" b="1" dirty="0" err="1">
                <a:solidFill>
                  <a:srgbClr val="0070C0"/>
                </a:solidFill>
                <a:latin typeface="Arial" panose="020B0604020202020204" pitchFamily="34" charset="0"/>
                <a:cs typeface="Arial" panose="020B0604020202020204" pitchFamily="34" charset="0"/>
              </a:rPr>
              <a:t>doc_data</a:t>
            </a:r>
            <a:r>
              <a:rPr lang="en-US" sz="2000" b="1" dirty="0">
                <a:solidFill>
                  <a:srgbClr val="0070C0"/>
                </a:solidFill>
                <a:latin typeface="Arial" panose="020B0604020202020204" pitchFamily="34" charset="0"/>
                <a:cs typeface="Arial" panose="020B0604020202020204" pitchFamily="34" charset="0"/>
              </a:rPr>
              <a:t>": {        </a:t>
            </a:r>
            <a:br>
              <a:rPr lang="en-US" sz="2000" b="1" dirty="0">
                <a:solidFill>
                  <a:srgbClr val="0070C0"/>
                </a:solidFill>
                <a:latin typeface="Arial" panose="020B0604020202020204" pitchFamily="34" charset="0"/>
                <a:cs typeface="Arial" panose="020B0604020202020204" pitchFamily="34" charset="0"/>
              </a:rPr>
            </a:br>
            <a:r>
              <a:rPr lang="en-US" sz="2000" b="1" dirty="0">
                <a:solidFill>
                  <a:srgbClr val="0070C0"/>
                </a:solidFill>
                <a:latin typeface="Arial" panose="020B0604020202020204" pitchFamily="34" charset="0"/>
                <a:cs typeface="Arial" panose="020B0604020202020204" pitchFamily="34" charset="0"/>
              </a:rPr>
              <a:t>		"aliases": </a:t>
            </a:r>
            <a:r>
              <a:rPr lang="en-US" sz="2000" b="1" dirty="0">
                <a:solidFill>
                  <a:srgbClr val="0070C0"/>
                </a:solidFill>
                <a:highlight>
                  <a:srgbClr val="FFFF00"/>
                </a:highlight>
                <a:latin typeface="Arial" panose="020B0604020202020204" pitchFamily="34" charset="0"/>
                <a:cs typeface="Arial" panose="020B0604020202020204" pitchFamily="34" charset="0"/>
              </a:rPr>
              <a:t>{},</a:t>
            </a:r>
            <a:br>
              <a:rPr lang="en-US" sz="2000" b="1" dirty="0">
                <a:solidFill>
                  <a:srgbClr val="0070C0"/>
                </a:solidFill>
                <a:latin typeface="Arial" panose="020B0604020202020204" pitchFamily="34" charset="0"/>
                <a:cs typeface="Arial" panose="020B0604020202020204" pitchFamily="34" charset="0"/>
              </a:rPr>
            </a:br>
            <a:r>
              <a:rPr lang="en-US" sz="2000" b="1" dirty="0">
                <a:solidFill>
                  <a:srgbClr val="0070C0"/>
                </a:solidFill>
                <a:latin typeface="Arial" panose="020B0604020202020204" pitchFamily="34" charset="0"/>
                <a:cs typeface="Arial" panose="020B0604020202020204" pitchFamily="34" charset="0"/>
              </a:rPr>
              <a:t>5.</a:t>
            </a:r>
            <a:br>
              <a:rPr lang="en-US" sz="2000" b="1" dirty="0">
                <a:solidFill>
                  <a:srgbClr val="0070C0"/>
                </a:solidFill>
                <a:latin typeface="Arial" panose="020B0604020202020204" pitchFamily="34" charset="0"/>
                <a:cs typeface="Arial" panose="020B0604020202020204" pitchFamily="34" charset="0"/>
              </a:rPr>
            </a:br>
            <a:r>
              <a:rPr lang="en-US" sz="2000" b="1" dirty="0">
                <a:solidFill>
                  <a:srgbClr val="0070C0"/>
                </a:solidFill>
                <a:latin typeface="Arial" panose="020B0604020202020204" pitchFamily="34" charset="0"/>
                <a:cs typeface="Arial" panose="020B0604020202020204" pitchFamily="34" charset="0"/>
              </a:rPr>
              <a:t>	Extra "}" at the end</a:t>
            </a:r>
          </a:p>
        </p:txBody>
      </p:sp>
    </p:spTree>
    <p:extLst>
      <p:ext uri="{BB962C8B-B14F-4D97-AF65-F5344CB8AC3E}">
        <p14:creationId xmlns:p14="http://schemas.microsoft.com/office/powerpoint/2010/main" val="2551377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391514" y="1716478"/>
            <a:ext cx="4233863" cy="908189"/>
          </a:xfrm>
          <a:prstGeom prst="rect">
            <a:avLst/>
          </a:prstGeom>
        </p:spPr>
        <p:txBody>
          <a:bodyPr/>
          <a:lstStyle/>
          <a:p>
            <a:r>
              <a:rPr lang="en-US"/>
              <a:t>THANK YOU</a:t>
            </a:r>
          </a:p>
        </p:txBody>
      </p:sp>
    </p:spTree>
    <p:extLst>
      <p:ext uri="{BB962C8B-B14F-4D97-AF65-F5344CB8AC3E}">
        <p14:creationId xmlns:p14="http://schemas.microsoft.com/office/powerpoint/2010/main" val="3094778329"/>
      </p:ext>
    </p:extLst>
  </p:cSld>
  <p:clrMapOvr>
    <a:masterClrMapping/>
  </p:clrMapOvr>
  <p:transition spd="med"/>
</p:sld>
</file>

<file path=ppt/theme/theme1.xml><?xml version="1.0" encoding="utf-8"?>
<a:theme xmlns:a="http://schemas.openxmlformats.org/drawingml/2006/main" name="Infosys Template 1">
  <a:themeElements>
    <a:clrScheme name="Custom 1">
      <a:dk1>
        <a:srgbClr val="000000"/>
      </a:dk1>
      <a:lt1>
        <a:srgbClr val="FFFFFF"/>
      </a:lt1>
      <a:dk2>
        <a:srgbClr val="A7A7A7"/>
      </a:dk2>
      <a:lt2>
        <a:srgbClr val="535353"/>
      </a:lt2>
      <a:accent1>
        <a:srgbClr val="F16C00"/>
      </a:accent1>
      <a:accent2>
        <a:srgbClr val="00517E"/>
      </a:accent2>
      <a:accent3>
        <a:srgbClr val="3F3F3F"/>
      </a:accent3>
      <a:accent4>
        <a:srgbClr val="F16C51"/>
      </a:accent4>
      <a:accent5>
        <a:srgbClr val="007CC3"/>
      </a:accent5>
      <a:accent6>
        <a:srgbClr val="595959"/>
      </a:accent6>
      <a:hlink>
        <a:srgbClr val="0000FF"/>
      </a:hlink>
      <a:folHlink>
        <a:srgbClr val="FF00FF"/>
      </a:folHlink>
    </a:clrScheme>
    <a:fontScheme name="Infosys Template 1">
      <a:majorFont>
        <a:latin typeface="Helvetica"/>
        <a:ea typeface="Helvetica"/>
        <a:cs typeface="Helvetica"/>
      </a:majorFont>
      <a:minorFont>
        <a:latin typeface="Calibri"/>
        <a:ea typeface="Calibri"/>
        <a:cs typeface="Calibri"/>
      </a:minorFont>
    </a:fontScheme>
    <a:fmtScheme name="Infosys Template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199DD"/>
        </a:solidFill>
        <a:ln w="25400" cap="flat">
          <a:noFill/>
          <a:prstDash val="solid"/>
          <a:round/>
        </a:ln>
        <a:effectLst/>
        <a:sp3d/>
      </a:spPr>
      <a:bodyPr rot="0" spcFirstLastPara="1" vertOverflow="overflow" horzOverflow="overflow" vert="horz" wrap="square" lIns="45719" tIns="45719" rIns="45719" bIns="45719" numCol="1" spcCol="38100" rtlCol="0" anchor="ctr">
        <a:no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1_Infosys Template 1">
  <a:themeElements>
    <a:clrScheme name="Custom 1">
      <a:dk1>
        <a:srgbClr val="000000"/>
      </a:dk1>
      <a:lt1>
        <a:srgbClr val="FFFFFF"/>
      </a:lt1>
      <a:dk2>
        <a:srgbClr val="A7A7A7"/>
      </a:dk2>
      <a:lt2>
        <a:srgbClr val="535353"/>
      </a:lt2>
      <a:accent1>
        <a:srgbClr val="F16C00"/>
      </a:accent1>
      <a:accent2>
        <a:srgbClr val="00517E"/>
      </a:accent2>
      <a:accent3>
        <a:srgbClr val="3F3F3F"/>
      </a:accent3>
      <a:accent4>
        <a:srgbClr val="F16C51"/>
      </a:accent4>
      <a:accent5>
        <a:srgbClr val="007CC3"/>
      </a:accent5>
      <a:accent6>
        <a:srgbClr val="595959"/>
      </a:accent6>
      <a:hlink>
        <a:srgbClr val="0000FF"/>
      </a:hlink>
      <a:folHlink>
        <a:srgbClr val="FF00FF"/>
      </a:folHlink>
    </a:clrScheme>
    <a:fontScheme name="Infosys Template 1">
      <a:majorFont>
        <a:latin typeface="Helvetica"/>
        <a:ea typeface="Helvetica"/>
        <a:cs typeface="Helvetica"/>
      </a:majorFont>
      <a:minorFont>
        <a:latin typeface="Calibri"/>
        <a:ea typeface="Calibri"/>
        <a:cs typeface="Calibri"/>
      </a:minorFont>
    </a:fontScheme>
    <a:fmtScheme name="Infosys Template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199DD"/>
        </a:solidFill>
        <a:ln w="25400" cap="flat">
          <a:noFill/>
          <a:prstDash val="solid"/>
          <a:round/>
        </a:ln>
        <a:effectLst/>
        <a:sp3d/>
      </a:spPr>
      <a:bodyPr rot="0" spcFirstLastPara="1" vertOverflow="overflow" horzOverflow="overflow" vert="horz" wrap="square" lIns="45719" tIns="45719" rIns="45719" bIns="45719" numCol="1" spcCol="38100" rtlCol="0" anchor="ctr">
        <a:no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44D5A9F52A390438E3B122A666B31F9" ma:contentTypeVersion="13" ma:contentTypeDescription="Create a new document." ma:contentTypeScope="" ma:versionID="02491ed7db2b7ecb4902eea0663df0cb">
  <xsd:schema xmlns:xsd="http://www.w3.org/2001/XMLSchema" xmlns:xs="http://www.w3.org/2001/XMLSchema" xmlns:p="http://schemas.microsoft.com/office/2006/metadata/properties" xmlns:ns3="7a344cf7-63a4-4853-a44d-6499b0cacc52" xmlns:ns4="0e93e719-1c88-457a-9bf1-2a71cc9b23f5" targetNamespace="http://schemas.microsoft.com/office/2006/metadata/properties" ma:root="true" ma:fieldsID="831aae65bdaa77a203d7bab948ad91ef" ns3:_="" ns4:_="">
    <xsd:import namespace="7a344cf7-63a4-4853-a44d-6499b0cacc52"/>
    <xsd:import namespace="0e93e719-1c88-457a-9bf1-2a71cc9b23f5"/>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Location" minOccurs="0"/>
                <xsd:element ref="ns3:MediaServiceGenerationTime" minOccurs="0"/>
                <xsd:element ref="ns3:MediaServiceEventHashCode" minOccurs="0"/>
                <xsd:element ref="ns3:MediaServiceAutoKeyPoints" minOccurs="0"/>
                <xsd:element ref="ns3:MediaServiceKeyPoints"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344cf7-63a4-4853-a44d-6499b0cacc5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e93e719-1c88-457a-9bf1-2a71cc9b23f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DEFC6D-D1F6-4310-AE08-9B3704F431BB}">
  <ds:schemaRefs>
    <ds:schemaRef ds:uri="http://schemas.microsoft.com/sharepoint/v3/contenttype/forms"/>
  </ds:schemaRefs>
</ds:datastoreItem>
</file>

<file path=customXml/itemProps2.xml><?xml version="1.0" encoding="utf-8"?>
<ds:datastoreItem xmlns:ds="http://schemas.openxmlformats.org/officeDocument/2006/customXml" ds:itemID="{29A4DEE0-3C8D-4B23-90A0-68F11E3C8776}">
  <ds:schemaRefs>
    <ds:schemaRef ds:uri="7a344cf7-63a4-4853-a44d-6499b0cacc52"/>
    <ds:schemaRef ds:uri="http://www.w3.org/XML/1998/namespace"/>
    <ds:schemaRef ds:uri="http://purl.org/dc/elements/1.1/"/>
    <ds:schemaRef ds:uri="http://purl.org/dc/terms/"/>
    <ds:schemaRef ds:uri="http://schemas.microsoft.com/office/2006/documentManagement/types"/>
    <ds:schemaRef ds:uri="http://schemas.microsoft.com/office/infopath/2007/PartnerControls"/>
    <ds:schemaRef ds:uri="http://purl.org/dc/dcmitype/"/>
    <ds:schemaRef ds:uri="http://schemas.openxmlformats.org/package/2006/metadata/core-properties"/>
    <ds:schemaRef ds:uri="0e93e719-1c88-457a-9bf1-2a71cc9b23f5"/>
    <ds:schemaRef ds:uri="http://schemas.microsoft.com/office/2006/metadata/properties"/>
  </ds:schemaRefs>
</ds:datastoreItem>
</file>

<file path=customXml/itemProps3.xml><?xml version="1.0" encoding="utf-8"?>
<ds:datastoreItem xmlns:ds="http://schemas.openxmlformats.org/officeDocument/2006/customXml" ds:itemID="{158411CF-83EF-451A-B6A8-BD77310CC422}">
  <ds:schemaRefs>
    <ds:schemaRef ds:uri="0e93e719-1c88-457a-9bf1-2a71cc9b23f5"/>
    <ds:schemaRef ds:uri="7a344cf7-63a4-4853-a44d-6499b0cacc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66007</TotalTime>
  <Words>268</Words>
  <Application>Microsoft Office PowerPoint</Application>
  <PresentationFormat>Widescreen</PresentationFormat>
  <Paragraphs>6</Paragraphs>
  <Slides>4</Slides>
  <Notes>1</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4</vt:i4>
      </vt:variant>
    </vt:vector>
  </HeadingPairs>
  <TitlesOfParts>
    <vt:vector size="8" baseType="lpstr">
      <vt:lpstr>Arial</vt:lpstr>
      <vt:lpstr>Calibri</vt:lpstr>
      <vt:lpstr>Infosys Template 1</vt:lpstr>
      <vt:lpstr>1_Infosys Template 1</vt:lpstr>
      <vt:lpstr>P&amp;G Innovative Business Services - IDQ    Create Index Name           </vt:lpstr>
      <vt:lpstr>Create Index from Postman:  1. Print existing schema  GET : http://137.182.150.29:9303/doc_data PUT : http://137.182.150.29:9303/doc_data  SIT: GET: https://azl-spcapsesn11.xnp-cloud-pg.com:9200/object_data PUT: https://azl-spcapsesn11.xnp-cloud-pg.com:9200/object_data  Follow Below Steps: 1.     ,  "uuid": "7jhWbAvwQKytadmU3UeIYA",  "version":  {    "created": "7160399“  } </vt:lpstr>
      <vt:lpstr>2.     "provided_name": "doc_data",      "creation_date": "1653553847112",   3.   "routing": {      "allocation": {        "include": {          "_tier_preference": "data_content"        }      }    }, 4.   "doc_data": {           "aliases": {}, 5.  Extra "}" at the end</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P&amp;G Innovative Business Services – IDQ    Break Fix  DSM Operations Team</dc:title>
  <dc:creator>Surendra Ramesh Patil</dc:creator>
  <cp:lastModifiedBy>Jwala Narasimha Rao Unnam</cp:lastModifiedBy>
  <cp:revision>2860</cp:revision>
  <dcterms:created xsi:type="dcterms:W3CDTF">2020-11-12T06:48:26Z</dcterms:created>
  <dcterms:modified xsi:type="dcterms:W3CDTF">2023-04-09T12:02:31Z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e4b3411-284d-4d31-bd4f-bc13ef7f1fd6_Enabled">
    <vt:lpwstr>True</vt:lpwstr>
  </property>
  <property fmtid="{D5CDD505-2E9C-101B-9397-08002B2CF9AE}" pid="3" name="MSIP_Label_be4b3411-284d-4d31-bd4f-bc13ef7f1fd6_SiteId">
    <vt:lpwstr>63ce7d59-2f3e-42cd-a8cc-be764cff5eb6</vt:lpwstr>
  </property>
  <property fmtid="{D5CDD505-2E9C-101B-9397-08002B2CF9AE}" pid="4" name="MSIP_Label_be4b3411-284d-4d31-bd4f-bc13ef7f1fd6_Owner">
    <vt:lpwstr>Surendra_Patil@ad.infosys.com</vt:lpwstr>
  </property>
  <property fmtid="{D5CDD505-2E9C-101B-9397-08002B2CF9AE}" pid="5" name="MSIP_Label_be4b3411-284d-4d31-bd4f-bc13ef7f1fd6_SetDate">
    <vt:lpwstr>2020-11-12T07:15:16.6695573Z</vt:lpwstr>
  </property>
  <property fmtid="{D5CDD505-2E9C-101B-9397-08002B2CF9AE}" pid="6" name="MSIP_Label_be4b3411-284d-4d31-bd4f-bc13ef7f1fd6_Name">
    <vt:lpwstr>Internal</vt:lpwstr>
  </property>
  <property fmtid="{D5CDD505-2E9C-101B-9397-08002B2CF9AE}" pid="7" name="MSIP_Label_be4b3411-284d-4d31-bd4f-bc13ef7f1fd6_Application">
    <vt:lpwstr>Microsoft Azure Information Protection</vt:lpwstr>
  </property>
  <property fmtid="{D5CDD505-2E9C-101B-9397-08002B2CF9AE}" pid="8" name="MSIP_Label_be4b3411-284d-4d31-bd4f-bc13ef7f1fd6_ActionId">
    <vt:lpwstr>bbf28a44-74f4-4e48-a7b2-b8ebce7c32ad</vt:lpwstr>
  </property>
  <property fmtid="{D5CDD505-2E9C-101B-9397-08002B2CF9AE}" pid="9" name="MSIP_Label_be4b3411-284d-4d31-bd4f-bc13ef7f1fd6_Extended_MSFT_Method">
    <vt:lpwstr>Automatic</vt:lpwstr>
  </property>
  <property fmtid="{D5CDD505-2E9C-101B-9397-08002B2CF9AE}" pid="10" name="ContentTypeId">
    <vt:lpwstr>0x010100844D5A9F52A390438E3B122A666B31F9</vt:lpwstr>
  </property>
  <property fmtid="{D5CDD505-2E9C-101B-9397-08002B2CF9AE}" pid="11" name="MSIP_Label_a0819fa7-4367-4500-ba88-dd630d977609_Enabled">
    <vt:lpwstr>true</vt:lpwstr>
  </property>
  <property fmtid="{D5CDD505-2E9C-101B-9397-08002B2CF9AE}" pid="12" name="MSIP_Label_a0819fa7-4367-4500-ba88-dd630d977609_SetDate">
    <vt:lpwstr>2021-11-09T07:13:29Z</vt:lpwstr>
  </property>
  <property fmtid="{D5CDD505-2E9C-101B-9397-08002B2CF9AE}" pid="13" name="MSIP_Label_a0819fa7-4367-4500-ba88-dd630d977609_Method">
    <vt:lpwstr>Standard</vt:lpwstr>
  </property>
  <property fmtid="{D5CDD505-2E9C-101B-9397-08002B2CF9AE}" pid="14" name="MSIP_Label_a0819fa7-4367-4500-ba88-dd630d977609_Name">
    <vt:lpwstr>a0819fa7-4367-4500-ba88-dd630d977609</vt:lpwstr>
  </property>
  <property fmtid="{D5CDD505-2E9C-101B-9397-08002B2CF9AE}" pid="15" name="MSIP_Label_a0819fa7-4367-4500-ba88-dd630d977609_SiteId">
    <vt:lpwstr>63ce7d59-2f3e-42cd-a8cc-be764cff5eb6</vt:lpwstr>
  </property>
  <property fmtid="{D5CDD505-2E9C-101B-9397-08002B2CF9AE}" pid="16" name="MSIP_Label_a0819fa7-4367-4500-ba88-dd630d977609_ActionId">
    <vt:lpwstr>bbf28a44-74f4-4e48-a7b2-b8ebce7c32ad</vt:lpwstr>
  </property>
  <property fmtid="{D5CDD505-2E9C-101B-9397-08002B2CF9AE}" pid="17" name="MSIP_Label_a0819fa7-4367-4500-ba88-dd630d977609_ContentBits">
    <vt:lpwstr>0</vt:lpwstr>
  </property>
</Properties>
</file>