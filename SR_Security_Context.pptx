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76DAA-41EA-47E0-A70E-2B64CF98E0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14C1D1-A6D3-40B1-B38D-E5226EAFFB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81AD4-4EDE-481C-8104-AFBA4E32A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7BB4D-145B-47C1-ACE0-15B4F6D11138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572C1-08BF-4EE8-8FEC-D3BE55F61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896BC-0BFF-4C6D-9967-BE5BFB009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1FD6-5A69-4BDC-B611-0C53EF004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725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B6F81-5E60-44DF-AF2C-112AE10B1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33491-B3E0-474B-8432-3000C1C96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A9B526-27DC-482C-9921-352D621DB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7BB4D-145B-47C1-ACE0-15B4F6D11138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D7D426-3EFA-498C-9093-3ED4FF920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02167A-095D-4ABC-AD1E-76931A6B9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1FD6-5A69-4BDC-B611-0C53EF004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759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DC973-C46A-4452-8804-999420C96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902FCF-F32B-4F9B-9B8B-A3D37E312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A66C8-9739-4BD2-B963-0A5243387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7BB4D-145B-47C1-ACE0-15B4F6D11138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1DDC0-662E-447E-A705-67A2A7880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ECCEE-0C7B-49AB-9E7B-8D07A14C8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1FD6-5A69-4BDC-B611-0C53EF004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386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9D3B8-3CFF-4EDB-8D9F-D96358A77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3BEB9-526B-4F05-892C-169327F6F1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CE83EF-32BA-49E5-998E-A9B9713D3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A1D2BA-F686-4362-B97E-17EBE36CD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7BB4D-145B-47C1-ACE0-15B4F6D11138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327B87-38DE-4405-B34E-DD315E111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5F1AC6-BF11-4B4B-BF3C-887812F74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1FD6-5A69-4BDC-B611-0C53EF004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977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C2125-96AD-41AE-B94D-C91E2549A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3BB32D-8898-4DDE-AE46-0ED4B539BD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DBE4FF-453A-4ED4-BCAC-51E87D1444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9E24CD-4B26-47E7-BB4A-B321AF191B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010618-3E4D-46F0-B27D-09F92BFF49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85DE4A-C237-477A-A570-C92BF689F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7BB4D-145B-47C1-ACE0-15B4F6D11138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C22201-F870-4CBC-9271-EC873EFE9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B4F9FB-74B8-4F2B-8D3A-0774D0C66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1FD6-5A69-4BDC-B611-0C53EF004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166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E48F3-0348-46C2-9AE6-4C3940991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180D2C-EEE3-43BB-92C5-5E06C3419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7BB4D-145B-47C1-ACE0-15B4F6D11138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A57002-C79C-4059-B07E-AF0F17197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F55A73-5240-4DBD-94F7-EE24419AA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1FD6-5A69-4BDC-B611-0C53EF004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603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D32E7E-6C68-4894-8B78-34F29F730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7BB4D-145B-47C1-ACE0-15B4F6D11138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C41D4C-69D3-4857-B554-DFCA2229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5AC86-11B2-4B3A-AF56-B9E91F147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1FD6-5A69-4BDC-B611-0C53EF004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580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A99E0-2538-41A0-B92C-67EF426F4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8D964-5EC2-466D-A4CC-D0B7072D4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58EB81-5435-413A-BE13-F925B61E11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63F083-D82F-4C8D-8577-C7EFD1E8D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7BB4D-145B-47C1-ACE0-15B4F6D11138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54A343-B847-4D44-855A-5AB75C3E5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23E21D-2A52-4A2B-8809-F19EC8AEC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1FD6-5A69-4BDC-B611-0C53EF004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512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789EE-296B-4455-B3D0-FCD0D93BD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2A1E86-B4CA-4F19-A3BA-3CCFEFEE33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01AFA-A6C1-4F95-8E5E-727C7B247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51D1E2-4EC2-4554-98B6-13E8B85EA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7BB4D-145B-47C1-ACE0-15B4F6D11138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3E56FE-445E-416B-81A1-DFCB61ABF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67BF8-1A88-49F5-8B46-125E109E8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1FD6-5A69-4BDC-B611-0C53EF004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405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18FC0-B5A7-44D3-A879-7BC69A216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D9F073-F9E3-41A1-A2D8-D6B7B4794B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2E36B-7A5F-4368-A576-7BFDF954E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7BB4D-145B-47C1-ACE0-15B4F6D11138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73E65-07D4-486A-9137-A0CEF68BC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FDB29F-0C98-44EF-993A-5B45CBF21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1FD6-5A69-4BDC-B611-0C53EF004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453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4F7D5B-03C3-4E8C-8BAF-0AC70B8C58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F389F2-86CC-489A-879A-0680AC95AF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663E2-AB1C-4E5E-BA46-31D6D8A6A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7BB4D-145B-47C1-ACE0-15B4F6D11138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823B0-2A8D-449A-9B70-A5AA23658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90ABD-ED28-4463-8379-78113416C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1FD6-5A69-4BDC-B611-0C53EF004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933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C160A0-3B8C-4633-B074-6E5B1ACB1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81FFA8-3BB0-49AC-B974-073FA6F9E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F6680B-15F2-44C4-94CB-E6C4FF0334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57BB4D-145B-47C1-ACE0-15B4F6D11138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75A04-C2A3-4906-97A6-C42B2FFEEA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A05F51-0EA7-4040-BBE5-DB43103CB3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8F1FD6-5A69-4BDC-B611-0C53EF004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201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" name="Group 172">
            <a:extLst>
              <a:ext uri="{FF2B5EF4-FFF2-40B4-BE49-F238E27FC236}">
                <a16:creationId xmlns:a16="http://schemas.microsoft.com/office/drawing/2014/main" id="{692E4635-AB11-42BE-A78E-D3D09EDDA837}"/>
              </a:ext>
            </a:extLst>
          </p:cNvPr>
          <p:cNvGrpSpPr/>
          <p:nvPr/>
        </p:nvGrpSpPr>
        <p:grpSpPr>
          <a:xfrm>
            <a:off x="301455" y="12983"/>
            <a:ext cx="12775906" cy="6586220"/>
            <a:chOff x="301455" y="12983"/>
            <a:chExt cx="12775906" cy="658622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EAD7A72E-43A1-480D-9804-1C57FC288FA5}"/>
                </a:ext>
              </a:extLst>
            </p:cNvPr>
            <p:cNvSpPr/>
            <p:nvPr/>
          </p:nvSpPr>
          <p:spPr>
            <a:xfrm>
              <a:off x="301455" y="3944235"/>
              <a:ext cx="1154303" cy="65574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Login User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281B139-5749-4033-AC1D-143F57930C93}"/>
                </a:ext>
              </a:extLst>
            </p:cNvPr>
            <p:cNvSpPr/>
            <p:nvPr/>
          </p:nvSpPr>
          <p:spPr>
            <a:xfrm>
              <a:off x="2556613" y="352951"/>
              <a:ext cx="1205344" cy="48490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PG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B5D4B8D8-087E-45DB-B782-22226FFE340C}"/>
                </a:ext>
              </a:extLst>
            </p:cNvPr>
            <p:cNvCxnSpPr>
              <a:cxnSpLocks/>
            </p:cNvCxnSpPr>
            <p:nvPr/>
          </p:nvCxnSpPr>
          <p:spPr>
            <a:xfrm>
              <a:off x="2089269" y="634030"/>
              <a:ext cx="35129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Diamond 15">
              <a:extLst>
                <a:ext uri="{FF2B5EF4-FFF2-40B4-BE49-F238E27FC236}">
                  <a16:creationId xmlns:a16="http://schemas.microsoft.com/office/drawing/2014/main" id="{D09B3F6C-DB83-4FA3-8450-FCA2F6C9D9D1}"/>
                </a:ext>
              </a:extLst>
            </p:cNvPr>
            <p:cNvSpPr/>
            <p:nvPr/>
          </p:nvSpPr>
          <p:spPr>
            <a:xfrm>
              <a:off x="4389024" y="105592"/>
              <a:ext cx="1440375" cy="1017167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Project Class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A4728DD5-0B2D-4BE8-B353-FB5A1D1E2202}"/>
                </a:ext>
              </a:extLst>
            </p:cNvPr>
            <p:cNvCxnSpPr>
              <a:cxnSpLocks/>
            </p:cNvCxnSpPr>
            <p:nvPr/>
          </p:nvCxnSpPr>
          <p:spPr>
            <a:xfrm>
              <a:off x="3745819" y="605075"/>
              <a:ext cx="692825" cy="1979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F27CD20D-DA94-46B9-868B-2DA854374E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44166" y="12983"/>
              <a:ext cx="4189726" cy="466890"/>
            </a:xfrm>
            <a:prstGeom prst="rect">
              <a:avLst/>
            </a:prstGeom>
          </p:spPr>
        </p:pic>
        <p:cxnSp>
          <p:nvCxnSpPr>
            <p:cNvPr id="25" name="Connector: Curved 24">
              <a:extLst>
                <a:ext uri="{FF2B5EF4-FFF2-40B4-BE49-F238E27FC236}">
                  <a16:creationId xmlns:a16="http://schemas.microsoft.com/office/drawing/2014/main" id="{3653288F-96A4-4FA3-AFBF-B206BEAE7C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86876" y="105757"/>
              <a:ext cx="637250" cy="611833"/>
            </a:xfrm>
            <a:prstGeom prst="curvedConnector3">
              <a:avLst>
                <a:gd name="adj1" fmla="val 50000"/>
              </a:avLst>
            </a:prstGeom>
            <a:noFill/>
            <a:ln w="9525" cap="flat">
              <a:solidFill>
                <a:srgbClr val="FF0000"/>
              </a:solidFill>
              <a:prstDash val="solid"/>
              <a:round/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B60717D2-0522-4A29-8757-C2473544B57B}"/>
                </a:ext>
              </a:extLst>
            </p:cNvPr>
            <p:cNvCxnSpPr>
              <a:cxnSpLocks/>
              <a:stCxn id="16" idx="2"/>
            </p:cNvCxnSpPr>
            <p:nvPr/>
          </p:nvCxnSpPr>
          <p:spPr>
            <a:xfrm>
              <a:off x="5109212" y="1122759"/>
              <a:ext cx="10531" cy="73050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47A045D-B36D-4629-BD59-0E6EB1D29C86}"/>
                </a:ext>
              </a:extLst>
            </p:cNvPr>
            <p:cNvSpPr txBox="1"/>
            <p:nvPr/>
          </p:nvSpPr>
          <p:spPr>
            <a:xfrm>
              <a:off x="7215491" y="644266"/>
              <a:ext cx="8623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FF0000"/>
                  </a:solidFill>
                </a:rPr>
                <a:t>No</a:t>
              </a:r>
              <a:endParaRPr lang="en-US" sz="1400" dirty="0">
                <a:solidFill>
                  <a:srgbClr val="FF0000"/>
                </a:solidFill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C92B0AA-222F-4235-82BD-66B3685B2094}"/>
                </a:ext>
              </a:extLst>
            </p:cNvPr>
            <p:cNvSpPr txBox="1"/>
            <p:nvPr/>
          </p:nvSpPr>
          <p:spPr>
            <a:xfrm>
              <a:off x="5149268" y="1238108"/>
              <a:ext cx="63950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070C0"/>
                  </a:solidFill>
                </a:rPr>
                <a:t>Yes</a:t>
              </a:r>
              <a:endParaRPr lang="en-US" sz="1400" dirty="0">
                <a:solidFill>
                  <a:srgbClr val="0070C0"/>
                </a:solidFill>
              </a:endParaRP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64D706BD-37D6-4520-A081-6237E112220F}"/>
                </a:ext>
              </a:extLst>
            </p:cNvPr>
            <p:cNvCxnSpPr>
              <a:cxnSpLocks/>
            </p:cNvCxnSpPr>
            <p:nvPr/>
          </p:nvCxnSpPr>
          <p:spPr>
            <a:xfrm>
              <a:off x="8561583" y="626844"/>
              <a:ext cx="0" cy="30608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1B8E659-5748-4671-BD16-CABB6FCB2775}"/>
                </a:ext>
              </a:extLst>
            </p:cNvPr>
            <p:cNvCxnSpPr>
              <a:cxnSpLocks/>
            </p:cNvCxnSpPr>
            <p:nvPr/>
          </p:nvCxnSpPr>
          <p:spPr>
            <a:xfrm>
              <a:off x="5737696" y="619900"/>
              <a:ext cx="2834266" cy="1331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Diamond 50">
              <a:extLst>
                <a:ext uri="{FF2B5EF4-FFF2-40B4-BE49-F238E27FC236}">
                  <a16:creationId xmlns:a16="http://schemas.microsoft.com/office/drawing/2014/main" id="{A013DF52-AC88-40ED-A08F-C9FC72801297}"/>
                </a:ext>
              </a:extLst>
            </p:cNvPr>
            <p:cNvSpPr/>
            <p:nvPr/>
          </p:nvSpPr>
          <p:spPr>
            <a:xfrm>
              <a:off x="4309326" y="3886453"/>
              <a:ext cx="1621791" cy="1319732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P-auth</a:t>
              </a:r>
              <a:r>
                <a:rPr lang="en-US" sz="1200" dirty="0"/>
                <a:t> </a:t>
              </a:r>
            </a:p>
            <a:p>
              <a:pPr algn="ctr"/>
              <a:r>
                <a:rPr lang="en-US" b="1" dirty="0">
                  <a:solidFill>
                    <a:srgbClr val="FFFF00"/>
                  </a:solidFill>
                </a:rPr>
                <a:t>vs</a:t>
              </a:r>
              <a:r>
                <a:rPr lang="en-US" sz="1400" dirty="0"/>
                <a:t> </a:t>
              </a:r>
            </a:p>
            <a:p>
              <a:pPr algn="ctr"/>
              <a:r>
                <a:rPr lang="en-US" sz="1400" dirty="0"/>
                <a:t>Project Class</a:t>
              </a: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357ACDD6-71EE-465F-8E01-361FC81105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88137" y="4278477"/>
              <a:ext cx="658" cy="3704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6DD8FFB-08FF-4FE8-B153-80CED8AD570C}"/>
                </a:ext>
              </a:extLst>
            </p:cNvPr>
            <p:cNvSpPr txBox="1"/>
            <p:nvPr/>
          </p:nvSpPr>
          <p:spPr>
            <a:xfrm>
              <a:off x="9224001" y="4832634"/>
              <a:ext cx="5182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No</a:t>
              </a:r>
            </a:p>
          </p:txBody>
        </p: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FC7F590D-CED6-4DA1-AFDB-80C8CC602DEC}"/>
                </a:ext>
              </a:extLst>
            </p:cNvPr>
            <p:cNvSpPr/>
            <p:nvPr/>
          </p:nvSpPr>
          <p:spPr>
            <a:xfrm>
              <a:off x="9777155" y="4946516"/>
              <a:ext cx="1039086" cy="47301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No Access</a:t>
              </a:r>
            </a:p>
          </p:txBody>
        </p:sp>
        <p:sp>
          <p:nvSpPr>
            <p:cNvPr id="61" name="Diamond 60">
              <a:extLst>
                <a:ext uri="{FF2B5EF4-FFF2-40B4-BE49-F238E27FC236}">
                  <a16:creationId xmlns:a16="http://schemas.microsoft.com/office/drawing/2014/main" id="{76D1895B-E6D5-494F-9748-AA09082416FD}"/>
                </a:ext>
              </a:extLst>
            </p:cNvPr>
            <p:cNvSpPr/>
            <p:nvPr/>
          </p:nvSpPr>
          <p:spPr>
            <a:xfrm>
              <a:off x="4234932" y="1879572"/>
              <a:ext cx="1787224" cy="1243660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Project Specific</a:t>
              </a:r>
            </a:p>
          </p:txBody>
        </p: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C8F8681F-BF26-4D2B-A2B8-BE19B1F1A4CF}"/>
                </a:ext>
              </a:extLst>
            </p:cNvPr>
            <p:cNvCxnSpPr>
              <a:cxnSpLocks/>
            </p:cNvCxnSpPr>
            <p:nvPr/>
          </p:nvCxnSpPr>
          <p:spPr>
            <a:xfrm>
              <a:off x="5114476" y="3137300"/>
              <a:ext cx="0" cy="7284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57BB6F69-544B-415E-9057-FA1EA9AA649E}"/>
                </a:ext>
              </a:extLst>
            </p:cNvPr>
            <p:cNvSpPr txBox="1"/>
            <p:nvPr/>
          </p:nvSpPr>
          <p:spPr>
            <a:xfrm>
              <a:off x="4910609" y="5765738"/>
              <a:ext cx="63950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070C0"/>
                  </a:solidFill>
                </a:rPr>
                <a:t>Yes</a:t>
              </a:r>
              <a:endParaRPr lang="en-US" sz="1400" dirty="0">
                <a:solidFill>
                  <a:srgbClr val="0070C0"/>
                </a:solidFill>
              </a:endParaRPr>
            </a:p>
          </p:txBody>
        </p: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30E8B604-B231-458F-82CC-9F7D9EDFBBF1}"/>
                </a:ext>
              </a:extLst>
            </p:cNvPr>
            <p:cNvCxnSpPr>
              <a:cxnSpLocks/>
            </p:cNvCxnSpPr>
            <p:nvPr/>
          </p:nvCxnSpPr>
          <p:spPr>
            <a:xfrm>
              <a:off x="5106787" y="5212869"/>
              <a:ext cx="0" cy="54418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8140B8F-D5C8-46D0-9623-B9CCE6CCF49D}"/>
                </a:ext>
              </a:extLst>
            </p:cNvPr>
            <p:cNvSpPr txBox="1"/>
            <p:nvPr/>
          </p:nvSpPr>
          <p:spPr>
            <a:xfrm>
              <a:off x="6215735" y="4234658"/>
              <a:ext cx="3965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No</a:t>
              </a:r>
            </a:p>
          </p:txBody>
        </p:sp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A63157AB-11BB-4325-95E3-1BD2CE66BDD5}"/>
                </a:ext>
              </a:extLst>
            </p:cNvPr>
            <p:cNvSpPr/>
            <p:nvPr/>
          </p:nvSpPr>
          <p:spPr>
            <a:xfrm>
              <a:off x="6077444" y="4958703"/>
              <a:ext cx="1039086" cy="47301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No Access</a:t>
              </a:r>
            </a:p>
          </p:txBody>
        </p: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D4E69DF2-B056-474C-ABB0-EFE8B3A7A976}"/>
                </a:ext>
              </a:extLst>
            </p:cNvPr>
            <p:cNvGrpSpPr/>
            <p:nvPr/>
          </p:nvGrpSpPr>
          <p:grpSpPr>
            <a:xfrm>
              <a:off x="5936721" y="4537173"/>
              <a:ext cx="652610" cy="280663"/>
              <a:chOff x="7845504" y="4521431"/>
              <a:chExt cx="652610" cy="280663"/>
            </a:xfrm>
          </p:grpSpPr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AB8A04EC-F69D-461D-877A-F50B96D853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45504" y="4523689"/>
                <a:ext cx="647499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0BB55E56-1A34-410D-9CB6-6597C2ECB67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490504" y="4521431"/>
                <a:ext cx="7610" cy="28066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9D104CB-2031-498A-B032-CDB72B763DB5}"/>
                </a:ext>
              </a:extLst>
            </p:cNvPr>
            <p:cNvSpPr txBox="1"/>
            <p:nvPr/>
          </p:nvSpPr>
          <p:spPr>
            <a:xfrm>
              <a:off x="5175837" y="3297474"/>
              <a:ext cx="63950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070C0"/>
                  </a:solidFill>
                </a:rPr>
                <a:t>Yes</a:t>
              </a:r>
              <a:endParaRPr lang="en-US" sz="1400" dirty="0">
                <a:solidFill>
                  <a:srgbClr val="0070C0"/>
                </a:solidFill>
              </a:endParaRPr>
            </a:p>
          </p:txBody>
        </p: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47D49343-DFCC-4B08-BCC8-97D9CCFFECAE}"/>
                </a:ext>
              </a:extLst>
            </p:cNvPr>
            <p:cNvCxnSpPr>
              <a:cxnSpLocks/>
            </p:cNvCxnSpPr>
            <p:nvPr/>
          </p:nvCxnSpPr>
          <p:spPr>
            <a:xfrm>
              <a:off x="8579711" y="5641034"/>
              <a:ext cx="0" cy="4235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3F77AC59-F4EF-4AC8-86AE-DF7917EA6F17}"/>
                </a:ext>
              </a:extLst>
            </p:cNvPr>
            <p:cNvGrpSpPr/>
            <p:nvPr/>
          </p:nvGrpSpPr>
          <p:grpSpPr>
            <a:xfrm>
              <a:off x="7643495" y="1032481"/>
              <a:ext cx="1856935" cy="5566722"/>
              <a:chOff x="8220598" y="1146538"/>
              <a:chExt cx="1856935" cy="5566722"/>
            </a:xfrm>
          </p:grpSpPr>
          <p:sp>
            <p:nvSpPr>
              <p:cNvPr id="38" name="Diamond 37">
                <a:extLst>
                  <a:ext uri="{FF2B5EF4-FFF2-40B4-BE49-F238E27FC236}">
                    <a16:creationId xmlns:a16="http://schemas.microsoft.com/office/drawing/2014/main" id="{F9DD560A-9C2E-4B90-9470-B4212C9F8780}"/>
                  </a:ext>
                </a:extLst>
              </p:cNvPr>
              <p:cNvSpPr/>
              <p:nvPr/>
            </p:nvSpPr>
            <p:spPr>
              <a:xfrm>
                <a:off x="8220598" y="1146538"/>
                <a:ext cx="1856935" cy="1645918"/>
              </a:xfrm>
              <a:prstGeom prst="diamond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HIR Type || </a:t>
                </a:r>
              </a:p>
              <a:p>
                <a:pPr algn="ctr"/>
                <a:r>
                  <a:rPr lang="en-US" sz="1400" dirty="0"/>
                  <a:t>Highly Restricted</a:t>
                </a:r>
                <a:endParaRPr lang="en-US" dirty="0"/>
              </a:p>
            </p:txBody>
          </p: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A0E5FB0B-540C-4460-801E-1FB36406B3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49065" y="2792456"/>
                <a:ext cx="0" cy="56622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Rectangle: Rounded Corners 57">
                <a:extLst>
                  <a:ext uri="{FF2B5EF4-FFF2-40B4-BE49-F238E27FC236}">
                    <a16:creationId xmlns:a16="http://schemas.microsoft.com/office/drawing/2014/main" id="{8BF166CD-9C97-458D-8BD1-FE43F059F09C}"/>
                  </a:ext>
                </a:extLst>
              </p:cNvPr>
              <p:cNvSpPr/>
              <p:nvPr/>
            </p:nvSpPr>
            <p:spPr>
              <a:xfrm>
                <a:off x="8545598" y="6197853"/>
                <a:ext cx="1340912" cy="51540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Access</a:t>
                </a:r>
              </a:p>
              <a:p>
                <a:pPr algn="ctr"/>
                <a:r>
                  <a:rPr lang="en-US" dirty="0"/>
                  <a:t>Provided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D4D637BE-D4BF-4E07-9D68-51CFD469722E}"/>
                  </a:ext>
                </a:extLst>
              </p:cNvPr>
              <p:cNvSpPr txBox="1"/>
              <p:nvPr/>
            </p:nvSpPr>
            <p:spPr>
              <a:xfrm>
                <a:off x="9184950" y="4433436"/>
                <a:ext cx="53614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rgbClr val="00B050"/>
                    </a:solidFill>
                  </a:rPr>
                  <a:t>Yes</a:t>
                </a:r>
              </a:p>
            </p:txBody>
          </p:sp>
          <p:sp>
            <p:nvSpPr>
              <p:cNvPr id="64" name="Diamond 63">
                <a:extLst>
                  <a:ext uri="{FF2B5EF4-FFF2-40B4-BE49-F238E27FC236}">
                    <a16:creationId xmlns:a16="http://schemas.microsoft.com/office/drawing/2014/main" id="{620BC40B-1E5D-4B7D-940B-70DD83DFC038}"/>
                  </a:ext>
                </a:extLst>
              </p:cNvPr>
              <p:cNvSpPr/>
              <p:nvPr/>
            </p:nvSpPr>
            <p:spPr>
              <a:xfrm>
                <a:off x="8431642" y="3375367"/>
                <a:ext cx="1440375" cy="1017167"/>
              </a:xfrm>
              <a:prstGeom prst="diamond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IP Class</a:t>
                </a: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DCF31365-22A4-4E34-82DC-09C9CAF45E0E}"/>
                  </a:ext>
                </a:extLst>
              </p:cNvPr>
              <p:cNvSpPr txBox="1"/>
              <p:nvPr/>
            </p:nvSpPr>
            <p:spPr>
              <a:xfrm>
                <a:off x="9124618" y="2880612"/>
                <a:ext cx="5361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</a:rPr>
                  <a:t>Yes</a:t>
                </a:r>
                <a:endParaRPr lang="en-US" sz="1400" dirty="0">
                  <a:solidFill>
                    <a:srgbClr val="00B050"/>
                  </a:solidFill>
                </a:endParaRPr>
              </a:p>
            </p:txBody>
          </p:sp>
          <p:sp>
            <p:nvSpPr>
              <p:cNvPr id="96" name="Diamond 95">
                <a:extLst>
                  <a:ext uri="{FF2B5EF4-FFF2-40B4-BE49-F238E27FC236}">
                    <a16:creationId xmlns:a16="http://schemas.microsoft.com/office/drawing/2014/main" id="{2C8EBFFB-B0B2-45AA-B8C7-24E5DF7ADF10}"/>
                  </a:ext>
                </a:extLst>
              </p:cNvPr>
              <p:cNvSpPr/>
              <p:nvPr/>
            </p:nvSpPr>
            <p:spPr>
              <a:xfrm>
                <a:off x="8493392" y="4858292"/>
                <a:ext cx="1326843" cy="877572"/>
              </a:xfrm>
              <a:prstGeom prst="diamond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Phase</a:t>
                </a:r>
              </a:p>
              <a:p>
                <a:pPr algn="ctr"/>
                <a:r>
                  <a:rPr lang="en-US" sz="1400" dirty="0"/>
                  <a:t>Prod/empty</a:t>
                </a:r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872EF39F-222D-4817-89A8-C390AE8982D2}"/>
                  </a:ext>
                </a:extLst>
              </p:cNvPr>
              <p:cNvSpPr txBox="1"/>
              <p:nvPr/>
            </p:nvSpPr>
            <p:spPr>
              <a:xfrm>
                <a:off x="9265291" y="5858550"/>
                <a:ext cx="53614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rgbClr val="00B050"/>
                    </a:solidFill>
                  </a:rPr>
                  <a:t>Yes</a:t>
                </a:r>
              </a:p>
            </p:txBody>
          </p:sp>
        </p:grp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C564D3A6-7AC7-4E56-AD04-FBD0193B42F6}"/>
                </a:ext>
              </a:extLst>
            </p:cNvPr>
            <p:cNvSpPr txBox="1"/>
            <p:nvPr/>
          </p:nvSpPr>
          <p:spPr>
            <a:xfrm>
              <a:off x="9993125" y="1541017"/>
              <a:ext cx="8623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FF0000"/>
                  </a:solidFill>
                </a:rPr>
                <a:t>No</a:t>
              </a:r>
              <a:endParaRPr lang="en-US" sz="1400" dirty="0">
                <a:solidFill>
                  <a:srgbClr val="FF0000"/>
                </a:solidFill>
              </a:endParaRPr>
            </a:p>
          </p:txBody>
        </p: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76310087-4767-46E6-89AD-4D082D1EE4A6}"/>
                </a:ext>
              </a:extLst>
            </p:cNvPr>
            <p:cNvGrpSpPr/>
            <p:nvPr/>
          </p:nvGrpSpPr>
          <p:grpSpPr>
            <a:xfrm>
              <a:off x="9514534" y="1853260"/>
              <a:ext cx="837536" cy="500802"/>
              <a:chOff x="7845504" y="4521431"/>
              <a:chExt cx="647499" cy="280663"/>
            </a:xfrm>
          </p:grpSpPr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2736D3A5-DE96-4C1E-AE3B-D353B1033E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45504" y="4523689"/>
                <a:ext cx="647499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74DFA4E7-1E4E-4C3A-99AD-76287706652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482823" y="4521431"/>
                <a:ext cx="7610" cy="28066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5" name="Diamond 104">
              <a:extLst>
                <a:ext uri="{FF2B5EF4-FFF2-40B4-BE49-F238E27FC236}">
                  <a16:creationId xmlns:a16="http://schemas.microsoft.com/office/drawing/2014/main" id="{1490E6D0-07FF-436C-819B-9B0FF77469F4}"/>
                </a:ext>
              </a:extLst>
            </p:cNvPr>
            <p:cNvSpPr/>
            <p:nvPr/>
          </p:nvSpPr>
          <p:spPr>
            <a:xfrm>
              <a:off x="9685323" y="2419902"/>
              <a:ext cx="1326843" cy="877572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Phase</a:t>
              </a:r>
            </a:p>
            <a:p>
              <a:pPr algn="ctr"/>
              <a:r>
                <a:rPr lang="en-US" sz="1400" dirty="0"/>
                <a:t>Prod/empty</a:t>
              </a:r>
            </a:p>
          </p:txBody>
        </p:sp>
        <p:sp>
          <p:nvSpPr>
            <p:cNvPr id="108" name="Rectangle: Rounded Corners 107">
              <a:extLst>
                <a:ext uri="{FF2B5EF4-FFF2-40B4-BE49-F238E27FC236}">
                  <a16:creationId xmlns:a16="http://schemas.microsoft.com/office/drawing/2014/main" id="{B07DE918-56AB-4802-92F9-A4F2E0DE7128}"/>
                </a:ext>
              </a:extLst>
            </p:cNvPr>
            <p:cNvSpPr/>
            <p:nvPr/>
          </p:nvSpPr>
          <p:spPr>
            <a:xfrm>
              <a:off x="9805747" y="3834199"/>
              <a:ext cx="1340912" cy="51540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Access</a:t>
              </a:r>
            </a:p>
            <a:p>
              <a:pPr algn="ctr"/>
              <a:r>
                <a:rPr lang="en-US" dirty="0"/>
                <a:t>Provided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903B9509-C535-4F71-9C2C-CF472D1E692C}"/>
                </a:ext>
              </a:extLst>
            </p:cNvPr>
            <p:cNvSpPr txBox="1"/>
            <p:nvPr/>
          </p:nvSpPr>
          <p:spPr>
            <a:xfrm>
              <a:off x="10479200" y="3384060"/>
              <a:ext cx="5361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00B050"/>
                  </a:solidFill>
                </a:rPr>
                <a:t>Yes</a:t>
              </a:r>
            </a:p>
          </p:txBody>
        </p: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A8B0DAD4-A81D-44F0-BEFB-F9C3C843BE56}"/>
                </a:ext>
              </a:extLst>
            </p:cNvPr>
            <p:cNvCxnSpPr>
              <a:cxnSpLocks/>
            </p:cNvCxnSpPr>
            <p:nvPr/>
          </p:nvCxnSpPr>
          <p:spPr>
            <a:xfrm>
              <a:off x="10348744" y="3307543"/>
              <a:ext cx="0" cy="4235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Rectangle: Rounded Corners 110">
              <a:extLst>
                <a:ext uri="{FF2B5EF4-FFF2-40B4-BE49-F238E27FC236}">
                  <a16:creationId xmlns:a16="http://schemas.microsoft.com/office/drawing/2014/main" id="{1A6EC377-7958-49CC-8A4A-B271CB1235B4}"/>
                </a:ext>
              </a:extLst>
            </p:cNvPr>
            <p:cNvSpPr/>
            <p:nvPr/>
          </p:nvSpPr>
          <p:spPr>
            <a:xfrm>
              <a:off x="10995891" y="2008261"/>
              <a:ext cx="966805" cy="49415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No Access</a:t>
              </a:r>
            </a:p>
          </p:txBody>
        </p: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8E2CB81F-F069-45F1-B193-D1419BD0CFF7}"/>
                </a:ext>
              </a:extLst>
            </p:cNvPr>
            <p:cNvCxnSpPr>
              <a:cxnSpLocks/>
            </p:cNvCxnSpPr>
            <p:nvPr/>
          </p:nvCxnSpPr>
          <p:spPr>
            <a:xfrm>
              <a:off x="9224337" y="5174461"/>
              <a:ext cx="51793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Rectangle: Rounded Corners 123">
              <a:extLst>
                <a:ext uri="{FF2B5EF4-FFF2-40B4-BE49-F238E27FC236}">
                  <a16:creationId xmlns:a16="http://schemas.microsoft.com/office/drawing/2014/main" id="{1BD4B22D-E7F8-4795-B345-FD0A9F304824}"/>
                </a:ext>
              </a:extLst>
            </p:cNvPr>
            <p:cNvSpPr/>
            <p:nvPr/>
          </p:nvSpPr>
          <p:spPr>
            <a:xfrm>
              <a:off x="6362603" y="3593049"/>
              <a:ext cx="1039086" cy="47301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No Access</a:t>
              </a:r>
            </a:p>
          </p:txBody>
        </p: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BCA848EE-41ED-4741-BF85-255B008E48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43893" y="3772560"/>
              <a:ext cx="39289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8511BF39-8A15-42EF-AA2F-01C5037CA47F}"/>
                </a:ext>
              </a:extLst>
            </p:cNvPr>
            <p:cNvSpPr txBox="1"/>
            <p:nvPr/>
          </p:nvSpPr>
          <p:spPr>
            <a:xfrm>
              <a:off x="7464130" y="3493352"/>
              <a:ext cx="5182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No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2B6FFF14-EF6F-447B-9C4F-216253413E34}"/>
                </a:ext>
              </a:extLst>
            </p:cNvPr>
            <p:cNvSpPr txBox="1"/>
            <p:nvPr/>
          </p:nvSpPr>
          <p:spPr>
            <a:xfrm>
              <a:off x="11259270" y="2612667"/>
              <a:ext cx="8623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FF0000"/>
                  </a:solidFill>
                </a:rPr>
                <a:t>No</a:t>
              </a:r>
              <a:endParaRPr lang="en-US" sz="1400" dirty="0">
                <a:solidFill>
                  <a:srgbClr val="FF0000"/>
                </a:solidFill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1494D5E7-679E-4DCA-8227-0F9142F63046}"/>
                </a:ext>
              </a:extLst>
            </p:cNvPr>
            <p:cNvSpPr txBox="1"/>
            <p:nvPr/>
          </p:nvSpPr>
          <p:spPr>
            <a:xfrm>
              <a:off x="10116902" y="888650"/>
              <a:ext cx="2960459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1400" dirty="0">
                  <a:solidFill>
                    <a:srgbClr val="2A00FF"/>
                  </a:solidFill>
                  <a:latin typeface="Courier New" panose="02070309020205020404" pitchFamily="49" charset="0"/>
                </a:rPr>
                <a:t>to[Classified Item]."</a:t>
              </a:r>
            </a:p>
            <a:p>
              <a:pPr algn="l"/>
              <a:r>
                <a:rPr lang="en-US" sz="1400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+ </a:t>
              </a:r>
              <a:r>
                <a:rPr lang="en-US" sz="1400" dirty="0">
                  <a:solidFill>
                    <a:srgbClr val="2A00FF"/>
                  </a:solidFill>
                  <a:latin typeface="Courier New" panose="02070309020205020404" pitchFamily="49" charset="0"/>
                </a:rPr>
                <a:t>"from[IP Control Class].name</a:t>
              </a:r>
              <a:r>
                <a:rPr lang="en-US" sz="1400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;</a:t>
              </a:r>
              <a:endParaRPr lang="en-US" sz="1400" dirty="0"/>
            </a:p>
          </p:txBody>
        </p:sp>
        <p:cxnSp>
          <p:nvCxnSpPr>
            <p:cNvPr id="135" name="Connector: Curved 134">
              <a:extLst>
                <a:ext uri="{FF2B5EF4-FFF2-40B4-BE49-F238E27FC236}">
                  <a16:creationId xmlns:a16="http://schemas.microsoft.com/office/drawing/2014/main" id="{1DF619F9-1588-490F-B6F7-15C4CE3DE937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8304089" y="1664844"/>
              <a:ext cx="2372061" cy="1534736"/>
            </a:xfrm>
            <a:prstGeom prst="curvedConnector2">
              <a:avLst/>
            </a:prstGeom>
            <a:noFill/>
            <a:ln w="9525" cap="flat">
              <a:solidFill>
                <a:srgbClr val="FF0000"/>
              </a:solidFill>
              <a:prstDash val="solid"/>
              <a:round/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139" name="Rectangle: Rounded Corners 138">
              <a:extLst>
                <a:ext uri="{FF2B5EF4-FFF2-40B4-BE49-F238E27FC236}">
                  <a16:creationId xmlns:a16="http://schemas.microsoft.com/office/drawing/2014/main" id="{579A7B78-34F1-458F-B39D-8ED84FB26735}"/>
                </a:ext>
              </a:extLst>
            </p:cNvPr>
            <p:cNvSpPr/>
            <p:nvPr/>
          </p:nvSpPr>
          <p:spPr>
            <a:xfrm>
              <a:off x="2604713" y="2270225"/>
              <a:ext cx="1039086" cy="47301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No Access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974EA84B-BBF1-4A31-91A8-CF51DD223180}"/>
                </a:ext>
              </a:extLst>
            </p:cNvPr>
            <p:cNvSpPr txBox="1"/>
            <p:nvPr/>
          </p:nvSpPr>
          <p:spPr>
            <a:xfrm>
              <a:off x="3761957" y="2192879"/>
              <a:ext cx="5182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No</a:t>
              </a:r>
            </a:p>
          </p:txBody>
        </p:sp>
        <p:cxnSp>
          <p:nvCxnSpPr>
            <p:cNvPr id="142" name="Straight Arrow Connector 141">
              <a:extLst>
                <a:ext uri="{FF2B5EF4-FFF2-40B4-BE49-F238E27FC236}">
                  <a16:creationId xmlns:a16="http://schemas.microsoft.com/office/drawing/2014/main" id="{D9829386-12F4-4EDD-B4EB-E7A30C0544CA}"/>
                </a:ext>
              </a:extLst>
            </p:cNvPr>
            <p:cNvCxnSpPr>
              <a:cxnSpLocks/>
              <a:stCxn id="61" idx="1"/>
            </p:cNvCxnSpPr>
            <p:nvPr/>
          </p:nvCxnSpPr>
          <p:spPr>
            <a:xfrm flipH="1" flipV="1">
              <a:off x="3699336" y="2500656"/>
              <a:ext cx="535596" cy="74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Connector: Curved 143">
              <a:extLst>
                <a:ext uri="{FF2B5EF4-FFF2-40B4-BE49-F238E27FC236}">
                  <a16:creationId xmlns:a16="http://schemas.microsoft.com/office/drawing/2014/main" id="{0C4DE292-26F3-409E-A36A-65CA5958A5D7}"/>
                </a:ext>
              </a:extLst>
            </p:cNvPr>
            <p:cNvCxnSpPr>
              <a:cxnSpLocks/>
              <a:endCxn id="38" idx="1"/>
            </p:cNvCxnSpPr>
            <p:nvPr/>
          </p:nvCxnSpPr>
          <p:spPr>
            <a:xfrm rot="5400000" flipH="1" flipV="1">
              <a:off x="4491253" y="2467651"/>
              <a:ext cx="3764452" cy="2540031"/>
            </a:xfrm>
            <a:prstGeom prst="curvedConnector2">
              <a:avLst/>
            </a:prstGeom>
            <a:noFill/>
            <a:ln w="9525" cap="flat">
              <a:solidFill>
                <a:srgbClr val="FF0000"/>
              </a:solidFill>
              <a:prstDash val="solid"/>
              <a:round/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80F5F652-E62E-4497-9755-FFFF611FB79A}"/>
                </a:ext>
              </a:extLst>
            </p:cNvPr>
            <p:cNvSpPr txBox="1"/>
            <p:nvPr/>
          </p:nvSpPr>
          <p:spPr>
            <a:xfrm>
              <a:off x="3095055" y="1461204"/>
              <a:ext cx="1468582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rgbClr val="2A00FF"/>
                  </a:solidFill>
                  <a:highlight>
                    <a:srgbClr val="E8F2FE"/>
                  </a:highlight>
                  <a:latin typeface="Courier New" panose="02070309020205020404" pitchFamily="49" charset="0"/>
                </a:rPr>
                <a:t>"</a:t>
              </a:r>
              <a:r>
                <a:rPr lang="en-US" sz="1200" dirty="0">
                  <a:solidFill>
                    <a:srgbClr val="2A00FF"/>
                  </a:solidFill>
                  <a:highlight>
                    <a:srgbClr val="E8F2FE"/>
                  </a:highlight>
                  <a:latin typeface="Courier New" panose="02070309020205020404" pitchFamily="49" charset="0"/>
                </a:rPr>
                <a:t>Program Briefing"</a:t>
              </a:r>
              <a:endParaRPr lang="en-US" dirty="0"/>
            </a:p>
          </p:txBody>
        </p:sp>
        <p:cxnSp>
          <p:nvCxnSpPr>
            <p:cNvPr id="171" name="Connector: Curved 170">
              <a:extLst>
                <a:ext uri="{FF2B5EF4-FFF2-40B4-BE49-F238E27FC236}">
                  <a16:creationId xmlns:a16="http://schemas.microsoft.com/office/drawing/2014/main" id="{05053B9B-63FC-469A-9CD0-2BF7B964C735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007823" y="1804556"/>
              <a:ext cx="739540" cy="641465"/>
            </a:xfrm>
            <a:prstGeom prst="curvedConnector3">
              <a:avLst>
                <a:gd name="adj1" fmla="val 50000"/>
              </a:avLst>
            </a:prstGeom>
            <a:noFill/>
            <a:ln w="9525" cap="flat">
              <a:solidFill>
                <a:srgbClr val="FF0000"/>
              </a:solidFill>
              <a:prstDash val="solid"/>
              <a:round/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2451BE0B-7D27-4344-8B82-08CBB63A4B6C}"/>
              </a:ext>
            </a:extLst>
          </p:cNvPr>
          <p:cNvCxnSpPr>
            <a:cxnSpLocks/>
          </p:cNvCxnSpPr>
          <p:nvPr/>
        </p:nvCxnSpPr>
        <p:spPr>
          <a:xfrm>
            <a:off x="2089271" y="633211"/>
            <a:ext cx="18416" cy="36452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8E866CBE-1F8B-4389-A5FB-76BEE7290CA6}"/>
              </a:ext>
            </a:extLst>
          </p:cNvPr>
          <p:cNvCxnSpPr>
            <a:cxnSpLocks/>
          </p:cNvCxnSpPr>
          <p:nvPr/>
        </p:nvCxnSpPr>
        <p:spPr>
          <a:xfrm flipH="1">
            <a:off x="1442110" y="4272106"/>
            <a:ext cx="6617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87658DF9-4A87-4B5C-8431-98EE0F89E0B5}"/>
              </a:ext>
            </a:extLst>
          </p:cNvPr>
          <p:cNvSpPr/>
          <p:nvPr/>
        </p:nvSpPr>
        <p:spPr>
          <a:xfrm>
            <a:off x="281991" y="5576033"/>
            <a:ext cx="2540032" cy="102316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/>
              <a:t>Note</a:t>
            </a:r>
            <a:r>
              <a:rPr lang="en-US" dirty="0"/>
              <a:t>: All Security Control Classes should match with User</a:t>
            </a:r>
          </a:p>
        </p:txBody>
      </p:sp>
      <p:cxnSp>
        <p:nvCxnSpPr>
          <p:cNvPr id="75" name="Connector: Curved 74">
            <a:extLst>
              <a:ext uri="{FF2B5EF4-FFF2-40B4-BE49-F238E27FC236}">
                <a16:creationId xmlns:a16="http://schemas.microsoft.com/office/drawing/2014/main" id="{04E066DB-F28C-44E7-81EB-3165D93470C9}"/>
              </a:ext>
            </a:extLst>
          </p:cNvPr>
          <p:cNvCxnSpPr>
            <a:cxnSpLocks/>
          </p:cNvCxnSpPr>
          <p:nvPr/>
        </p:nvCxnSpPr>
        <p:spPr>
          <a:xfrm rot="10800000" flipV="1">
            <a:off x="2822024" y="4537174"/>
            <a:ext cx="2102155" cy="1550444"/>
          </a:xfrm>
          <a:prstGeom prst="curvedConnector3">
            <a:avLst>
              <a:gd name="adj1" fmla="val 50000"/>
            </a:avLst>
          </a:prstGeom>
          <a:noFill/>
          <a:ln w="9525" cap="flat">
            <a:solidFill>
              <a:srgbClr val="FF0000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2A6DBFE7-DBB8-4FBC-9C4D-1E0968815DD7}"/>
              </a:ext>
            </a:extLst>
          </p:cNvPr>
          <p:cNvSpPr/>
          <p:nvPr/>
        </p:nvSpPr>
        <p:spPr>
          <a:xfrm>
            <a:off x="10816240" y="-36291"/>
            <a:ext cx="1378839" cy="6561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APP/DPP/IPP/FOP/MI/MPP</a:t>
            </a:r>
          </a:p>
        </p:txBody>
      </p:sp>
      <p:cxnSp>
        <p:nvCxnSpPr>
          <p:cNvPr id="78" name="Connector: Curved 77">
            <a:extLst>
              <a:ext uri="{FF2B5EF4-FFF2-40B4-BE49-F238E27FC236}">
                <a16:creationId xmlns:a16="http://schemas.microsoft.com/office/drawing/2014/main" id="{219FFF65-A6B0-48D3-82B3-562D46853E47}"/>
              </a:ext>
            </a:extLst>
          </p:cNvPr>
          <p:cNvCxnSpPr>
            <a:cxnSpLocks/>
          </p:cNvCxnSpPr>
          <p:nvPr/>
        </p:nvCxnSpPr>
        <p:spPr>
          <a:xfrm flipV="1">
            <a:off x="8983139" y="136498"/>
            <a:ext cx="1833101" cy="1440164"/>
          </a:xfrm>
          <a:prstGeom prst="curvedConnector3">
            <a:avLst>
              <a:gd name="adj1" fmla="val 50000"/>
            </a:avLst>
          </a:prstGeom>
          <a:noFill/>
          <a:ln w="9525" cap="flat">
            <a:solidFill>
              <a:srgbClr val="FF0000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28FC8231-2E95-4E72-BF9A-E540D1D9E784}"/>
              </a:ext>
            </a:extLst>
          </p:cNvPr>
          <p:cNvSpPr txBox="1"/>
          <p:nvPr/>
        </p:nvSpPr>
        <p:spPr>
          <a:xfrm>
            <a:off x="6507228" y="2657194"/>
            <a:ext cx="21341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2A00FF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pgIPClassification</a:t>
            </a:r>
            <a:endParaRPr lang="en-US" dirty="0"/>
          </a:p>
        </p:txBody>
      </p:sp>
      <p:cxnSp>
        <p:nvCxnSpPr>
          <p:cNvPr id="106" name="Connector: Curved 105">
            <a:extLst>
              <a:ext uri="{FF2B5EF4-FFF2-40B4-BE49-F238E27FC236}">
                <a16:creationId xmlns:a16="http://schemas.microsoft.com/office/drawing/2014/main" id="{35B69785-E1B9-4402-9D0A-B48780940C9C}"/>
              </a:ext>
            </a:extLst>
          </p:cNvPr>
          <p:cNvCxnSpPr>
            <a:cxnSpLocks/>
            <a:endCxn id="99" idx="0"/>
          </p:cNvCxnSpPr>
          <p:nvPr/>
        </p:nvCxnSpPr>
        <p:spPr>
          <a:xfrm rot="10800000" flipV="1">
            <a:off x="7574284" y="2048578"/>
            <a:ext cx="648267" cy="608616"/>
          </a:xfrm>
          <a:prstGeom prst="curvedConnector2">
            <a:avLst/>
          </a:prstGeom>
          <a:noFill/>
          <a:ln w="9525" cap="flat">
            <a:solidFill>
              <a:srgbClr val="FF0000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15DCB2E7-7D3D-4E9D-AA42-B6E735174643}"/>
              </a:ext>
            </a:extLst>
          </p:cNvPr>
          <p:cNvSpPr txBox="1"/>
          <p:nvPr/>
        </p:nvSpPr>
        <p:spPr>
          <a:xfrm>
            <a:off x="5804635" y="6242797"/>
            <a:ext cx="17088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2A00FF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Release</a:t>
            </a:r>
            <a:r>
              <a:rPr lang="en-US" sz="2000" dirty="0">
                <a:solidFill>
                  <a:srgbClr val="2A00FF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2A00FF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Phase</a:t>
            </a:r>
          </a:p>
        </p:txBody>
      </p:sp>
      <p:cxnSp>
        <p:nvCxnSpPr>
          <p:cNvPr id="115" name="Connector: Curved 114">
            <a:extLst>
              <a:ext uri="{FF2B5EF4-FFF2-40B4-BE49-F238E27FC236}">
                <a16:creationId xmlns:a16="http://schemas.microsoft.com/office/drawing/2014/main" id="{87834E95-87B9-4207-B602-7FC6F82DE1B8}"/>
              </a:ext>
            </a:extLst>
          </p:cNvPr>
          <p:cNvCxnSpPr>
            <a:cxnSpLocks/>
            <a:stCxn id="96" idx="1"/>
          </p:cNvCxnSpPr>
          <p:nvPr/>
        </p:nvCxnSpPr>
        <p:spPr>
          <a:xfrm rot="10800000" flipV="1">
            <a:off x="6730775" y="5183021"/>
            <a:ext cx="1185515" cy="1228920"/>
          </a:xfrm>
          <a:prstGeom prst="curvedConnector2">
            <a:avLst/>
          </a:prstGeom>
          <a:noFill/>
          <a:ln w="9525" cap="flat">
            <a:solidFill>
              <a:srgbClr val="FF0000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6" name="Connector: Curved 115">
            <a:extLst>
              <a:ext uri="{FF2B5EF4-FFF2-40B4-BE49-F238E27FC236}">
                <a16:creationId xmlns:a16="http://schemas.microsoft.com/office/drawing/2014/main" id="{076F1EC9-A099-407D-9136-5F7D75F10FF8}"/>
              </a:ext>
            </a:extLst>
          </p:cNvPr>
          <p:cNvCxnSpPr>
            <a:cxnSpLocks/>
          </p:cNvCxnSpPr>
          <p:nvPr/>
        </p:nvCxnSpPr>
        <p:spPr>
          <a:xfrm flipV="1">
            <a:off x="10995891" y="2526850"/>
            <a:ext cx="301536" cy="343582"/>
          </a:xfrm>
          <a:prstGeom prst="curvedConnector2">
            <a:avLst/>
          </a:prstGeom>
          <a:noFill/>
          <a:ln w="9525" cap="flat">
            <a:solidFill>
              <a:srgbClr val="FF0000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404588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EAD7A72E-43A1-480D-9804-1C57FC288FA5}"/>
              </a:ext>
            </a:extLst>
          </p:cNvPr>
          <p:cNvSpPr/>
          <p:nvPr/>
        </p:nvSpPr>
        <p:spPr>
          <a:xfrm>
            <a:off x="269023" y="3993211"/>
            <a:ext cx="1154303" cy="6557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Login User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72E4113-64BA-48C8-A68D-6E4B51E644BD}"/>
              </a:ext>
            </a:extLst>
          </p:cNvPr>
          <p:cNvCxnSpPr>
            <a:cxnSpLocks/>
          </p:cNvCxnSpPr>
          <p:nvPr/>
        </p:nvCxnSpPr>
        <p:spPr>
          <a:xfrm flipH="1">
            <a:off x="2089269" y="633211"/>
            <a:ext cx="1" cy="36861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5D4B8D8-087E-45DB-B782-22226FFE340C}"/>
              </a:ext>
            </a:extLst>
          </p:cNvPr>
          <p:cNvCxnSpPr>
            <a:cxnSpLocks/>
          </p:cNvCxnSpPr>
          <p:nvPr/>
        </p:nvCxnSpPr>
        <p:spPr>
          <a:xfrm>
            <a:off x="2089269" y="634030"/>
            <a:ext cx="3512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Diamond 15">
            <a:extLst>
              <a:ext uri="{FF2B5EF4-FFF2-40B4-BE49-F238E27FC236}">
                <a16:creationId xmlns:a16="http://schemas.microsoft.com/office/drawing/2014/main" id="{D09B3F6C-DB83-4FA3-8450-FCA2F6C9D9D1}"/>
              </a:ext>
            </a:extLst>
          </p:cNvPr>
          <p:cNvSpPr/>
          <p:nvPr/>
        </p:nvSpPr>
        <p:spPr>
          <a:xfrm>
            <a:off x="4389024" y="105592"/>
            <a:ext cx="1440375" cy="1017167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Project Class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4728DD5-0B2D-4BE8-B353-FB5A1D1E2202}"/>
              </a:ext>
            </a:extLst>
          </p:cNvPr>
          <p:cNvCxnSpPr>
            <a:cxnSpLocks/>
          </p:cNvCxnSpPr>
          <p:nvPr/>
        </p:nvCxnSpPr>
        <p:spPr>
          <a:xfrm>
            <a:off x="3745819" y="605075"/>
            <a:ext cx="692825" cy="197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F27CD20D-DA94-46B9-868B-2DA854374E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4166" y="12983"/>
            <a:ext cx="4189726" cy="466890"/>
          </a:xfrm>
          <a:prstGeom prst="rect">
            <a:avLst/>
          </a:prstGeom>
        </p:spPr>
      </p:pic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3653288F-96A4-4FA3-AFBF-B206BEAE7C82}"/>
              </a:ext>
            </a:extLst>
          </p:cNvPr>
          <p:cNvCxnSpPr>
            <a:cxnSpLocks/>
          </p:cNvCxnSpPr>
          <p:nvPr/>
        </p:nvCxnSpPr>
        <p:spPr>
          <a:xfrm flipV="1">
            <a:off x="5286876" y="105757"/>
            <a:ext cx="637250" cy="611833"/>
          </a:xfrm>
          <a:prstGeom prst="curvedConnector3">
            <a:avLst>
              <a:gd name="adj1" fmla="val 50000"/>
            </a:avLst>
          </a:prstGeom>
          <a:noFill/>
          <a:ln w="9525" cap="flat">
            <a:solidFill>
              <a:srgbClr val="FF0000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60717D2-0522-4A29-8757-C2473544B57B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5109212" y="1122759"/>
            <a:ext cx="10531" cy="7305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47A045D-B36D-4629-BD59-0E6EB1D29C86}"/>
              </a:ext>
            </a:extLst>
          </p:cNvPr>
          <p:cNvSpPr txBox="1"/>
          <p:nvPr/>
        </p:nvSpPr>
        <p:spPr>
          <a:xfrm>
            <a:off x="7215491" y="644266"/>
            <a:ext cx="8623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No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C92B0AA-222F-4235-82BD-66B3685B2094}"/>
              </a:ext>
            </a:extLst>
          </p:cNvPr>
          <p:cNvSpPr txBox="1"/>
          <p:nvPr/>
        </p:nvSpPr>
        <p:spPr>
          <a:xfrm>
            <a:off x="5149268" y="1238108"/>
            <a:ext cx="6395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Yes</a:t>
            </a:r>
            <a:endParaRPr lang="en-US" sz="1400" dirty="0">
              <a:solidFill>
                <a:srgbClr val="0070C0"/>
              </a:solidFill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1B8E659-5748-4671-BD16-CABB6FCB2775}"/>
              </a:ext>
            </a:extLst>
          </p:cNvPr>
          <p:cNvCxnSpPr>
            <a:cxnSpLocks/>
          </p:cNvCxnSpPr>
          <p:nvPr/>
        </p:nvCxnSpPr>
        <p:spPr>
          <a:xfrm>
            <a:off x="5737696" y="619900"/>
            <a:ext cx="2834266" cy="133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Diamond 50">
            <a:extLst>
              <a:ext uri="{FF2B5EF4-FFF2-40B4-BE49-F238E27FC236}">
                <a16:creationId xmlns:a16="http://schemas.microsoft.com/office/drawing/2014/main" id="{A013DF52-AC88-40ED-A08F-C9FC72801297}"/>
              </a:ext>
            </a:extLst>
          </p:cNvPr>
          <p:cNvSpPr/>
          <p:nvPr/>
        </p:nvSpPr>
        <p:spPr>
          <a:xfrm>
            <a:off x="4309326" y="3886453"/>
            <a:ext cx="1621791" cy="1319732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P-auth</a:t>
            </a:r>
            <a:r>
              <a:rPr lang="en-US" sz="1200" dirty="0"/>
              <a:t> </a:t>
            </a:r>
          </a:p>
          <a:p>
            <a:pPr algn="ctr"/>
            <a:r>
              <a:rPr lang="en-US" b="1" dirty="0">
                <a:solidFill>
                  <a:srgbClr val="FFFF00"/>
                </a:solidFill>
              </a:rPr>
              <a:t>vs</a:t>
            </a:r>
            <a:r>
              <a:rPr lang="en-US" sz="1400" dirty="0"/>
              <a:t> </a:t>
            </a:r>
          </a:p>
          <a:p>
            <a:pPr algn="ctr"/>
            <a:r>
              <a:rPr lang="en-US" sz="1400" dirty="0"/>
              <a:t>Project Class</a:t>
            </a:r>
          </a:p>
        </p:txBody>
      </p:sp>
      <p:sp>
        <p:nvSpPr>
          <p:cNvPr id="61" name="Diamond 60">
            <a:extLst>
              <a:ext uri="{FF2B5EF4-FFF2-40B4-BE49-F238E27FC236}">
                <a16:creationId xmlns:a16="http://schemas.microsoft.com/office/drawing/2014/main" id="{76D1895B-E6D5-494F-9748-AA09082416FD}"/>
              </a:ext>
            </a:extLst>
          </p:cNvPr>
          <p:cNvSpPr/>
          <p:nvPr/>
        </p:nvSpPr>
        <p:spPr>
          <a:xfrm>
            <a:off x="4234932" y="1879572"/>
            <a:ext cx="1787224" cy="124366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Project Specific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8F8681F-BF26-4D2B-A2B8-BE19B1F1A4CF}"/>
              </a:ext>
            </a:extLst>
          </p:cNvPr>
          <p:cNvCxnSpPr>
            <a:cxnSpLocks/>
          </p:cNvCxnSpPr>
          <p:nvPr/>
        </p:nvCxnSpPr>
        <p:spPr>
          <a:xfrm>
            <a:off x="5114476" y="3137300"/>
            <a:ext cx="0" cy="7284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57BB6F69-544B-415E-9057-FA1EA9AA649E}"/>
              </a:ext>
            </a:extLst>
          </p:cNvPr>
          <p:cNvSpPr txBox="1"/>
          <p:nvPr/>
        </p:nvSpPr>
        <p:spPr>
          <a:xfrm>
            <a:off x="4910609" y="5765738"/>
            <a:ext cx="6395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Yes</a:t>
            </a:r>
            <a:endParaRPr lang="en-US" sz="1400" dirty="0">
              <a:solidFill>
                <a:srgbClr val="0070C0"/>
              </a:solidFill>
            </a:endParaRP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30E8B604-B231-458F-82CC-9F7D9EDFBBF1}"/>
              </a:ext>
            </a:extLst>
          </p:cNvPr>
          <p:cNvCxnSpPr>
            <a:cxnSpLocks/>
          </p:cNvCxnSpPr>
          <p:nvPr/>
        </p:nvCxnSpPr>
        <p:spPr>
          <a:xfrm>
            <a:off x="5106787" y="5212869"/>
            <a:ext cx="0" cy="544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98140B8F-D5C8-46D0-9623-B9CCE6CCF49D}"/>
              </a:ext>
            </a:extLst>
          </p:cNvPr>
          <p:cNvSpPr txBox="1"/>
          <p:nvPr/>
        </p:nvSpPr>
        <p:spPr>
          <a:xfrm>
            <a:off x="6215735" y="4234658"/>
            <a:ext cx="3965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A63157AB-11BB-4325-95E3-1BD2CE66BDD5}"/>
              </a:ext>
            </a:extLst>
          </p:cNvPr>
          <p:cNvSpPr/>
          <p:nvPr/>
        </p:nvSpPr>
        <p:spPr>
          <a:xfrm>
            <a:off x="6077444" y="4958703"/>
            <a:ext cx="1039086" cy="4730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 Access</a:t>
            </a: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D4E69DF2-B056-474C-ABB0-EFE8B3A7A976}"/>
              </a:ext>
            </a:extLst>
          </p:cNvPr>
          <p:cNvGrpSpPr/>
          <p:nvPr/>
        </p:nvGrpSpPr>
        <p:grpSpPr>
          <a:xfrm>
            <a:off x="5936721" y="4537173"/>
            <a:ext cx="652610" cy="280663"/>
            <a:chOff x="7845504" y="4521431"/>
            <a:chExt cx="652610" cy="280663"/>
          </a:xfrm>
        </p:grpSpPr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AB8A04EC-F69D-461D-877A-F50B96D853FE}"/>
                </a:ext>
              </a:extLst>
            </p:cNvPr>
            <p:cNvCxnSpPr>
              <a:cxnSpLocks/>
            </p:cNvCxnSpPr>
            <p:nvPr/>
          </p:nvCxnSpPr>
          <p:spPr>
            <a:xfrm>
              <a:off x="7845504" y="4523689"/>
              <a:ext cx="64749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0BB55E56-1A34-410D-9CB6-6597C2ECB6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90504" y="4521431"/>
              <a:ext cx="7610" cy="28066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29D104CB-2031-498A-B032-CDB72B763DB5}"/>
              </a:ext>
            </a:extLst>
          </p:cNvPr>
          <p:cNvSpPr txBox="1"/>
          <p:nvPr/>
        </p:nvSpPr>
        <p:spPr>
          <a:xfrm>
            <a:off x="5175837" y="3297474"/>
            <a:ext cx="6395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Yes</a:t>
            </a:r>
            <a:endParaRPr lang="en-US" sz="1400" dirty="0">
              <a:solidFill>
                <a:srgbClr val="0070C0"/>
              </a:solidFill>
            </a:endParaRPr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3F77AC59-F4EF-4AC8-86AE-DF7917EA6F17}"/>
              </a:ext>
            </a:extLst>
          </p:cNvPr>
          <p:cNvGrpSpPr/>
          <p:nvPr/>
        </p:nvGrpSpPr>
        <p:grpSpPr>
          <a:xfrm>
            <a:off x="7836790" y="633211"/>
            <a:ext cx="1440375" cy="4798502"/>
            <a:chOff x="8413893" y="747268"/>
            <a:chExt cx="1440375" cy="4798502"/>
          </a:xfrm>
        </p:grpSpPr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A0E5FB0B-540C-4460-801E-1FB36406B3FA}"/>
                </a:ext>
              </a:extLst>
            </p:cNvPr>
            <p:cNvCxnSpPr>
              <a:cxnSpLocks/>
            </p:cNvCxnSpPr>
            <p:nvPr/>
          </p:nvCxnSpPr>
          <p:spPr>
            <a:xfrm>
              <a:off x="9149065" y="747268"/>
              <a:ext cx="7749" cy="9434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8BF166CD-9C97-458D-8BD1-FE43F059F09C}"/>
                </a:ext>
              </a:extLst>
            </p:cNvPr>
            <p:cNvSpPr/>
            <p:nvPr/>
          </p:nvSpPr>
          <p:spPr>
            <a:xfrm>
              <a:off x="8492830" y="5030363"/>
              <a:ext cx="1340912" cy="51540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Access</a:t>
              </a:r>
            </a:p>
            <a:p>
              <a:pPr algn="ctr"/>
              <a:r>
                <a:rPr lang="en-US" dirty="0"/>
                <a:t>Provided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D4D637BE-D4BF-4E07-9D68-51CFD469722E}"/>
                </a:ext>
              </a:extLst>
            </p:cNvPr>
            <p:cNvSpPr txBox="1"/>
            <p:nvPr/>
          </p:nvSpPr>
          <p:spPr>
            <a:xfrm>
              <a:off x="9184950" y="4433436"/>
              <a:ext cx="5361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00B050"/>
                  </a:solidFill>
                </a:rPr>
                <a:t>Yes</a:t>
              </a:r>
            </a:p>
          </p:txBody>
        </p:sp>
        <p:sp>
          <p:nvSpPr>
            <p:cNvPr id="64" name="Diamond 63">
              <a:extLst>
                <a:ext uri="{FF2B5EF4-FFF2-40B4-BE49-F238E27FC236}">
                  <a16:creationId xmlns:a16="http://schemas.microsoft.com/office/drawing/2014/main" id="{620BC40B-1E5D-4B7D-940B-70DD83DFC038}"/>
                </a:ext>
              </a:extLst>
            </p:cNvPr>
            <p:cNvSpPr/>
            <p:nvPr/>
          </p:nvSpPr>
          <p:spPr>
            <a:xfrm>
              <a:off x="8413893" y="1741735"/>
              <a:ext cx="1440375" cy="1017167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IP Class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DCF31365-22A4-4E34-82DC-09C9CAF45E0E}"/>
                </a:ext>
              </a:extLst>
            </p:cNvPr>
            <p:cNvSpPr txBox="1"/>
            <p:nvPr/>
          </p:nvSpPr>
          <p:spPr>
            <a:xfrm>
              <a:off x="9124618" y="2880612"/>
              <a:ext cx="5361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Yes</a:t>
              </a:r>
              <a:endParaRPr lang="en-US" sz="1400" dirty="0">
                <a:solidFill>
                  <a:srgbClr val="00B050"/>
                </a:solidFill>
              </a:endParaRPr>
            </a:p>
          </p:txBody>
        </p:sp>
        <p:sp>
          <p:nvSpPr>
            <p:cNvPr id="96" name="Diamond 95">
              <a:extLst>
                <a:ext uri="{FF2B5EF4-FFF2-40B4-BE49-F238E27FC236}">
                  <a16:creationId xmlns:a16="http://schemas.microsoft.com/office/drawing/2014/main" id="{2C8EBFFB-B0B2-45AA-B8C7-24E5DF7ADF10}"/>
                </a:ext>
              </a:extLst>
            </p:cNvPr>
            <p:cNvSpPr/>
            <p:nvPr/>
          </p:nvSpPr>
          <p:spPr>
            <a:xfrm>
              <a:off x="8468951" y="3485480"/>
              <a:ext cx="1326843" cy="795868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Phase</a:t>
              </a:r>
            </a:p>
            <a:p>
              <a:pPr algn="ctr"/>
              <a:r>
                <a:rPr lang="en-US" sz="1400" dirty="0"/>
                <a:t>Prod/empty</a:t>
              </a:r>
            </a:p>
          </p:txBody>
        </p:sp>
      </p:grpSp>
      <p:sp>
        <p:nvSpPr>
          <p:cNvPr id="101" name="TextBox 100">
            <a:extLst>
              <a:ext uri="{FF2B5EF4-FFF2-40B4-BE49-F238E27FC236}">
                <a16:creationId xmlns:a16="http://schemas.microsoft.com/office/drawing/2014/main" id="{C564D3A6-7AC7-4E56-AD04-FBD0193B42F6}"/>
              </a:ext>
            </a:extLst>
          </p:cNvPr>
          <p:cNvSpPr txBox="1"/>
          <p:nvPr/>
        </p:nvSpPr>
        <p:spPr>
          <a:xfrm>
            <a:off x="9375516" y="1844827"/>
            <a:ext cx="8623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No</a:t>
            </a:r>
            <a:endParaRPr lang="en-US" sz="1400" dirty="0">
              <a:solidFill>
                <a:srgbClr val="FF0000"/>
              </a:solidFill>
            </a:endParaRP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76310087-4767-46E6-89AD-4D082D1EE4A6}"/>
              </a:ext>
            </a:extLst>
          </p:cNvPr>
          <p:cNvGrpSpPr/>
          <p:nvPr/>
        </p:nvGrpSpPr>
        <p:grpSpPr>
          <a:xfrm>
            <a:off x="9309407" y="2136265"/>
            <a:ext cx="837536" cy="606973"/>
            <a:chOff x="7845504" y="4521431"/>
            <a:chExt cx="647499" cy="340164"/>
          </a:xfrm>
        </p:grpSpPr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2736D3A5-DE96-4C1E-AE3B-D353B1033E23}"/>
                </a:ext>
              </a:extLst>
            </p:cNvPr>
            <p:cNvCxnSpPr>
              <a:cxnSpLocks/>
            </p:cNvCxnSpPr>
            <p:nvPr/>
          </p:nvCxnSpPr>
          <p:spPr>
            <a:xfrm>
              <a:off x="7845504" y="4523689"/>
              <a:ext cx="64749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74DFA4E7-1E4E-4C3A-99AD-76287706652E}"/>
                </a:ext>
              </a:extLst>
            </p:cNvPr>
            <p:cNvCxnSpPr>
              <a:cxnSpLocks/>
            </p:cNvCxnSpPr>
            <p:nvPr/>
          </p:nvCxnSpPr>
          <p:spPr>
            <a:xfrm>
              <a:off x="8490433" y="4521431"/>
              <a:ext cx="2570" cy="3401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1BD4B22D-E7F8-4795-B345-FD0A9F304824}"/>
              </a:ext>
            </a:extLst>
          </p:cNvPr>
          <p:cNvSpPr/>
          <p:nvPr/>
        </p:nvSpPr>
        <p:spPr>
          <a:xfrm>
            <a:off x="6110401" y="3536777"/>
            <a:ext cx="1178744" cy="4564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 Access</a:t>
            </a: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BCA848EE-41ED-4741-BF85-255B008E484C}"/>
              </a:ext>
            </a:extLst>
          </p:cNvPr>
          <p:cNvCxnSpPr>
            <a:cxnSpLocks/>
            <a:endCxn id="124" idx="3"/>
          </p:cNvCxnSpPr>
          <p:nvPr/>
        </p:nvCxnSpPr>
        <p:spPr>
          <a:xfrm flipH="1" flipV="1">
            <a:off x="7289145" y="3764991"/>
            <a:ext cx="547646" cy="75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8511BF39-8A15-42EF-AA2F-01C5037CA47F}"/>
              </a:ext>
            </a:extLst>
          </p:cNvPr>
          <p:cNvSpPr txBox="1"/>
          <p:nvPr/>
        </p:nvSpPr>
        <p:spPr>
          <a:xfrm>
            <a:off x="7387525" y="3435531"/>
            <a:ext cx="5182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1494D5E7-679E-4DCA-8227-0F9142F63046}"/>
              </a:ext>
            </a:extLst>
          </p:cNvPr>
          <p:cNvSpPr txBox="1"/>
          <p:nvPr/>
        </p:nvSpPr>
        <p:spPr>
          <a:xfrm>
            <a:off x="8828732" y="680252"/>
            <a:ext cx="3756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dirty="0">
                <a:solidFill>
                  <a:srgbClr val="2A00FF"/>
                </a:solidFill>
                <a:latin typeface="Courier New" panose="02070309020205020404" pitchFamily="49" charset="0"/>
              </a:rPr>
              <a:t>to[Classified Item]."</a:t>
            </a:r>
          </a:p>
          <a:p>
            <a:pPr algn="l"/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+ </a:t>
            </a:r>
            <a:r>
              <a:rPr lang="en-US" sz="1400" dirty="0">
                <a:solidFill>
                  <a:srgbClr val="2A00FF"/>
                </a:solidFill>
                <a:latin typeface="Courier New" panose="02070309020205020404" pitchFamily="49" charset="0"/>
              </a:rPr>
              <a:t>"from[IP Control Class].name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endParaRPr lang="en-US" sz="1400" dirty="0"/>
          </a:p>
        </p:txBody>
      </p:sp>
      <p:cxnSp>
        <p:nvCxnSpPr>
          <p:cNvPr id="135" name="Connector: Curved 134">
            <a:extLst>
              <a:ext uri="{FF2B5EF4-FFF2-40B4-BE49-F238E27FC236}">
                <a16:creationId xmlns:a16="http://schemas.microsoft.com/office/drawing/2014/main" id="{1DF619F9-1588-490F-B6F7-15C4CE3DE937}"/>
              </a:ext>
            </a:extLst>
          </p:cNvPr>
          <p:cNvCxnSpPr>
            <a:cxnSpLocks/>
          </p:cNvCxnSpPr>
          <p:nvPr/>
        </p:nvCxnSpPr>
        <p:spPr>
          <a:xfrm flipV="1">
            <a:off x="8667404" y="1121229"/>
            <a:ext cx="1259645" cy="1062152"/>
          </a:xfrm>
          <a:prstGeom prst="curvedConnector3">
            <a:avLst>
              <a:gd name="adj1" fmla="val 50000"/>
            </a:avLst>
          </a:prstGeom>
          <a:noFill/>
          <a:ln w="9525" cap="flat">
            <a:solidFill>
              <a:srgbClr val="FF0000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579A7B78-34F1-458F-B39D-8ED84FB26735}"/>
              </a:ext>
            </a:extLst>
          </p:cNvPr>
          <p:cNvSpPr/>
          <p:nvPr/>
        </p:nvSpPr>
        <p:spPr>
          <a:xfrm>
            <a:off x="2604713" y="2270225"/>
            <a:ext cx="1039086" cy="4730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 Access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974EA84B-BBF1-4A31-91A8-CF51DD223180}"/>
              </a:ext>
            </a:extLst>
          </p:cNvPr>
          <p:cNvSpPr txBox="1"/>
          <p:nvPr/>
        </p:nvSpPr>
        <p:spPr>
          <a:xfrm>
            <a:off x="3761957" y="2192879"/>
            <a:ext cx="5182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No</a:t>
            </a:r>
          </a:p>
        </p:txBody>
      </p: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D9829386-12F4-4EDD-B4EB-E7A30C0544CA}"/>
              </a:ext>
            </a:extLst>
          </p:cNvPr>
          <p:cNvCxnSpPr>
            <a:cxnSpLocks/>
            <a:stCxn id="61" idx="1"/>
          </p:cNvCxnSpPr>
          <p:nvPr/>
        </p:nvCxnSpPr>
        <p:spPr>
          <a:xfrm flipH="1" flipV="1">
            <a:off x="3699336" y="2500656"/>
            <a:ext cx="535596" cy="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: Curved 143">
            <a:extLst>
              <a:ext uri="{FF2B5EF4-FFF2-40B4-BE49-F238E27FC236}">
                <a16:creationId xmlns:a16="http://schemas.microsoft.com/office/drawing/2014/main" id="{0C4DE292-26F3-409E-A36A-65CA5958A5D7}"/>
              </a:ext>
            </a:extLst>
          </p:cNvPr>
          <p:cNvCxnSpPr>
            <a:cxnSpLocks/>
            <a:endCxn id="64" idx="1"/>
          </p:cNvCxnSpPr>
          <p:nvPr/>
        </p:nvCxnSpPr>
        <p:spPr>
          <a:xfrm rot="5400000" flipH="1" flipV="1">
            <a:off x="4728310" y="2511416"/>
            <a:ext cx="3483633" cy="2733327"/>
          </a:xfrm>
          <a:prstGeom prst="curvedConnector2">
            <a:avLst/>
          </a:prstGeom>
          <a:noFill/>
          <a:ln w="9525" cap="flat">
            <a:solidFill>
              <a:srgbClr val="FF0000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0" name="TextBox 169">
            <a:extLst>
              <a:ext uri="{FF2B5EF4-FFF2-40B4-BE49-F238E27FC236}">
                <a16:creationId xmlns:a16="http://schemas.microsoft.com/office/drawing/2014/main" id="{80F5F652-E62E-4497-9755-FFFF611FB79A}"/>
              </a:ext>
            </a:extLst>
          </p:cNvPr>
          <p:cNvSpPr txBox="1"/>
          <p:nvPr/>
        </p:nvSpPr>
        <p:spPr>
          <a:xfrm>
            <a:off x="3095055" y="1461204"/>
            <a:ext cx="146858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2A00FF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"</a:t>
            </a:r>
            <a:r>
              <a:rPr lang="en-US" sz="1200" dirty="0">
                <a:solidFill>
                  <a:srgbClr val="2A00FF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Program Briefing"</a:t>
            </a:r>
            <a:endParaRPr lang="en-US" dirty="0"/>
          </a:p>
        </p:txBody>
      </p:sp>
      <p:cxnSp>
        <p:nvCxnSpPr>
          <p:cNvPr id="171" name="Connector: Curved 170">
            <a:extLst>
              <a:ext uri="{FF2B5EF4-FFF2-40B4-BE49-F238E27FC236}">
                <a16:creationId xmlns:a16="http://schemas.microsoft.com/office/drawing/2014/main" id="{05053B9B-63FC-469A-9CD0-2BF7B964C735}"/>
              </a:ext>
            </a:extLst>
          </p:cNvPr>
          <p:cNvCxnSpPr>
            <a:cxnSpLocks/>
          </p:cNvCxnSpPr>
          <p:nvPr/>
        </p:nvCxnSpPr>
        <p:spPr>
          <a:xfrm rot="10800000">
            <a:off x="4007823" y="1804556"/>
            <a:ext cx="739540" cy="641465"/>
          </a:xfrm>
          <a:prstGeom prst="curvedConnector3">
            <a:avLst>
              <a:gd name="adj1" fmla="val 50000"/>
            </a:avLst>
          </a:prstGeom>
          <a:noFill/>
          <a:ln w="9525" cap="flat">
            <a:solidFill>
              <a:srgbClr val="FF0000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9609E5F1-337F-4C3F-8002-DD4090655B68}"/>
              </a:ext>
            </a:extLst>
          </p:cNvPr>
          <p:cNvCxnSpPr>
            <a:cxnSpLocks/>
            <a:endCxn id="3" idx="6"/>
          </p:cNvCxnSpPr>
          <p:nvPr/>
        </p:nvCxnSpPr>
        <p:spPr>
          <a:xfrm flipH="1">
            <a:off x="1423326" y="4319379"/>
            <a:ext cx="689845" cy="17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ABD24FC7-5B2D-4545-8FD8-BF2B1FC68C2F}"/>
              </a:ext>
            </a:extLst>
          </p:cNvPr>
          <p:cNvSpPr/>
          <p:nvPr/>
        </p:nvSpPr>
        <p:spPr>
          <a:xfrm>
            <a:off x="9654326" y="2838004"/>
            <a:ext cx="1126730" cy="5103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No Access</a:t>
            </a: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BC77F3FC-C39B-4AAB-8939-CF6048A9E44E}"/>
              </a:ext>
            </a:extLst>
          </p:cNvPr>
          <p:cNvSpPr/>
          <p:nvPr/>
        </p:nvSpPr>
        <p:spPr>
          <a:xfrm>
            <a:off x="281990" y="5576034"/>
            <a:ext cx="2733323" cy="9906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/>
              <a:t>Note</a:t>
            </a:r>
            <a:r>
              <a:rPr lang="en-US" dirty="0"/>
              <a:t>: All Security Control Classes should match with User program Briefing</a:t>
            </a:r>
          </a:p>
        </p:txBody>
      </p:sp>
      <p:cxnSp>
        <p:nvCxnSpPr>
          <p:cNvPr id="88" name="Connector: Curved 87">
            <a:extLst>
              <a:ext uri="{FF2B5EF4-FFF2-40B4-BE49-F238E27FC236}">
                <a16:creationId xmlns:a16="http://schemas.microsoft.com/office/drawing/2014/main" id="{066DF11E-C836-4F70-86D8-32EDC39037D3}"/>
              </a:ext>
            </a:extLst>
          </p:cNvPr>
          <p:cNvCxnSpPr>
            <a:cxnSpLocks/>
            <a:endCxn id="86" idx="3"/>
          </p:cNvCxnSpPr>
          <p:nvPr/>
        </p:nvCxnSpPr>
        <p:spPr>
          <a:xfrm rot="10800000" flipV="1">
            <a:off x="3015314" y="4537173"/>
            <a:ext cx="1908869" cy="1534174"/>
          </a:xfrm>
          <a:prstGeom prst="curvedConnector3">
            <a:avLst>
              <a:gd name="adj1" fmla="val 50000"/>
            </a:avLst>
          </a:prstGeom>
          <a:noFill/>
          <a:ln w="9525" cap="flat">
            <a:solidFill>
              <a:srgbClr val="FF0000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C36C032E-2A48-4967-B9B6-CDD69F105AB1}"/>
              </a:ext>
            </a:extLst>
          </p:cNvPr>
          <p:cNvCxnSpPr>
            <a:cxnSpLocks/>
          </p:cNvCxnSpPr>
          <p:nvPr/>
        </p:nvCxnSpPr>
        <p:spPr>
          <a:xfrm>
            <a:off x="8551945" y="4225739"/>
            <a:ext cx="3324" cy="6069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5CAE155F-D5CF-485D-85A6-C753ECD619F6}"/>
              </a:ext>
            </a:extLst>
          </p:cNvPr>
          <p:cNvCxnSpPr>
            <a:cxnSpLocks/>
          </p:cNvCxnSpPr>
          <p:nvPr/>
        </p:nvCxnSpPr>
        <p:spPr>
          <a:xfrm>
            <a:off x="8549364" y="2734388"/>
            <a:ext cx="3324" cy="6069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Rectangle 112">
            <a:extLst>
              <a:ext uri="{FF2B5EF4-FFF2-40B4-BE49-F238E27FC236}">
                <a16:creationId xmlns:a16="http://schemas.microsoft.com/office/drawing/2014/main" id="{864FC55F-FAD0-48E3-83D7-A921DAA770C0}"/>
              </a:ext>
            </a:extLst>
          </p:cNvPr>
          <p:cNvSpPr/>
          <p:nvPr/>
        </p:nvSpPr>
        <p:spPr>
          <a:xfrm>
            <a:off x="2511014" y="401811"/>
            <a:ext cx="1191490" cy="4849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Staff Aug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1C2D3AEB-ADF5-4370-802D-A7387795C401}"/>
              </a:ext>
            </a:extLst>
          </p:cNvPr>
          <p:cNvSpPr/>
          <p:nvPr/>
        </p:nvSpPr>
        <p:spPr>
          <a:xfrm>
            <a:off x="31593" y="16344"/>
            <a:ext cx="1440376" cy="8584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Non-P&amp;G Employee user</a:t>
            </a:r>
          </a:p>
        </p:txBody>
      </p:sp>
      <p:cxnSp>
        <p:nvCxnSpPr>
          <p:cNvPr id="115" name="Connector: Curved 114">
            <a:extLst>
              <a:ext uri="{FF2B5EF4-FFF2-40B4-BE49-F238E27FC236}">
                <a16:creationId xmlns:a16="http://schemas.microsoft.com/office/drawing/2014/main" id="{7FC8794C-2CEF-4471-83DE-FE435733B540}"/>
              </a:ext>
            </a:extLst>
          </p:cNvPr>
          <p:cNvCxnSpPr>
            <a:cxnSpLocks/>
            <a:stCxn id="113" idx="1"/>
            <a:endCxn id="114" idx="3"/>
          </p:cNvCxnSpPr>
          <p:nvPr/>
        </p:nvCxnSpPr>
        <p:spPr>
          <a:xfrm rot="10800000">
            <a:off x="1471970" y="445576"/>
            <a:ext cx="1039045" cy="198691"/>
          </a:xfrm>
          <a:prstGeom prst="curvedConnector3">
            <a:avLst>
              <a:gd name="adj1" fmla="val 50000"/>
            </a:avLst>
          </a:prstGeom>
          <a:noFill/>
          <a:ln w="9525" cap="flat">
            <a:solidFill>
              <a:srgbClr val="FF0000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449175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Group 238">
            <a:extLst>
              <a:ext uri="{FF2B5EF4-FFF2-40B4-BE49-F238E27FC236}">
                <a16:creationId xmlns:a16="http://schemas.microsoft.com/office/drawing/2014/main" id="{4BEB3079-6D72-429E-B9F8-EE1FC4BCE870}"/>
              </a:ext>
            </a:extLst>
          </p:cNvPr>
          <p:cNvGrpSpPr/>
          <p:nvPr/>
        </p:nvGrpSpPr>
        <p:grpSpPr>
          <a:xfrm>
            <a:off x="0" y="833909"/>
            <a:ext cx="11991210" cy="4920224"/>
            <a:chOff x="-20307" y="60186"/>
            <a:chExt cx="11991210" cy="4920224"/>
          </a:xfrm>
        </p:grpSpPr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AEC511E7-32CB-445D-BDD8-EBD1E153FE93}"/>
                </a:ext>
              </a:extLst>
            </p:cNvPr>
            <p:cNvCxnSpPr>
              <a:cxnSpLocks/>
              <a:stCxn id="122" idx="4"/>
              <a:endCxn id="143" idx="0"/>
            </p:cNvCxnSpPr>
            <p:nvPr/>
          </p:nvCxnSpPr>
          <p:spPr>
            <a:xfrm flipH="1">
              <a:off x="1772180" y="998769"/>
              <a:ext cx="4761" cy="24801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F0C9601D-4A8B-4D9E-A1D3-AA3C5CF5E771}"/>
                </a:ext>
              </a:extLst>
            </p:cNvPr>
            <p:cNvCxnSpPr>
              <a:cxnSpLocks/>
              <a:stCxn id="122" idx="6"/>
              <a:endCxn id="97" idx="1"/>
            </p:cNvCxnSpPr>
            <p:nvPr/>
          </p:nvCxnSpPr>
          <p:spPr>
            <a:xfrm>
              <a:off x="2780158" y="543546"/>
              <a:ext cx="1269707" cy="84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F438BEE4-8F32-4D01-BE14-6F6E15E1C1E4}"/>
                </a:ext>
              </a:extLst>
            </p:cNvPr>
            <p:cNvGrpSpPr/>
            <p:nvPr/>
          </p:nvGrpSpPr>
          <p:grpSpPr>
            <a:xfrm>
              <a:off x="4049865" y="60186"/>
              <a:ext cx="6365194" cy="2172646"/>
              <a:chOff x="4726139" y="1139877"/>
              <a:chExt cx="6365194" cy="2172646"/>
            </a:xfrm>
          </p:grpSpPr>
          <p:sp>
            <p:nvSpPr>
              <p:cNvPr id="97" name="Diamond 96">
                <a:extLst>
                  <a:ext uri="{FF2B5EF4-FFF2-40B4-BE49-F238E27FC236}">
                    <a16:creationId xmlns:a16="http://schemas.microsoft.com/office/drawing/2014/main" id="{ABFA66CB-9DB2-424E-B0E6-453D3D81E0E1}"/>
                  </a:ext>
                </a:extLst>
              </p:cNvPr>
              <p:cNvSpPr/>
              <p:nvPr/>
            </p:nvSpPr>
            <p:spPr>
              <a:xfrm>
                <a:off x="4726139" y="1139877"/>
                <a:ext cx="1787221" cy="983639"/>
              </a:xfrm>
              <a:prstGeom prst="diamond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Ownership</a:t>
                </a:r>
              </a:p>
            </p:txBody>
          </p: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B1B6AD8D-E9C7-4E33-846D-D8F2CD26178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12402" y="2137584"/>
                <a:ext cx="4079" cy="67128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Arrow Connector 106">
                <a:extLst>
                  <a:ext uri="{FF2B5EF4-FFF2-40B4-BE49-F238E27FC236}">
                    <a16:creationId xmlns:a16="http://schemas.microsoft.com/office/drawing/2014/main" id="{E801C91D-7799-42FE-9F15-F19C75A78AD7}"/>
                  </a:ext>
                </a:extLst>
              </p:cNvPr>
              <p:cNvCxnSpPr>
                <a:cxnSpLocks/>
                <a:stCxn id="97" idx="3"/>
              </p:cNvCxnSpPr>
              <p:nvPr/>
            </p:nvCxnSpPr>
            <p:spPr>
              <a:xfrm>
                <a:off x="6513360" y="1631697"/>
                <a:ext cx="896254" cy="1955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4EB59938-9C05-455D-BA98-9620EADF4605}"/>
                  </a:ext>
                </a:extLst>
              </p:cNvPr>
              <p:cNvSpPr txBox="1"/>
              <p:nvPr/>
            </p:nvSpPr>
            <p:spPr>
              <a:xfrm>
                <a:off x="6613263" y="1332054"/>
                <a:ext cx="5361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</a:rPr>
                  <a:t>Yes</a:t>
                </a:r>
                <a:endParaRPr lang="en-US" sz="1400" dirty="0">
                  <a:solidFill>
                    <a:srgbClr val="00B050"/>
                  </a:solidFill>
                </a:endParaRPr>
              </a:p>
            </p:txBody>
          </p: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0B3EB4CD-4061-4508-A069-3A8BCE198FE5}"/>
                  </a:ext>
                </a:extLst>
              </p:cNvPr>
              <p:cNvSpPr txBox="1"/>
              <p:nvPr/>
            </p:nvSpPr>
            <p:spPr>
              <a:xfrm>
                <a:off x="5619749" y="2305268"/>
                <a:ext cx="39650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rgbClr val="FF0000"/>
                    </a:solidFill>
                  </a:rPr>
                  <a:t>No</a:t>
                </a:r>
              </a:p>
            </p:txBody>
          </p:sp>
          <p:sp>
            <p:nvSpPr>
              <p:cNvPr id="110" name="Rectangle: Rounded Corners 109">
                <a:extLst>
                  <a:ext uri="{FF2B5EF4-FFF2-40B4-BE49-F238E27FC236}">
                    <a16:creationId xmlns:a16="http://schemas.microsoft.com/office/drawing/2014/main" id="{6C7B5A52-0C66-43AD-8F18-14D51F064C86}"/>
                  </a:ext>
                </a:extLst>
              </p:cNvPr>
              <p:cNvSpPr/>
              <p:nvPr/>
            </p:nvSpPr>
            <p:spPr>
              <a:xfrm>
                <a:off x="9750421" y="1412853"/>
                <a:ext cx="1340912" cy="51540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Access</a:t>
                </a:r>
              </a:p>
              <a:p>
                <a:pPr algn="ctr"/>
                <a:r>
                  <a:rPr lang="en-US" dirty="0"/>
                  <a:t>Provided</a:t>
                </a:r>
              </a:p>
            </p:txBody>
          </p:sp>
          <p:sp>
            <p:nvSpPr>
              <p:cNvPr id="111" name="Rectangle: Rounded Corners 110">
                <a:extLst>
                  <a:ext uri="{FF2B5EF4-FFF2-40B4-BE49-F238E27FC236}">
                    <a16:creationId xmlns:a16="http://schemas.microsoft.com/office/drawing/2014/main" id="{1E566412-2F03-4884-AAB0-574179F48798}"/>
                  </a:ext>
                </a:extLst>
              </p:cNvPr>
              <p:cNvSpPr/>
              <p:nvPr/>
            </p:nvSpPr>
            <p:spPr>
              <a:xfrm>
                <a:off x="5106927" y="2817177"/>
                <a:ext cx="1039086" cy="47301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No Access</a:t>
                </a:r>
              </a:p>
            </p:txBody>
          </p:sp>
          <p:sp>
            <p:nvSpPr>
              <p:cNvPr id="114" name="Diamond 113">
                <a:extLst>
                  <a:ext uri="{FF2B5EF4-FFF2-40B4-BE49-F238E27FC236}">
                    <a16:creationId xmlns:a16="http://schemas.microsoft.com/office/drawing/2014/main" id="{5DF2E279-8F60-4946-B5C9-3A535703C1FC}"/>
                  </a:ext>
                </a:extLst>
              </p:cNvPr>
              <p:cNvSpPr/>
              <p:nvPr/>
            </p:nvSpPr>
            <p:spPr>
              <a:xfrm>
                <a:off x="7409614" y="1167689"/>
                <a:ext cx="1444553" cy="944527"/>
              </a:xfrm>
              <a:prstGeom prst="diamond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Phase</a:t>
                </a:r>
              </a:p>
              <a:p>
                <a:pPr algn="ctr"/>
                <a:r>
                  <a:rPr lang="en-US" sz="1400" dirty="0"/>
                  <a:t>Prod/empty</a:t>
                </a:r>
              </a:p>
            </p:txBody>
          </p:sp>
          <p:cxnSp>
            <p:nvCxnSpPr>
              <p:cNvPr id="115" name="Straight Arrow Connector 114">
                <a:extLst>
                  <a:ext uri="{FF2B5EF4-FFF2-40B4-BE49-F238E27FC236}">
                    <a16:creationId xmlns:a16="http://schemas.microsoft.com/office/drawing/2014/main" id="{D09F9F98-A3F0-49E8-B549-D370D00FB7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16707" y="1646711"/>
                <a:ext cx="896254" cy="1955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618FF75C-3C7B-4060-BD83-BF3D1639BC00}"/>
                  </a:ext>
                </a:extLst>
              </p:cNvPr>
              <p:cNvSpPr txBox="1"/>
              <p:nvPr/>
            </p:nvSpPr>
            <p:spPr>
              <a:xfrm>
                <a:off x="9008455" y="1371667"/>
                <a:ext cx="5361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</a:rPr>
                  <a:t>Yes</a:t>
                </a:r>
                <a:endParaRPr lang="en-US" sz="1400" dirty="0">
                  <a:solidFill>
                    <a:srgbClr val="00B050"/>
                  </a:solidFill>
                </a:endParaRPr>
              </a:p>
            </p:txBody>
          </p: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FF281E21-3553-4E44-B117-F54B39AF4EF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127811" y="2128280"/>
                <a:ext cx="4079" cy="67128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8" name="Rectangle: Rounded Corners 117">
                <a:extLst>
                  <a:ext uri="{FF2B5EF4-FFF2-40B4-BE49-F238E27FC236}">
                    <a16:creationId xmlns:a16="http://schemas.microsoft.com/office/drawing/2014/main" id="{68AA8A8C-A90E-4EE5-B3F5-0B50B44FAE66}"/>
                  </a:ext>
                </a:extLst>
              </p:cNvPr>
              <p:cNvSpPr/>
              <p:nvPr/>
            </p:nvSpPr>
            <p:spPr>
              <a:xfrm>
                <a:off x="7608267" y="2839513"/>
                <a:ext cx="1141533" cy="47301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No Access</a:t>
                </a: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1A1BB5BB-EEA9-44D4-9A77-36AD0998C28B}"/>
                  </a:ext>
                </a:extLst>
              </p:cNvPr>
              <p:cNvSpPr txBox="1"/>
              <p:nvPr/>
            </p:nvSpPr>
            <p:spPr>
              <a:xfrm>
                <a:off x="8127811" y="2329010"/>
                <a:ext cx="39650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rgbClr val="FF0000"/>
                    </a:solidFill>
                  </a:rPr>
                  <a:t>No</a:t>
                </a:r>
              </a:p>
            </p:txBody>
          </p:sp>
        </p:grp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23BBBB4A-1615-43E7-9BF3-5881B70E322A}"/>
                </a:ext>
              </a:extLst>
            </p:cNvPr>
            <p:cNvSpPr/>
            <p:nvPr/>
          </p:nvSpPr>
          <p:spPr>
            <a:xfrm>
              <a:off x="773724" y="88322"/>
              <a:ext cx="2006434" cy="91044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EBP</a:t>
              </a:r>
            </a:p>
            <a:p>
              <a:pPr algn="ctr"/>
              <a:r>
                <a:rPr lang="en-US" dirty="0"/>
                <a:t>CM/Supplier</a:t>
              </a:r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34D0F6B5-6EA6-473B-8129-7617A95F672C}"/>
                </a:ext>
              </a:extLst>
            </p:cNvPr>
            <p:cNvSpPr/>
            <p:nvPr/>
          </p:nvSpPr>
          <p:spPr>
            <a:xfrm>
              <a:off x="1304982" y="3478897"/>
              <a:ext cx="934396" cy="50031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SOP</a:t>
              </a:r>
            </a:p>
          </p:txBody>
        </p:sp>
        <p:sp>
          <p:nvSpPr>
            <p:cNvPr id="145" name="Diamond 144">
              <a:extLst>
                <a:ext uri="{FF2B5EF4-FFF2-40B4-BE49-F238E27FC236}">
                  <a16:creationId xmlns:a16="http://schemas.microsoft.com/office/drawing/2014/main" id="{80C92E91-19C5-4B0E-A190-9326181F1D74}"/>
                </a:ext>
              </a:extLst>
            </p:cNvPr>
            <p:cNvSpPr/>
            <p:nvPr/>
          </p:nvSpPr>
          <p:spPr>
            <a:xfrm>
              <a:off x="3232117" y="3259608"/>
              <a:ext cx="1650493" cy="983638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Universal Doc</a:t>
              </a:r>
            </a:p>
          </p:txBody>
        </p:sp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id="{62637027-C5F8-44C4-8441-10E02CE3157C}"/>
                </a:ext>
              </a:extLst>
            </p:cNvPr>
            <p:cNvCxnSpPr>
              <a:cxnSpLocks/>
              <a:stCxn id="143" idx="3"/>
              <a:endCxn id="145" idx="1"/>
            </p:cNvCxnSpPr>
            <p:nvPr/>
          </p:nvCxnSpPr>
          <p:spPr>
            <a:xfrm>
              <a:off x="2239378" y="3729052"/>
              <a:ext cx="992739" cy="223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D30D26A5-290D-49DD-9BAF-EA3568C8A0B2}"/>
                </a:ext>
              </a:extLst>
            </p:cNvPr>
            <p:cNvSpPr txBox="1"/>
            <p:nvPr/>
          </p:nvSpPr>
          <p:spPr>
            <a:xfrm>
              <a:off x="-20307" y="2283957"/>
              <a:ext cx="374037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>
                  <a:solidFill>
                    <a:srgbClr val="2A00FF"/>
                  </a:solidFill>
                  <a:highlight>
                    <a:srgbClr val="E8F2FE"/>
                  </a:highlight>
                  <a:latin typeface="Courier New" panose="02070309020205020404" pitchFamily="49" charset="0"/>
                </a:rPr>
                <a:t>pgIPMUniversalDocumentToStandard</a:t>
              </a:r>
              <a:endParaRPr lang="en-US" sz="1400" dirty="0"/>
            </a:p>
          </p:txBody>
        </p:sp>
        <p:cxnSp>
          <p:nvCxnSpPr>
            <p:cNvPr id="164" name="Connector: Curved 163">
              <a:extLst>
                <a:ext uri="{FF2B5EF4-FFF2-40B4-BE49-F238E27FC236}">
                  <a16:creationId xmlns:a16="http://schemas.microsoft.com/office/drawing/2014/main" id="{A1AEF357-3592-490F-BBA0-A27270755FE6}"/>
                </a:ext>
              </a:extLst>
            </p:cNvPr>
            <p:cNvCxnSpPr>
              <a:cxnSpLocks/>
              <a:stCxn id="145" idx="1"/>
              <a:endCxn id="153" idx="2"/>
            </p:cNvCxnSpPr>
            <p:nvPr/>
          </p:nvCxnSpPr>
          <p:spPr>
            <a:xfrm rot="10800000">
              <a:off x="1849881" y="2591735"/>
              <a:ext cx="1382236" cy="1159693"/>
            </a:xfrm>
            <a:prstGeom prst="curvedConnector2">
              <a:avLst/>
            </a:prstGeom>
            <a:noFill/>
            <a:ln w="9525" cap="flat">
              <a:solidFill>
                <a:srgbClr val="FF0000"/>
              </a:solidFill>
              <a:prstDash val="solid"/>
              <a:round/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72" name="Straight Arrow Connector 171">
              <a:extLst>
                <a:ext uri="{FF2B5EF4-FFF2-40B4-BE49-F238E27FC236}">
                  <a16:creationId xmlns:a16="http://schemas.microsoft.com/office/drawing/2014/main" id="{FE753EE2-4EC3-4DF8-9846-BDDA096D8430}"/>
                </a:ext>
              </a:extLst>
            </p:cNvPr>
            <p:cNvCxnSpPr>
              <a:cxnSpLocks/>
            </p:cNvCxnSpPr>
            <p:nvPr/>
          </p:nvCxnSpPr>
          <p:spPr>
            <a:xfrm>
              <a:off x="4816405" y="3740239"/>
              <a:ext cx="2241168" cy="27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7AB4AC89-1E33-46DB-8120-3C40E2923056}"/>
                </a:ext>
              </a:extLst>
            </p:cNvPr>
            <p:cNvSpPr txBox="1"/>
            <p:nvPr/>
          </p:nvSpPr>
          <p:spPr>
            <a:xfrm>
              <a:off x="5639845" y="3416657"/>
              <a:ext cx="5361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Yes</a:t>
              </a:r>
              <a:endParaRPr lang="en-US" sz="1400" dirty="0">
                <a:solidFill>
                  <a:srgbClr val="00B050"/>
                </a:solidFill>
              </a:endParaRPr>
            </a:p>
          </p:txBody>
        </p:sp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id="{9FB905FD-010A-417C-A9B3-6AFD3B672DA0}"/>
                </a:ext>
              </a:extLst>
            </p:cNvPr>
            <p:cNvGrpSpPr/>
            <p:nvPr/>
          </p:nvGrpSpPr>
          <p:grpSpPr>
            <a:xfrm>
              <a:off x="7679924" y="2865769"/>
              <a:ext cx="3365049" cy="2114641"/>
              <a:chOff x="6106854" y="2436144"/>
              <a:chExt cx="3365049" cy="2114641"/>
            </a:xfrm>
          </p:grpSpPr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0A96A3EE-E9D8-49E8-81DF-B1D8A0E902E3}"/>
                  </a:ext>
                </a:extLst>
              </p:cNvPr>
              <p:cNvSpPr txBox="1"/>
              <p:nvPr/>
            </p:nvSpPr>
            <p:spPr>
              <a:xfrm>
                <a:off x="6120223" y="2436144"/>
                <a:ext cx="215587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solidFill>
                      <a:srgbClr val="2A00FF"/>
                    </a:solidFill>
                    <a:highlight>
                      <a:srgbClr val="E8F2FE"/>
                    </a:highlight>
                    <a:latin typeface="Courier New" panose="02070309020205020404" pitchFamily="49" charset="0"/>
                  </a:rPr>
                  <a:t>All Suppliers</a:t>
                </a:r>
                <a:endParaRPr lang="en-US" dirty="0"/>
              </a:p>
            </p:txBody>
          </p:sp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E41289FC-AD11-4947-B01A-FD7104BEFEDB}"/>
                  </a:ext>
                </a:extLst>
              </p:cNvPr>
              <p:cNvSpPr txBox="1"/>
              <p:nvPr/>
            </p:nvSpPr>
            <p:spPr>
              <a:xfrm>
                <a:off x="6106854" y="3904454"/>
                <a:ext cx="3365049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solidFill>
                      <a:srgbClr val="2A00FF"/>
                    </a:solidFill>
                    <a:highlight>
                      <a:srgbClr val="E8F2FE"/>
                    </a:highlight>
                    <a:latin typeface="Courier New" panose="02070309020205020404" pitchFamily="49" charset="0"/>
                  </a:rPr>
                  <a:t>All Suppliers and All CMs</a:t>
                </a:r>
                <a:endParaRPr lang="en-US" dirty="0"/>
              </a:p>
            </p:txBody>
          </p:sp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F4312346-0ED3-4901-A719-ABDB4AB9C9BF}"/>
                  </a:ext>
                </a:extLst>
              </p:cNvPr>
              <p:cNvSpPr txBox="1"/>
              <p:nvPr/>
            </p:nvSpPr>
            <p:spPr>
              <a:xfrm>
                <a:off x="6124250" y="3141181"/>
                <a:ext cx="138148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solidFill>
                      <a:srgbClr val="2A00FF"/>
                    </a:solidFill>
                    <a:highlight>
                      <a:srgbClr val="E8F2FE"/>
                    </a:highlight>
                    <a:latin typeface="Courier New" panose="02070309020205020404" pitchFamily="49" charset="0"/>
                  </a:rPr>
                  <a:t>All CMs</a:t>
                </a:r>
                <a:endParaRPr lang="en-US" dirty="0"/>
              </a:p>
            </p:txBody>
          </p:sp>
        </p:grp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DC8C14D6-9AFF-4662-9477-2D1E41F4F951}"/>
                </a:ext>
              </a:extLst>
            </p:cNvPr>
            <p:cNvSpPr txBox="1"/>
            <p:nvPr/>
          </p:nvSpPr>
          <p:spPr>
            <a:xfrm>
              <a:off x="4596009" y="3828961"/>
              <a:ext cx="274675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>
                  <a:solidFill>
                    <a:srgbClr val="2A00FF"/>
                  </a:solidFill>
                  <a:highlight>
                    <a:srgbClr val="E8F2FE"/>
                  </a:highlight>
                  <a:latin typeface="Courier New" panose="02070309020205020404" pitchFamily="49" charset="0"/>
                </a:rPr>
                <a:t>pgIPMUniversalDocumentRecipientGroup</a:t>
              </a:r>
              <a:endParaRPr lang="en-US" sz="1200" dirty="0"/>
            </a:p>
          </p:txBody>
        </p: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6F3A6284-8D63-494E-A6FD-31F3B07F08C5}"/>
                </a:ext>
              </a:extLst>
            </p:cNvPr>
            <p:cNvCxnSpPr>
              <a:cxnSpLocks/>
            </p:cNvCxnSpPr>
            <p:nvPr/>
          </p:nvCxnSpPr>
          <p:spPr>
            <a:xfrm>
              <a:off x="7257264" y="3053233"/>
              <a:ext cx="0" cy="14655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Arrow Connector 196">
              <a:extLst>
                <a:ext uri="{FF2B5EF4-FFF2-40B4-BE49-F238E27FC236}">
                  <a16:creationId xmlns:a16="http://schemas.microsoft.com/office/drawing/2014/main" id="{687F75D7-F2C4-49AA-985D-9F293DE1543D}"/>
                </a:ext>
              </a:extLst>
            </p:cNvPr>
            <p:cNvCxnSpPr>
              <a:cxnSpLocks/>
            </p:cNvCxnSpPr>
            <p:nvPr/>
          </p:nvCxnSpPr>
          <p:spPr>
            <a:xfrm>
              <a:off x="7257264" y="3050435"/>
              <a:ext cx="422660" cy="828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Arrow Connector 198">
              <a:extLst>
                <a:ext uri="{FF2B5EF4-FFF2-40B4-BE49-F238E27FC236}">
                  <a16:creationId xmlns:a16="http://schemas.microsoft.com/office/drawing/2014/main" id="{E61414FF-1D0B-4740-AF23-FE0B43A5D4A7}"/>
                </a:ext>
              </a:extLst>
            </p:cNvPr>
            <p:cNvCxnSpPr>
              <a:cxnSpLocks/>
            </p:cNvCxnSpPr>
            <p:nvPr/>
          </p:nvCxnSpPr>
          <p:spPr>
            <a:xfrm>
              <a:off x="7241197" y="4522286"/>
              <a:ext cx="422660" cy="828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Arrow Connector 199">
              <a:extLst>
                <a:ext uri="{FF2B5EF4-FFF2-40B4-BE49-F238E27FC236}">
                  <a16:creationId xmlns:a16="http://schemas.microsoft.com/office/drawing/2014/main" id="{E6D5FC83-2F5B-42B2-BC60-ECAA600E47B1}"/>
                </a:ext>
              </a:extLst>
            </p:cNvPr>
            <p:cNvCxnSpPr>
              <a:cxnSpLocks/>
            </p:cNvCxnSpPr>
            <p:nvPr/>
          </p:nvCxnSpPr>
          <p:spPr>
            <a:xfrm>
              <a:off x="7265720" y="3737966"/>
              <a:ext cx="422660" cy="828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1" name="Rectangle: Rounded Corners 200">
              <a:extLst>
                <a:ext uri="{FF2B5EF4-FFF2-40B4-BE49-F238E27FC236}">
                  <a16:creationId xmlns:a16="http://schemas.microsoft.com/office/drawing/2014/main" id="{1B7F32E3-BDB9-4F57-9012-7BB76CEC9968}"/>
                </a:ext>
              </a:extLst>
            </p:cNvPr>
            <p:cNvSpPr/>
            <p:nvPr/>
          </p:nvSpPr>
          <p:spPr>
            <a:xfrm>
              <a:off x="10829370" y="2803032"/>
              <a:ext cx="1141533" cy="47301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Suppliers</a:t>
              </a:r>
            </a:p>
          </p:txBody>
        </p:sp>
        <p:sp>
          <p:nvSpPr>
            <p:cNvPr id="202" name="Rectangle: Rounded Corners 201">
              <a:extLst>
                <a:ext uri="{FF2B5EF4-FFF2-40B4-BE49-F238E27FC236}">
                  <a16:creationId xmlns:a16="http://schemas.microsoft.com/office/drawing/2014/main" id="{F7832AB8-334E-41BA-8547-D3655AACD341}"/>
                </a:ext>
              </a:extLst>
            </p:cNvPr>
            <p:cNvSpPr/>
            <p:nvPr/>
          </p:nvSpPr>
          <p:spPr>
            <a:xfrm>
              <a:off x="10829370" y="3548085"/>
              <a:ext cx="1141533" cy="47301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CM</a:t>
              </a:r>
            </a:p>
          </p:txBody>
        </p:sp>
        <p:sp>
          <p:nvSpPr>
            <p:cNvPr id="203" name="Rectangle: Rounded Corners 202">
              <a:extLst>
                <a:ext uri="{FF2B5EF4-FFF2-40B4-BE49-F238E27FC236}">
                  <a16:creationId xmlns:a16="http://schemas.microsoft.com/office/drawing/2014/main" id="{E60CB23F-2F21-4F36-A95B-3DD33C067BE5}"/>
                </a:ext>
              </a:extLst>
            </p:cNvPr>
            <p:cNvSpPr/>
            <p:nvPr/>
          </p:nvSpPr>
          <p:spPr>
            <a:xfrm>
              <a:off x="10829370" y="4371452"/>
              <a:ext cx="1141533" cy="47301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Both</a:t>
              </a:r>
            </a:p>
          </p:txBody>
        </p: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id="{30AC83BC-874E-4B4A-A6B9-36AE47C24985}"/>
                </a:ext>
              </a:extLst>
            </p:cNvPr>
            <p:cNvCxnSpPr>
              <a:cxnSpLocks/>
              <a:endCxn id="201" idx="1"/>
            </p:cNvCxnSpPr>
            <p:nvPr/>
          </p:nvCxnSpPr>
          <p:spPr>
            <a:xfrm>
              <a:off x="9631919" y="3039537"/>
              <a:ext cx="119745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Arrow Connector 206">
              <a:extLst>
                <a:ext uri="{FF2B5EF4-FFF2-40B4-BE49-F238E27FC236}">
                  <a16:creationId xmlns:a16="http://schemas.microsoft.com/office/drawing/2014/main" id="{59F9C333-E2A1-4868-96C0-120810AE7C9E}"/>
                </a:ext>
              </a:extLst>
            </p:cNvPr>
            <p:cNvCxnSpPr>
              <a:cxnSpLocks/>
            </p:cNvCxnSpPr>
            <p:nvPr/>
          </p:nvCxnSpPr>
          <p:spPr>
            <a:xfrm>
              <a:off x="9604868" y="3782896"/>
              <a:ext cx="119745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Arrow Connector 207">
              <a:extLst>
                <a:ext uri="{FF2B5EF4-FFF2-40B4-BE49-F238E27FC236}">
                  <a16:creationId xmlns:a16="http://schemas.microsoft.com/office/drawing/2014/main" id="{217DA105-5964-4CE3-A4A6-495566B51D6C}"/>
                </a:ext>
              </a:extLst>
            </p:cNvPr>
            <p:cNvCxnSpPr>
              <a:cxnSpLocks/>
            </p:cNvCxnSpPr>
            <p:nvPr/>
          </p:nvCxnSpPr>
          <p:spPr>
            <a:xfrm>
              <a:off x="9604869" y="4657244"/>
              <a:ext cx="119745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1" name="Rectangle: Rounded Corners 210">
              <a:extLst>
                <a:ext uri="{FF2B5EF4-FFF2-40B4-BE49-F238E27FC236}">
                  <a16:creationId xmlns:a16="http://schemas.microsoft.com/office/drawing/2014/main" id="{5554ABB2-AAA1-4F2B-BAF0-A85BE440E181}"/>
                </a:ext>
              </a:extLst>
            </p:cNvPr>
            <p:cNvSpPr/>
            <p:nvPr/>
          </p:nvSpPr>
          <p:spPr>
            <a:xfrm>
              <a:off x="10586694" y="1432798"/>
              <a:ext cx="1059033" cy="473009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No Access</a:t>
              </a:r>
            </a:p>
          </p:txBody>
        </p: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F709BA98-20CB-4089-B0F4-6F2F54C5150F}"/>
                </a:ext>
              </a:extLst>
            </p:cNvPr>
            <p:cNvSpPr txBox="1"/>
            <p:nvPr/>
          </p:nvSpPr>
          <p:spPr>
            <a:xfrm>
              <a:off x="10124154" y="2437846"/>
              <a:ext cx="5479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FF0000"/>
                  </a:solidFill>
                </a:rPr>
                <a:t>CM</a:t>
              </a:r>
            </a:p>
          </p:txBody>
        </p:sp>
        <p:cxnSp>
          <p:nvCxnSpPr>
            <p:cNvPr id="220" name="Connector: Curved 219">
              <a:extLst>
                <a:ext uri="{FF2B5EF4-FFF2-40B4-BE49-F238E27FC236}">
                  <a16:creationId xmlns:a16="http://schemas.microsoft.com/office/drawing/2014/main" id="{4D58B30D-14B3-4A8F-8197-3B49B98E0077}"/>
                </a:ext>
              </a:extLst>
            </p:cNvPr>
            <p:cNvCxnSpPr>
              <a:cxnSpLocks/>
              <a:endCxn id="211" idx="2"/>
            </p:cNvCxnSpPr>
            <p:nvPr/>
          </p:nvCxnSpPr>
          <p:spPr>
            <a:xfrm flipV="1">
              <a:off x="9430823" y="1905807"/>
              <a:ext cx="1685388" cy="1144628"/>
            </a:xfrm>
            <a:prstGeom prst="curvedConnector2">
              <a:avLst/>
            </a:prstGeom>
            <a:noFill/>
            <a:ln w="9525" cap="flat">
              <a:solidFill>
                <a:srgbClr val="FF0000"/>
              </a:solidFill>
              <a:prstDash val="solid"/>
              <a:round/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24" name="Connector: Curved 223">
              <a:extLst>
                <a:ext uri="{FF2B5EF4-FFF2-40B4-BE49-F238E27FC236}">
                  <a16:creationId xmlns:a16="http://schemas.microsoft.com/office/drawing/2014/main" id="{8B6E7CAB-B6D6-4044-9755-9396711E39E1}"/>
                </a:ext>
              </a:extLst>
            </p:cNvPr>
            <p:cNvCxnSpPr>
              <a:cxnSpLocks/>
              <a:endCxn id="211" idx="1"/>
            </p:cNvCxnSpPr>
            <p:nvPr/>
          </p:nvCxnSpPr>
          <p:spPr>
            <a:xfrm rot="5400000" flipH="1" flipV="1">
              <a:off x="8644630" y="1795903"/>
              <a:ext cx="2068664" cy="1815464"/>
            </a:xfrm>
            <a:prstGeom prst="curvedConnector2">
              <a:avLst/>
            </a:prstGeom>
            <a:noFill/>
            <a:ln w="9525" cap="flat">
              <a:solidFill>
                <a:srgbClr val="FF0000"/>
              </a:solidFill>
              <a:prstDash val="solid"/>
              <a:round/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2A519C0D-53D9-4A54-93E9-D47BDE5A3D22}"/>
                </a:ext>
              </a:extLst>
            </p:cNvPr>
            <p:cNvSpPr txBox="1"/>
            <p:nvPr/>
          </p:nvSpPr>
          <p:spPr>
            <a:xfrm>
              <a:off x="9362448" y="2226560"/>
              <a:ext cx="54793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</a:rPr>
                <a:t>SP</a:t>
              </a:r>
              <a:endParaRPr lang="en-US" sz="14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61653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2A49702-CE88-44B8-B420-C2591973C4AE}"/>
              </a:ext>
            </a:extLst>
          </p:cNvPr>
          <p:cNvGrpSpPr/>
          <p:nvPr/>
        </p:nvGrpSpPr>
        <p:grpSpPr>
          <a:xfrm>
            <a:off x="54687" y="845738"/>
            <a:ext cx="8570423" cy="4765309"/>
            <a:chOff x="426130" y="845738"/>
            <a:chExt cx="8570423" cy="4765309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562690D1-14E8-49F2-A68A-6E96BBB82A62}"/>
                </a:ext>
              </a:extLst>
            </p:cNvPr>
            <p:cNvSpPr/>
            <p:nvPr/>
          </p:nvSpPr>
          <p:spPr>
            <a:xfrm>
              <a:off x="426130" y="2973777"/>
              <a:ext cx="1267676" cy="69789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Supplier</a:t>
              </a:r>
              <a:endParaRPr lang="en-US" sz="1400" dirty="0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6BEDDA2-8A7D-4D5F-BC0D-19A9154FB83D}"/>
                </a:ext>
              </a:extLst>
            </p:cNvPr>
            <p:cNvGrpSpPr/>
            <p:nvPr/>
          </p:nvGrpSpPr>
          <p:grpSpPr>
            <a:xfrm>
              <a:off x="1594675" y="845738"/>
              <a:ext cx="7401878" cy="4765309"/>
              <a:chOff x="1594675" y="845738"/>
              <a:chExt cx="7401878" cy="4765309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A169EAC1-4E37-4EF9-A672-9184C20DDA2F}"/>
                  </a:ext>
                </a:extLst>
              </p:cNvPr>
              <p:cNvSpPr/>
              <p:nvPr/>
            </p:nvSpPr>
            <p:spPr>
              <a:xfrm>
                <a:off x="2805033" y="940468"/>
                <a:ext cx="1420839" cy="80185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SOP</a:t>
                </a:r>
              </a:p>
              <a:p>
                <a:pPr algn="ctr"/>
                <a:r>
                  <a:rPr lang="en-US" dirty="0"/>
                  <a:t>&amp;</a:t>
                </a:r>
              </a:p>
              <a:p>
                <a:pPr algn="ctr"/>
                <a:r>
                  <a:rPr lang="en-US" dirty="0"/>
                  <a:t>TMS</a:t>
                </a: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B413F1B4-B278-481F-BDC2-66191ED52BA0}"/>
                  </a:ext>
                </a:extLst>
              </p:cNvPr>
              <p:cNvSpPr/>
              <p:nvPr/>
            </p:nvSpPr>
            <p:spPr>
              <a:xfrm>
                <a:off x="2884229" y="4809189"/>
                <a:ext cx="1094798" cy="80185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HIR Type</a:t>
                </a:r>
              </a:p>
              <a:p>
                <a:pPr algn="ctr"/>
                <a:r>
                  <a:rPr lang="en-US" dirty="0"/>
                  <a:t>(DPP/IPP/MI)</a:t>
                </a:r>
              </a:p>
            </p:txBody>
          </p: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3A047274-737A-4095-9F78-4ECE319CE2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503" y="1342875"/>
                <a:ext cx="1" cy="388438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56703332-FA4D-4406-B051-361D4476C8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503" y="1335251"/>
                <a:ext cx="49358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0E9C02EF-D5A9-444F-A62E-2DC872D3FDFB}"/>
                  </a:ext>
                </a:extLst>
              </p:cNvPr>
              <p:cNvCxnSpPr>
                <a:cxnSpLocks/>
                <a:endCxn id="51" idx="1"/>
              </p:cNvCxnSpPr>
              <p:nvPr/>
            </p:nvCxnSpPr>
            <p:spPr>
              <a:xfrm flipV="1">
                <a:off x="2294952" y="5210118"/>
                <a:ext cx="589277" cy="1406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6ED687DD-5BF8-45F5-9A0C-5F668E33EF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94675" y="3321953"/>
                <a:ext cx="668811" cy="76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Diamond 59">
                <a:extLst>
                  <a:ext uri="{FF2B5EF4-FFF2-40B4-BE49-F238E27FC236}">
                    <a16:creationId xmlns:a16="http://schemas.microsoft.com/office/drawing/2014/main" id="{0E490BE7-F058-4627-9ABE-C8D7EAA33FCE}"/>
                  </a:ext>
                </a:extLst>
              </p:cNvPr>
              <p:cNvSpPr/>
              <p:nvPr/>
            </p:nvSpPr>
            <p:spPr>
              <a:xfrm>
                <a:off x="7527629" y="887535"/>
                <a:ext cx="1468924" cy="900787"/>
              </a:xfrm>
              <a:prstGeom prst="diamond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SWS</a:t>
                </a:r>
              </a:p>
            </p:txBody>
          </p:sp>
          <p:sp>
            <p:nvSpPr>
              <p:cNvPr id="61" name="Diamond 60">
                <a:extLst>
                  <a:ext uri="{FF2B5EF4-FFF2-40B4-BE49-F238E27FC236}">
                    <a16:creationId xmlns:a16="http://schemas.microsoft.com/office/drawing/2014/main" id="{58275536-ABE5-4FD2-9304-E9725AFBABA9}"/>
                  </a:ext>
                </a:extLst>
              </p:cNvPr>
              <p:cNvSpPr/>
              <p:nvPr/>
            </p:nvSpPr>
            <p:spPr>
              <a:xfrm>
                <a:off x="5073106" y="845738"/>
                <a:ext cx="1787221" cy="983639"/>
              </a:xfrm>
              <a:prstGeom prst="diamond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Ownership</a:t>
                </a:r>
              </a:p>
            </p:txBody>
          </p: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182834AE-E11A-4242-AA45-C44AB433AE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25872" y="1341397"/>
                <a:ext cx="80708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E915F43F-2DF7-41AA-AFB5-219F0D0A8A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54518" y="1337557"/>
                <a:ext cx="62579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9A0B2B41-584C-41EF-8034-CEA0819285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72107" y="1829377"/>
                <a:ext cx="0" cy="54698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18000648-7F66-4B4E-9BFA-0358467F5006}"/>
                  </a:ext>
                </a:extLst>
              </p:cNvPr>
              <p:cNvSpPr txBox="1"/>
              <p:nvPr/>
            </p:nvSpPr>
            <p:spPr>
              <a:xfrm>
                <a:off x="5583860" y="1918544"/>
                <a:ext cx="39650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rgbClr val="FF0000"/>
                    </a:solidFill>
                  </a:rPr>
                  <a:t>No</a:t>
                </a:r>
              </a:p>
            </p:txBody>
          </p:sp>
          <p:sp>
            <p:nvSpPr>
              <p:cNvPr id="67" name="Rectangle: Rounded Corners 66">
                <a:extLst>
                  <a:ext uri="{FF2B5EF4-FFF2-40B4-BE49-F238E27FC236}">
                    <a16:creationId xmlns:a16="http://schemas.microsoft.com/office/drawing/2014/main" id="{C947E94F-4143-4DE8-B116-BF70BFF5196B}"/>
                  </a:ext>
                </a:extLst>
              </p:cNvPr>
              <p:cNvSpPr/>
              <p:nvPr/>
            </p:nvSpPr>
            <p:spPr>
              <a:xfrm>
                <a:off x="5428357" y="2470412"/>
                <a:ext cx="1039086" cy="47301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No Access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D25C4536-7782-44DA-AACB-B531377EB5EB}"/>
                  </a:ext>
                </a:extLst>
              </p:cNvPr>
              <p:cNvSpPr txBox="1"/>
              <p:nvPr/>
            </p:nvSpPr>
            <p:spPr>
              <a:xfrm>
                <a:off x="6793927" y="954157"/>
                <a:ext cx="5361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00B050"/>
                    </a:solidFill>
                  </a:rPr>
                  <a:t>Yes</a:t>
                </a:r>
                <a:endParaRPr lang="en-US" sz="1400" dirty="0">
                  <a:solidFill>
                    <a:srgbClr val="00B050"/>
                  </a:solidFill>
                </a:endParaRPr>
              </a:p>
            </p:txBody>
          </p:sp>
          <p:cxnSp>
            <p:nvCxnSpPr>
              <p:cNvPr id="69" name="Straight Arrow Connector 68">
                <a:extLst>
                  <a:ext uri="{FF2B5EF4-FFF2-40B4-BE49-F238E27FC236}">
                    <a16:creationId xmlns:a16="http://schemas.microsoft.com/office/drawing/2014/main" id="{76C96637-9E7F-4964-B78E-951D54DEDE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62432" y="1742326"/>
                <a:ext cx="0" cy="69443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Rectangle: Rounded Corners 69">
                <a:extLst>
                  <a:ext uri="{FF2B5EF4-FFF2-40B4-BE49-F238E27FC236}">
                    <a16:creationId xmlns:a16="http://schemas.microsoft.com/office/drawing/2014/main" id="{880C63BB-BE5D-4569-B8CA-233B891E9687}"/>
                  </a:ext>
                </a:extLst>
              </p:cNvPr>
              <p:cNvSpPr/>
              <p:nvPr/>
            </p:nvSpPr>
            <p:spPr>
              <a:xfrm>
                <a:off x="7810154" y="2470412"/>
                <a:ext cx="1039086" cy="47301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No Access</a:t>
                </a: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5D6544F2-2D49-4DCD-A374-7310209FB022}"/>
                  </a:ext>
                </a:extLst>
              </p:cNvPr>
              <p:cNvSpPr txBox="1"/>
              <p:nvPr/>
            </p:nvSpPr>
            <p:spPr>
              <a:xfrm flipH="1">
                <a:off x="7863092" y="1918543"/>
                <a:ext cx="49171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rgbClr val="FF0000"/>
                    </a:solidFill>
                  </a:rPr>
                  <a:t>No</a:t>
                </a:r>
              </a:p>
            </p:txBody>
          </p:sp>
        </p:grpSp>
      </p:grp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96F12493-9197-40DA-A15A-67DEE1F25DAC}"/>
              </a:ext>
            </a:extLst>
          </p:cNvPr>
          <p:cNvSpPr/>
          <p:nvPr/>
        </p:nvSpPr>
        <p:spPr>
          <a:xfrm>
            <a:off x="11013602" y="1099693"/>
            <a:ext cx="1178397" cy="4698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Access</a:t>
            </a:r>
          </a:p>
          <a:p>
            <a:pPr algn="ctr"/>
            <a:r>
              <a:rPr lang="en-US" dirty="0"/>
              <a:t>Provided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CF1BDE67-3BD9-4169-B3A9-C86C6B0964A4}"/>
              </a:ext>
            </a:extLst>
          </p:cNvPr>
          <p:cNvCxnSpPr>
            <a:cxnSpLocks/>
          </p:cNvCxnSpPr>
          <p:nvPr/>
        </p:nvCxnSpPr>
        <p:spPr>
          <a:xfrm>
            <a:off x="8519476" y="1342457"/>
            <a:ext cx="6257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5DA027C1-6BB2-4A11-8412-69CA28F78A15}"/>
              </a:ext>
            </a:extLst>
          </p:cNvPr>
          <p:cNvSpPr txBox="1"/>
          <p:nvPr/>
        </p:nvSpPr>
        <p:spPr>
          <a:xfrm>
            <a:off x="8546612" y="973556"/>
            <a:ext cx="536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Yes</a:t>
            </a:r>
            <a:endParaRPr lang="en-US" sz="1400" dirty="0">
              <a:solidFill>
                <a:srgbClr val="00B050"/>
              </a:solidFill>
            </a:endParaRP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990394B6-2533-466B-9BEA-7CE58E427A5D}"/>
              </a:ext>
            </a:extLst>
          </p:cNvPr>
          <p:cNvCxnSpPr>
            <a:cxnSpLocks/>
            <a:stCxn id="51" idx="3"/>
            <a:endCxn id="42" idx="1"/>
          </p:cNvCxnSpPr>
          <p:nvPr/>
        </p:nvCxnSpPr>
        <p:spPr>
          <a:xfrm>
            <a:off x="3607584" y="5210118"/>
            <a:ext cx="379537" cy="140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AC33500E-515E-4777-830B-54E202E9D9A9}"/>
              </a:ext>
            </a:extLst>
          </p:cNvPr>
          <p:cNvSpPr txBox="1"/>
          <p:nvPr/>
        </p:nvSpPr>
        <p:spPr>
          <a:xfrm>
            <a:off x="3711063" y="4854853"/>
            <a:ext cx="536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Yes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98" name="Diamond 97">
            <a:extLst>
              <a:ext uri="{FF2B5EF4-FFF2-40B4-BE49-F238E27FC236}">
                <a16:creationId xmlns:a16="http://schemas.microsoft.com/office/drawing/2014/main" id="{87EC6D69-D51F-41A2-B63C-93ED62402DA3}"/>
              </a:ext>
            </a:extLst>
          </p:cNvPr>
          <p:cNvSpPr/>
          <p:nvPr/>
        </p:nvSpPr>
        <p:spPr>
          <a:xfrm>
            <a:off x="9155935" y="940468"/>
            <a:ext cx="1326843" cy="795868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Phase</a:t>
            </a:r>
          </a:p>
          <a:p>
            <a:pPr algn="ctr"/>
            <a:r>
              <a:rPr lang="en-US" sz="1400" dirty="0"/>
              <a:t>Prod/empty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986C9B72-A291-4F1D-B0CA-8811BB5FE3AF}"/>
              </a:ext>
            </a:extLst>
          </p:cNvPr>
          <p:cNvSpPr txBox="1"/>
          <p:nvPr/>
        </p:nvSpPr>
        <p:spPr>
          <a:xfrm>
            <a:off x="10385180" y="993263"/>
            <a:ext cx="536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Yes</a:t>
            </a:r>
            <a:endParaRPr lang="en-US" sz="1400" dirty="0">
              <a:solidFill>
                <a:srgbClr val="00B050"/>
              </a:solidFill>
            </a:endParaRPr>
          </a:p>
        </p:txBody>
      </p: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01CD2E6A-AA3E-44AA-B7C1-E56BB4B7C7DA}"/>
              </a:ext>
            </a:extLst>
          </p:cNvPr>
          <p:cNvCxnSpPr>
            <a:cxnSpLocks/>
            <a:endCxn id="73" idx="1"/>
          </p:cNvCxnSpPr>
          <p:nvPr/>
        </p:nvCxnSpPr>
        <p:spPr>
          <a:xfrm flipV="1">
            <a:off x="10482778" y="1334594"/>
            <a:ext cx="530824" cy="6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1D799A41-FC4C-46A3-81EF-31DA727D92A9}"/>
              </a:ext>
            </a:extLst>
          </p:cNvPr>
          <p:cNvCxnSpPr>
            <a:cxnSpLocks/>
          </p:cNvCxnSpPr>
          <p:nvPr/>
        </p:nvCxnSpPr>
        <p:spPr>
          <a:xfrm>
            <a:off x="9831246" y="1736336"/>
            <a:ext cx="0" cy="6944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0E922F1C-F343-4D4F-B6D5-5F3216E016A4}"/>
              </a:ext>
            </a:extLst>
          </p:cNvPr>
          <p:cNvSpPr/>
          <p:nvPr/>
        </p:nvSpPr>
        <p:spPr>
          <a:xfrm>
            <a:off x="9389575" y="2470412"/>
            <a:ext cx="1039086" cy="4730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 Access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F5B2907-2AC8-4B6F-AD8E-3D6408F39F73}"/>
              </a:ext>
            </a:extLst>
          </p:cNvPr>
          <p:cNvSpPr txBox="1"/>
          <p:nvPr/>
        </p:nvSpPr>
        <p:spPr>
          <a:xfrm flipH="1">
            <a:off x="9417403" y="1918543"/>
            <a:ext cx="4917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42" name="Diamond 41">
            <a:extLst>
              <a:ext uri="{FF2B5EF4-FFF2-40B4-BE49-F238E27FC236}">
                <a16:creationId xmlns:a16="http://schemas.microsoft.com/office/drawing/2014/main" id="{DFA9047B-93A2-447C-B465-84F0F00DDC0D}"/>
              </a:ext>
            </a:extLst>
          </p:cNvPr>
          <p:cNvSpPr/>
          <p:nvPr/>
        </p:nvSpPr>
        <p:spPr>
          <a:xfrm>
            <a:off x="3987121" y="4732366"/>
            <a:ext cx="1787221" cy="983639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Ownership</a:t>
            </a:r>
          </a:p>
        </p:txBody>
      </p:sp>
      <p:sp>
        <p:nvSpPr>
          <p:cNvPr id="47" name="Diamond 46">
            <a:extLst>
              <a:ext uri="{FF2B5EF4-FFF2-40B4-BE49-F238E27FC236}">
                <a16:creationId xmlns:a16="http://schemas.microsoft.com/office/drawing/2014/main" id="{1DD4F8A3-8D1A-4635-BB4B-924DBD5FE8B3}"/>
              </a:ext>
            </a:extLst>
          </p:cNvPr>
          <p:cNvSpPr/>
          <p:nvPr/>
        </p:nvSpPr>
        <p:spPr>
          <a:xfrm>
            <a:off x="6124100" y="4737987"/>
            <a:ext cx="1957947" cy="101177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  <a:p>
            <a:pPr algn="ctr"/>
            <a:r>
              <a:rPr lang="en-US" sz="1400" dirty="0"/>
              <a:t>Highly Restricted</a:t>
            </a:r>
          </a:p>
          <a:p>
            <a:pPr algn="ctr"/>
            <a:endParaRPr lang="en-US" dirty="0"/>
          </a:p>
        </p:txBody>
      </p:sp>
      <p:sp>
        <p:nvSpPr>
          <p:cNvPr id="48" name="Diamond 47">
            <a:extLst>
              <a:ext uri="{FF2B5EF4-FFF2-40B4-BE49-F238E27FC236}">
                <a16:creationId xmlns:a16="http://schemas.microsoft.com/office/drawing/2014/main" id="{E4E134F0-D38A-4FFE-8460-50011C3A4421}"/>
              </a:ext>
            </a:extLst>
          </p:cNvPr>
          <p:cNvSpPr/>
          <p:nvPr/>
        </p:nvSpPr>
        <p:spPr>
          <a:xfrm>
            <a:off x="10751177" y="4718298"/>
            <a:ext cx="1470095" cy="983639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  <a:p>
            <a:pPr algn="ctr"/>
            <a:r>
              <a:rPr lang="en-US" sz="1200" dirty="0"/>
              <a:t>Project Specific</a:t>
            </a:r>
          </a:p>
          <a:p>
            <a:pPr algn="ctr"/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3691769-C95B-442C-B829-76FD70464BC5}"/>
              </a:ext>
            </a:extLst>
          </p:cNvPr>
          <p:cNvSpPr txBox="1"/>
          <p:nvPr/>
        </p:nvSpPr>
        <p:spPr>
          <a:xfrm>
            <a:off x="7295589" y="3905001"/>
            <a:ext cx="2447774" cy="377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2A00FF"/>
                </a:solidFill>
                <a:highlight>
                  <a:srgbClr val="E8F2FE"/>
                </a:highlight>
                <a:latin typeface="Courier New" panose="02070309020205020404" pitchFamily="49" charset="0"/>
              </a:rPr>
              <a:t>pgHiRCompliant</a:t>
            </a:r>
            <a:endParaRPr lang="en-US" dirty="0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09CF25B-B6A9-4049-A5F5-2003A98500B7}"/>
              </a:ext>
            </a:extLst>
          </p:cNvPr>
          <p:cNvCxnSpPr>
            <a:cxnSpLocks/>
            <a:stCxn id="42" idx="3"/>
            <a:endCxn id="47" idx="1"/>
          </p:cNvCxnSpPr>
          <p:nvPr/>
        </p:nvCxnSpPr>
        <p:spPr>
          <a:xfrm>
            <a:off x="5774342" y="5224186"/>
            <a:ext cx="349758" cy="19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1DB7EC9-D986-46FF-B9E8-F1BD200BABD2}"/>
              </a:ext>
            </a:extLst>
          </p:cNvPr>
          <p:cNvCxnSpPr>
            <a:cxnSpLocks/>
          </p:cNvCxnSpPr>
          <p:nvPr/>
        </p:nvCxnSpPr>
        <p:spPr>
          <a:xfrm>
            <a:off x="7852004" y="5234030"/>
            <a:ext cx="6257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Diamond 58">
            <a:extLst>
              <a:ext uri="{FF2B5EF4-FFF2-40B4-BE49-F238E27FC236}">
                <a16:creationId xmlns:a16="http://schemas.microsoft.com/office/drawing/2014/main" id="{357F4614-4A3C-4835-9832-27460D1E6E7F}"/>
              </a:ext>
            </a:extLst>
          </p:cNvPr>
          <p:cNvSpPr/>
          <p:nvPr/>
        </p:nvSpPr>
        <p:spPr>
          <a:xfrm>
            <a:off x="8453601" y="4737987"/>
            <a:ext cx="1957947" cy="101177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  <a:p>
            <a:pPr algn="ctr"/>
            <a:r>
              <a:rPr lang="en-US" sz="1400" dirty="0"/>
              <a:t>HIR Compliant on Plant</a:t>
            </a:r>
          </a:p>
          <a:p>
            <a:pPr algn="ctr"/>
            <a:endParaRPr lang="en-US" dirty="0"/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6D20D775-45DA-48F8-A490-86188E6D89F6}"/>
              </a:ext>
            </a:extLst>
          </p:cNvPr>
          <p:cNvCxnSpPr>
            <a:cxnSpLocks/>
          </p:cNvCxnSpPr>
          <p:nvPr/>
        </p:nvCxnSpPr>
        <p:spPr>
          <a:xfrm>
            <a:off x="10259246" y="5217152"/>
            <a:ext cx="6257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B45B95E2-F14A-40E2-9C56-E00C8D23736F}"/>
              </a:ext>
            </a:extLst>
          </p:cNvPr>
          <p:cNvSpPr txBox="1"/>
          <p:nvPr/>
        </p:nvSpPr>
        <p:spPr>
          <a:xfrm>
            <a:off x="5650178" y="4874543"/>
            <a:ext cx="536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Yes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93AB12A-DF30-4FC8-B1D3-AEE9FBDB6174}"/>
              </a:ext>
            </a:extLst>
          </p:cNvPr>
          <p:cNvSpPr txBox="1"/>
          <p:nvPr/>
        </p:nvSpPr>
        <p:spPr>
          <a:xfrm>
            <a:off x="7999750" y="4950264"/>
            <a:ext cx="536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Yes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EA67566-EC55-46CC-917F-0B6C48BA71FE}"/>
              </a:ext>
            </a:extLst>
          </p:cNvPr>
          <p:cNvSpPr txBox="1"/>
          <p:nvPr/>
        </p:nvSpPr>
        <p:spPr>
          <a:xfrm>
            <a:off x="10304067" y="4882051"/>
            <a:ext cx="536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Yes</a:t>
            </a:r>
            <a:endParaRPr lang="en-US" sz="1400" dirty="0">
              <a:solidFill>
                <a:srgbClr val="00B050"/>
              </a:solidFill>
            </a:endParaRP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3299BA8A-28A6-4BF1-9F26-83BAA4359512}"/>
              </a:ext>
            </a:extLst>
          </p:cNvPr>
          <p:cNvCxnSpPr>
            <a:cxnSpLocks/>
          </p:cNvCxnSpPr>
          <p:nvPr/>
        </p:nvCxnSpPr>
        <p:spPr>
          <a:xfrm>
            <a:off x="11486224" y="5611047"/>
            <a:ext cx="0" cy="4521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39A6DD62-D537-4424-B02F-A5EBDC12D78A}"/>
              </a:ext>
            </a:extLst>
          </p:cNvPr>
          <p:cNvSpPr/>
          <p:nvPr/>
        </p:nvSpPr>
        <p:spPr>
          <a:xfrm>
            <a:off x="10952757" y="6183938"/>
            <a:ext cx="1165550" cy="6740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Access Provided</a:t>
            </a:r>
          </a:p>
        </p:txBody>
      </p:sp>
      <p:cxnSp>
        <p:nvCxnSpPr>
          <p:cNvPr id="80" name="Connector: Curved 79">
            <a:extLst>
              <a:ext uri="{FF2B5EF4-FFF2-40B4-BE49-F238E27FC236}">
                <a16:creationId xmlns:a16="http://schemas.microsoft.com/office/drawing/2014/main" id="{7FCD38EC-8708-41D0-B824-3D9CDCFE49A4}"/>
              </a:ext>
            </a:extLst>
          </p:cNvPr>
          <p:cNvCxnSpPr>
            <a:cxnSpLocks/>
          </p:cNvCxnSpPr>
          <p:nvPr/>
        </p:nvCxnSpPr>
        <p:spPr>
          <a:xfrm rot="16200000" flipV="1">
            <a:off x="8248651" y="4227645"/>
            <a:ext cx="926460" cy="888109"/>
          </a:xfrm>
          <a:prstGeom prst="curvedConnector3">
            <a:avLst>
              <a:gd name="adj1" fmla="val 50000"/>
            </a:avLst>
          </a:prstGeom>
          <a:noFill/>
          <a:ln w="9525" cap="flat">
            <a:solidFill>
              <a:srgbClr val="FF0000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5B1D7965-5D70-4488-AE28-8BA62D2D693F}"/>
              </a:ext>
            </a:extLst>
          </p:cNvPr>
          <p:cNvSpPr/>
          <p:nvPr/>
        </p:nvSpPr>
        <p:spPr>
          <a:xfrm>
            <a:off x="4414173" y="6323674"/>
            <a:ext cx="1039086" cy="4730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 Access</a:t>
            </a: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5C8C1B30-3AA6-4CF3-8DF4-2E692CE40CCB}"/>
              </a:ext>
            </a:extLst>
          </p:cNvPr>
          <p:cNvSpPr/>
          <p:nvPr/>
        </p:nvSpPr>
        <p:spPr>
          <a:xfrm>
            <a:off x="6636643" y="6308928"/>
            <a:ext cx="1039086" cy="4730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 Access</a:t>
            </a: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3FA41990-ADA4-4715-9966-FF744731C13D}"/>
              </a:ext>
            </a:extLst>
          </p:cNvPr>
          <p:cNvSpPr/>
          <p:nvPr/>
        </p:nvSpPr>
        <p:spPr>
          <a:xfrm>
            <a:off x="8936914" y="6308928"/>
            <a:ext cx="1039086" cy="4730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 Access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6B8216FE-1CEC-4647-862B-809F53566713}"/>
              </a:ext>
            </a:extLst>
          </p:cNvPr>
          <p:cNvCxnSpPr>
            <a:cxnSpLocks/>
            <a:stCxn id="42" idx="2"/>
          </p:cNvCxnSpPr>
          <p:nvPr/>
        </p:nvCxnSpPr>
        <p:spPr>
          <a:xfrm>
            <a:off x="4880732" y="5716005"/>
            <a:ext cx="0" cy="5907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1D8FADC5-9955-40F1-97E8-95DEE24E86B7}"/>
              </a:ext>
            </a:extLst>
          </p:cNvPr>
          <p:cNvCxnSpPr>
            <a:cxnSpLocks/>
          </p:cNvCxnSpPr>
          <p:nvPr/>
        </p:nvCxnSpPr>
        <p:spPr>
          <a:xfrm>
            <a:off x="7103073" y="5716005"/>
            <a:ext cx="0" cy="5907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538BB2EC-EE0C-4698-BFA7-D09EA9173A9B}"/>
              </a:ext>
            </a:extLst>
          </p:cNvPr>
          <p:cNvCxnSpPr>
            <a:cxnSpLocks/>
          </p:cNvCxnSpPr>
          <p:nvPr/>
        </p:nvCxnSpPr>
        <p:spPr>
          <a:xfrm>
            <a:off x="9456457" y="5693673"/>
            <a:ext cx="0" cy="5907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6046514F-D63E-4255-996B-B05FE4AEE095}"/>
              </a:ext>
            </a:extLst>
          </p:cNvPr>
          <p:cNvSpPr txBox="1"/>
          <p:nvPr/>
        </p:nvSpPr>
        <p:spPr>
          <a:xfrm>
            <a:off x="4907660" y="5853569"/>
            <a:ext cx="3965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19CD56D-0FEA-4B8C-8B11-9528D1791F13}"/>
              </a:ext>
            </a:extLst>
          </p:cNvPr>
          <p:cNvSpPr txBox="1"/>
          <p:nvPr/>
        </p:nvSpPr>
        <p:spPr>
          <a:xfrm>
            <a:off x="7156186" y="5837111"/>
            <a:ext cx="3965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31372AD-4760-4A30-A158-06F8F81F651D}"/>
              </a:ext>
            </a:extLst>
          </p:cNvPr>
          <p:cNvSpPr txBox="1"/>
          <p:nvPr/>
        </p:nvSpPr>
        <p:spPr>
          <a:xfrm>
            <a:off x="9465008" y="5949103"/>
            <a:ext cx="3965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830682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24216</TotalTime>
  <Words>275</Words>
  <Application>Microsoft Office PowerPoint</Application>
  <PresentationFormat>Widescreen</PresentationFormat>
  <Paragraphs>142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Jwala Narasimha Rao Unnam</dc:creator>
  <cp:lastModifiedBy>Jwala Narasimha Rao Unnam</cp:lastModifiedBy>
  <cp:revision>74</cp:revision>
  <dcterms:created xsi:type="dcterms:W3CDTF">2021-09-02T13:16:51Z</dcterms:created>
  <dcterms:modified xsi:type="dcterms:W3CDTF">2023-04-24T13:03:19Z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e4b3411-284d-4d31-bd4f-bc13ef7f1fd6_Enabled">
    <vt:lpwstr>True</vt:lpwstr>
  </property>
  <property fmtid="{D5CDD505-2E9C-101B-9397-08002B2CF9AE}" pid="3" name="MSIP_Label_be4b3411-284d-4d31-bd4f-bc13ef7f1fd6_SiteId">
    <vt:lpwstr>63ce7d59-2f3e-42cd-a8cc-be764cff5eb6</vt:lpwstr>
  </property>
  <property fmtid="{D5CDD505-2E9C-101B-9397-08002B2CF9AE}" pid="4" name="MSIP_Label_be4b3411-284d-4d31-bd4f-bc13ef7f1fd6_Owner">
    <vt:lpwstr>jwalanarasimharao.u@ad.infosys.com</vt:lpwstr>
  </property>
  <property fmtid="{D5CDD505-2E9C-101B-9397-08002B2CF9AE}" pid="5" name="MSIP_Label_be4b3411-284d-4d31-bd4f-bc13ef7f1fd6_SetDate">
    <vt:lpwstr>2021-09-02T13:17:32.9928711Z</vt:lpwstr>
  </property>
  <property fmtid="{D5CDD505-2E9C-101B-9397-08002B2CF9AE}" pid="6" name="MSIP_Label_be4b3411-284d-4d31-bd4f-bc13ef7f1fd6_Name">
    <vt:lpwstr>Internal</vt:lpwstr>
  </property>
  <property fmtid="{D5CDD505-2E9C-101B-9397-08002B2CF9AE}" pid="7" name="MSIP_Label_be4b3411-284d-4d31-bd4f-bc13ef7f1fd6_Application">
    <vt:lpwstr>Microsoft Azure Information Protection</vt:lpwstr>
  </property>
  <property fmtid="{D5CDD505-2E9C-101B-9397-08002B2CF9AE}" pid="8" name="MSIP_Label_be4b3411-284d-4d31-bd4f-bc13ef7f1fd6_ActionId">
    <vt:lpwstr>b0212a77-b0ce-42c5-8b71-8bb71898f68c</vt:lpwstr>
  </property>
  <property fmtid="{D5CDD505-2E9C-101B-9397-08002B2CF9AE}" pid="9" name="MSIP_Label_be4b3411-284d-4d31-bd4f-bc13ef7f1fd6_Extended_MSFT_Method">
    <vt:lpwstr>Automatic</vt:lpwstr>
  </property>
  <property fmtid="{D5CDD505-2E9C-101B-9397-08002B2CF9AE}" pid="10" name="MSIP_Label_a0819fa7-4367-4500-ba88-dd630d977609_Enabled">
    <vt:lpwstr>true</vt:lpwstr>
  </property>
  <property fmtid="{D5CDD505-2E9C-101B-9397-08002B2CF9AE}" pid="11" name="MSIP_Label_a0819fa7-4367-4500-ba88-dd630d977609_SetDate">
    <vt:lpwstr>2023-04-24T13:03:19Z</vt:lpwstr>
  </property>
  <property fmtid="{D5CDD505-2E9C-101B-9397-08002B2CF9AE}" pid="12" name="MSIP_Label_a0819fa7-4367-4500-ba88-dd630d977609_Method">
    <vt:lpwstr>Standard</vt:lpwstr>
  </property>
  <property fmtid="{D5CDD505-2E9C-101B-9397-08002B2CF9AE}" pid="13" name="MSIP_Label_a0819fa7-4367-4500-ba88-dd630d977609_Name">
    <vt:lpwstr>a0819fa7-4367-4500-ba88-dd630d977609</vt:lpwstr>
  </property>
  <property fmtid="{D5CDD505-2E9C-101B-9397-08002B2CF9AE}" pid="14" name="MSIP_Label_a0819fa7-4367-4500-ba88-dd630d977609_SiteId">
    <vt:lpwstr>63ce7d59-2f3e-42cd-a8cc-be764cff5eb6</vt:lpwstr>
  </property>
  <property fmtid="{D5CDD505-2E9C-101B-9397-08002B2CF9AE}" pid="15" name="MSIP_Label_a0819fa7-4367-4500-ba88-dd630d977609_ActionId">
    <vt:lpwstr>b0212a77-b0ce-42c5-8b71-8bb71898f68c</vt:lpwstr>
  </property>
  <property fmtid="{D5CDD505-2E9C-101B-9397-08002B2CF9AE}" pid="16" name="MSIP_Label_a0819fa7-4367-4500-ba88-dd630d977609_ContentBits">
    <vt:lpwstr>0</vt:lpwstr>
  </property>
</Properties>
</file>