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6" r:id="rId4"/>
    <p:sldId id="277" r:id="rId5"/>
    <p:sldId id="26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B40446-4C54-44F1-A8B4-F30CA91709FC}">
          <p14:sldIdLst>
            <p14:sldId id="256"/>
            <p14:sldId id="257"/>
            <p14:sldId id="276"/>
            <p14:sldId id="27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00" autoAdjust="0"/>
    <p:restoredTop sz="94660"/>
  </p:normalViewPr>
  <p:slideViewPr>
    <p:cSldViewPr snapToGrid="0">
      <p:cViewPr varScale="1">
        <p:scale>
          <a:sx n="71" d="100"/>
          <a:sy n="71" d="100"/>
        </p:scale>
        <p:origin x="79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mila Banerjee" userId="d3706fa8-f3c4-4c58-b916-45b59cafa2ab" providerId="ADAL" clId="{47DF9433-32DD-4A78-A0BC-23533F3E0211}"/>
    <pc:docChg chg="modSld">
      <pc:chgData name="Sharmila Banerjee" userId="d3706fa8-f3c4-4c58-b916-45b59cafa2ab" providerId="ADAL" clId="{47DF9433-32DD-4A78-A0BC-23533F3E0211}" dt="2023-02-14T15:43:47.953" v="5" actId="20577"/>
      <pc:docMkLst>
        <pc:docMk/>
      </pc:docMkLst>
      <pc:sldChg chg="modSp mod">
        <pc:chgData name="Sharmila Banerjee" userId="d3706fa8-f3c4-4c58-b916-45b59cafa2ab" providerId="ADAL" clId="{47DF9433-32DD-4A78-A0BC-23533F3E0211}" dt="2023-02-14T15:43:47.953" v="5" actId="20577"/>
        <pc:sldMkLst>
          <pc:docMk/>
          <pc:sldMk cId="892492004" sldId="257"/>
        </pc:sldMkLst>
        <pc:spChg chg="mod">
          <ac:chgData name="Sharmila Banerjee" userId="d3706fa8-f3c4-4c58-b916-45b59cafa2ab" providerId="ADAL" clId="{47DF9433-32DD-4A78-A0BC-23533F3E0211}" dt="2023-02-14T15:43:47.953" v="5" actId="20577"/>
          <ac:spMkLst>
            <pc:docMk/>
            <pc:sldMk cId="892492004" sldId="257"/>
            <ac:spMk id="3" creationId="{DAA92465-7E9D-43F3-AC0B-D84201CE5731}"/>
          </ac:spMkLst>
        </pc:spChg>
      </pc:sldChg>
    </pc:docChg>
  </pc:docChgLst>
  <pc:docChgLst>
    <pc:chgData name="Sharmila Banerjee" userId="d3706fa8-f3c4-4c58-b916-45b59cafa2ab" providerId="ADAL" clId="{237C2F68-1D09-4E70-9525-78E348614CA0}"/>
    <pc:docChg chg="custSel addSld modSld">
      <pc:chgData name="Sharmila Banerjee" userId="d3706fa8-f3c4-4c58-b916-45b59cafa2ab" providerId="ADAL" clId="{237C2F68-1D09-4E70-9525-78E348614CA0}" dt="2023-02-28T15:03:39.401" v="183" actId="20577"/>
      <pc:docMkLst>
        <pc:docMk/>
      </pc:docMkLst>
      <pc:sldChg chg="modSp mod">
        <pc:chgData name="Sharmila Banerjee" userId="d3706fa8-f3c4-4c58-b916-45b59cafa2ab" providerId="ADAL" clId="{237C2F68-1D09-4E70-9525-78E348614CA0}" dt="2023-02-28T15:03:39.401" v="183" actId="20577"/>
        <pc:sldMkLst>
          <pc:docMk/>
          <pc:sldMk cId="892492004" sldId="257"/>
        </pc:sldMkLst>
        <pc:graphicFrameChg chg="modGraphic">
          <ac:chgData name="Sharmila Banerjee" userId="d3706fa8-f3c4-4c58-b916-45b59cafa2ab" providerId="ADAL" clId="{237C2F68-1D09-4E70-9525-78E348614CA0}" dt="2023-02-28T15:03:39.401" v="183" actId="20577"/>
          <ac:graphicFrameMkLst>
            <pc:docMk/>
            <pc:sldMk cId="892492004" sldId="257"/>
            <ac:graphicFrameMk id="4" creationId="{51BDA132-8FF6-4722-9931-79CE3FE5DBEC}"/>
          </ac:graphicFrameMkLst>
        </pc:graphicFrameChg>
      </pc:sldChg>
      <pc:sldChg chg="addSp modSp mod">
        <pc:chgData name="Sharmila Banerjee" userId="d3706fa8-f3c4-4c58-b916-45b59cafa2ab" providerId="ADAL" clId="{237C2F68-1D09-4E70-9525-78E348614CA0}" dt="2023-02-28T14:06:22.404" v="177" actId="1035"/>
        <pc:sldMkLst>
          <pc:docMk/>
          <pc:sldMk cId="725625419" sldId="266"/>
        </pc:sldMkLst>
        <pc:spChg chg="mod">
          <ac:chgData name="Sharmila Banerjee" userId="d3706fa8-f3c4-4c58-b916-45b59cafa2ab" providerId="ADAL" clId="{237C2F68-1D09-4E70-9525-78E348614CA0}" dt="2023-02-28T13:32:19.182" v="123" actId="20577"/>
          <ac:spMkLst>
            <pc:docMk/>
            <pc:sldMk cId="725625419" sldId="266"/>
            <ac:spMk id="8" creationId="{8253FA21-9103-434A-8343-9C292955AA60}"/>
          </ac:spMkLst>
        </pc:spChg>
        <pc:picChg chg="add mod">
          <ac:chgData name="Sharmila Banerjee" userId="d3706fa8-f3c4-4c58-b916-45b59cafa2ab" providerId="ADAL" clId="{237C2F68-1D09-4E70-9525-78E348614CA0}" dt="2023-02-28T14:05:32.579" v="168" actId="1035"/>
          <ac:picMkLst>
            <pc:docMk/>
            <pc:sldMk cId="725625419" sldId="266"/>
            <ac:picMk id="3" creationId="{605A35DF-82AD-F865-2925-F6205D94B8FA}"/>
          </ac:picMkLst>
        </pc:picChg>
        <pc:picChg chg="add mod">
          <ac:chgData name="Sharmila Banerjee" userId="d3706fa8-f3c4-4c58-b916-45b59cafa2ab" providerId="ADAL" clId="{237C2F68-1D09-4E70-9525-78E348614CA0}" dt="2023-02-28T14:05:32.579" v="168" actId="1035"/>
          <ac:picMkLst>
            <pc:docMk/>
            <pc:sldMk cId="725625419" sldId="266"/>
            <ac:picMk id="5" creationId="{7BB15406-FBD1-C507-AD3F-C969730EEC48}"/>
          </ac:picMkLst>
        </pc:picChg>
        <pc:picChg chg="add mod">
          <ac:chgData name="Sharmila Banerjee" userId="d3706fa8-f3c4-4c58-b916-45b59cafa2ab" providerId="ADAL" clId="{237C2F68-1D09-4E70-9525-78E348614CA0}" dt="2023-02-28T14:06:22.404" v="177" actId="1035"/>
          <ac:picMkLst>
            <pc:docMk/>
            <pc:sldMk cId="725625419" sldId="266"/>
            <ac:picMk id="7" creationId="{BF0AAB2C-209C-D495-2974-5CFAE0598941}"/>
          </ac:picMkLst>
        </pc:picChg>
        <pc:picChg chg="add mod">
          <ac:chgData name="Sharmila Banerjee" userId="d3706fa8-f3c4-4c58-b916-45b59cafa2ab" providerId="ADAL" clId="{237C2F68-1D09-4E70-9525-78E348614CA0}" dt="2023-02-28T14:06:12.139" v="174" actId="1076"/>
          <ac:picMkLst>
            <pc:docMk/>
            <pc:sldMk cId="725625419" sldId="266"/>
            <ac:picMk id="10" creationId="{7633EF57-534B-6A5F-AB2D-3EBD99733C3C}"/>
          </ac:picMkLst>
        </pc:picChg>
      </pc:sldChg>
      <pc:sldChg chg="add">
        <pc:chgData name="Sharmila Banerjee" userId="d3706fa8-f3c4-4c58-b916-45b59cafa2ab" providerId="ADAL" clId="{237C2F68-1D09-4E70-9525-78E348614CA0}" dt="2023-02-27T21:24:50.707" v="0" actId="2890"/>
        <pc:sldMkLst>
          <pc:docMk/>
          <pc:sldMk cId="1603425589" sldId="27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69FF6-66E8-46B1-B156-1EA7C3D0A5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6C8146-9FAE-4A47-87D2-03A8747BDC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2DA536-A1D8-488E-A782-D8EB9908A70F}"/>
              </a:ext>
            </a:extLst>
          </p:cNvPr>
          <p:cNvSpPr>
            <a:spLocks noGrp="1"/>
          </p:cNvSpPr>
          <p:nvPr>
            <p:ph type="dt" sz="half" idx="10"/>
          </p:nvPr>
        </p:nvSpPr>
        <p:spPr/>
        <p:txBody>
          <a:bodyPr/>
          <a:lstStyle/>
          <a:p>
            <a:fld id="{5074D19A-0946-429D-84FF-DA94D4DC5E91}" type="datetimeFigureOut">
              <a:rPr lang="en-US" smtClean="0"/>
              <a:t>3/27/2023</a:t>
            </a:fld>
            <a:endParaRPr lang="en-US"/>
          </a:p>
        </p:txBody>
      </p:sp>
      <p:sp>
        <p:nvSpPr>
          <p:cNvPr id="5" name="Footer Placeholder 4">
            <a:extLst>
              <a:ext uri="{FF2B5EF4-FFF2-40B4-BE49-F238E27FC236}">
                <a16:creationId xmlns:a16="http://schemas.microsoft.com/office/drawing/2014/main" id="{DBD5F374-A7E2-42FE-86A7-8FAF129494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573902-B05A-4133-97E8-897D4415972B}"/>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1417228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95C6F-928B-4BF1-B933-C8B91FDCB6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085685-9933-4164-9EA5-EAC7D33918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6C4554-DCD5-4918-BAA4-DA03B557554A}"/>
              </a:ext>
            </a:extLst>
          </p:cNvPr>
          <p:cNvSpPr>
            <a:spLocks noGrp="1"/>
          </p:cNvSpPr>
          <p:nvPr>
            <p:ph type="dt" sz="half" idx="10"/>
          </p:nvPr>
        </p:nvSpPr>
        <p:spPr/>
        <p:txBody>
          <a:bodyPr/>
          <a:lstStyle/>
          <a:p>
            <a:fld id="{5074D19A-0946-429D-84FF-DA94D4DC5E91}" type="datetimeFigureOut">
              <a:rPr lang="en-US" smtClean="0"/>
              <a:t>3/27/2023</a:t>
            </a:fld>
            <a:endParaRPr lang="en-US"/>
          </a:p>
        </p:txBody>
      </p:sp>
      <p:sp>
        <p:nvSpPr>
          <p:cNvPr id="5" name="Footer Placeholder 4">
            <a:extLst>
              <a:ext uri="{FF2B5EF4-FFF2-40B4-BE49-F238E27FC236}">
                <a16:creationId xmlns:a16="http://schemas.microsoft.com/office/drawing/2014/main" id="{032EE581-5AA5-493B-9B5B-DF7D43CC81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6DBA90-1495-4EE0-81CB-845774621D4E}"/>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3844103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F5266-9FE5-49AB-B6DB-45B2B51115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ABF754-369F-49C7-8B90-618E59DBC5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2711CC-0302-4D29-963D-670F20F77811}"/>
              </a:ext>
            </a:extLst>
          </p:cNvPr>
          <p:cNvSpPr>
            <a:spLocks noGrp="1"/>
          </p:cNvSpPr>
          <p:nvPr>
            <p:ph type="dt" sz="half" idx="10"/>
          </p:nvPr>
        </p:nvSpPr>
        <p:spPr/>
        <p:txBody>
          <a:bodyPr/>
          <a:lstStyle/>
          <a:p>
            <a:fld id="{5074D19A-0946-429D-84FF-DA94D4DC5E91}" type="datetimeFigureOut">
              <a:rPr lang="en-US" smtClean="0"/>
              <a:t>3/27/2023</a:t>
            </a:fld>
            <a:endParaRPr lang="en-US"/>
          </a:p>
        </p:txBody>
      </p:sp>
      <p:sp>
        <p:nvSpPr>
          <p:cNvPr id="5" name="Footer Placeholder 4">
            <a:extLst>
              <a:ext uri="{FF2B5EF4-FFF2-40B4-BE49-F238E27FC236}">
                <a16:creationId xmlns:a16="http://schemas.microsoft.com/office/drawing/2014/main" id="{AC36F519-980C-4FDF-8A76-E875CC357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CB302E-8555-41A3-980B-5B77DB23425E}"/>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3267902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97C07-39A4-4F0E-8E65-B8CEFFDD7A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95B6DF-39B5-466E-8AF3-577F80CD8D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8478A8-6ADF-40F8-98F4-DF5085B55C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DF5BF1-B117-4A65-87DB-D0477B3A10E7}"/>
              </a:ext>
            </a:extLst>
          </p:cNvPr>
          <p:cNvSpPr>
            <a:spLocks noGrp="1"/>
          </p:cNvSpPr>
          <p:nvPr>
            <p:ph type="dt" sz="half" idx="10"/>
          </p:nvPr>
        </p:nvSpPr>
        <p:spPr/>
        <p:txBody>
          <a:bodyPr/>
          <a:lstStyle/>
          <a:p>
            <a:fld id="{5074D19A-0946-429D-84FF-DA94D4DC5E91}" type="datetimeFigureOut">
              <a:rPr lang="en-US" smtClean="0"/>
              <a:t>3/27/2023</a:t>
            </a:fld>
            <a:endParaRPr lang="en-US"/>
          </a:p>
        </p:txBody>
      </p:sp>
      <p:sp>
        <p:nvSpPr>
          <p:cNvPr id="6" name="Footer Placeholder 5">
            <a:extLst>
              <a:ext uri="{FF2B5EF4-FFF2-40B4-BE49-F238E27FC236}">
                <a16:creationId xmlns:a16="http://schemas.microsoft.com/office/drawing/2014/main" id="{030489E6-09BE-4E1C-9A6B-431ADAF566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970F99-EB54-44B6-B44C-F3D9F7BA1A79}"/>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1241331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C0E1B-398D-479D-8084-1ADC0B57648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C0802EC-E0FA-4DC8-8F81-234649A37C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6F0C3F-393C-41B4-B1B3-7B27FB0FBB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487772-40A6-431D-BD20-77E7A31C7C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2BCE68-03A6-4863-AF81-6916D9B791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E672B6-11D2-48EE-AE1E-8B341931EAE6}"/>
              </a:ext>
            </a:extLst>
          </p:cNvPr>
          <p:cNvSpPr>
            <a:spLocks noGrp="1"/>
          </p:cNvSpPr>
          <p:nvPr>
            <p:ph type="dt" sz="half" idx="10"/>
          </p:nvPr>
        </p:nvSpPr>
        <p:spPr/>
        <p:txBody>
          <a:bodyPr/>
          <a:lstStyle/>
          <a:p>
            <a:fld id="{5074D19A-0946-429D-84FF-DA94D4DC5E91}" type="datetimeFigureOut">
              <a:rPr lang="en-US" smtClean="0"/>
              <a:t>3/27/2023</a:t>
            </a:fld>
            <a:endParaRPr lang="en-US"/>
          </a:p>
        </p:txBody>
      </p:sp>
      <p:sp>
        <p:nvSpPr>
          <p:cNvPr id="8" name="Footer Placeholder 7">
            <a:extLst>
              <a:ext uri="{FF2B5EF4-FFF2-40B4-BE49-F238E27FC236}">
                <a16:creationId xmlns:a16="http://schemas.microsoft.com/office/drawing/2014/main" id="{21222BFC-4CE1-41E7-A4D2-CEB3B0E56E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8E122B4-D822-41EF-9FE9-E2F63C748209}"/>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202883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4A004-4381-4B22-9D76-C3D9BBD4017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7B997C-04A1-4C4D-926C-A9484C92C735}"/>
              </a:ext>
            </a:extLst>
          </p:cNvPr>
          <p:cNvSpPr>
            <a:spLocks noGrp="1"/>
          </p:cNvSpPr>
          <p:nvPr>
            <p:ph type="dt" sz="half" idx="10"/>
          </p:nvPr>
        </p:nvSpPr>
        <p:spPr/>
        <p:txBody>
          <a:bodyPr/>
          <a:lstStyle/>
          <a:p>
            <a:fld id="{5074D19A-0946-429D-84FF-DA94D4DC5E91}" type="datetimeFigureOut">
              <a:rPr lang="en-US" smtClean="0"/>
              <a:t>3/27/2023</a:t>
            </a:fld>
            <a:endParaRPr lang="en-US"/>
          </a:p>
        </p:txBody>
      </p:sp>
      <p:sp>
        <p:nvSpPr>
          <p:cNvPr id="4" name="Footer Placeholder 3">
            <a:extLst>
              <a:ext uri="{FF2B5EF4-FFF2-40B4-BE49-F238E27FC236}">
                <a16:creationId xmlns:a16="http://schemas.microsoft.com/office/drawing/2014/main" id="{49480FA0-861F-41B5-A662-9EDCB3FC16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6DE2BF-1EDE-4408-A272-AC87C683BC34}"/>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1962639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FC93B0-67AA-4038-9997-9085D1D51487}"/>
              </a:ext>
            </a:extLst>
          </p:cNvPr>
          <p:cNvSpPr>
            <a:spLocks noGrp="1"/>
          </p:cNvSpPr>
          <p:nvPr>
            <p:ph type="dt" sz="half" idx="10"/>
          </p:nvPr>
        </p:nvSpPr>
        <p:spPr/>
        <p:txBody>
          <a:bodyPr/>
          <a:lstStyle/>
          <a:p>
            <a:fld id="{5074D19A-0946-429D-84FF-DA94D4DC5E91}" type="datetimeFigureOut">
              <a:rPr lang="en-US" smtClean="0"/>
              <a:t>3/27/2023</a:t>
            </a:fld>
            <a:endParaRPr lang="en-US"/>
          </a:p>
        </p:txBody>
      </p:sp>
      <p:sp>
        <p:nvSpPr>
          <p:cNvPr id="3" name="Footer Placeholder 2">
            <a:extLst>
              <a:ext uri="{FF2B5EF4-FFF2-40B4-BE49-F238E27FC236}">
                <a16:creationId xmlns:a16="http://schemas.microsoft.com/office/drawing/2014/main" id="{29E1B5F7-2DC6-4334-9C01-A4005614A3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55B62B3-4BE4-4FF9-945C-6FE5654D5542}"/>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30970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177DF-1942-45D4-A156-0A9BE84D28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5D198F-9D0D-4329-9537-6C5F173901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AFDCB3-8635-43DB-B3D4-850C1C862C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B57A42-670A-412A-932B-49846D0A850D}"/>
              </a:ext>
            </a:extLst>
          </p:cNvPr>
          <p:cNvSpPr>
            <a:spLocks noGrp="1"/>
          </p:cNvSpPr>
          <p:nvPr>
            <p:ph type="dt" sz="half" idx="10"/>
          </p:nvPr>
        </p:nvSpPr>
        <p:spPr/>
        <p:txBody>
          <a:bodyPr/>
          <a:lstStyle/>
          <a:p>
            <a:fld id="{5074D19A-0946-429D-84FF-DA94D4DC5E91}" type="datetimeFigureOut">
              <a:rPr lang="en-US" smtClean="0"/>
              <a:t>3/27/2023</a:t>
            </a:fld>
            <a:endParaRPr lang="en-US"/>
          </a:p>
        </p:txBody>
      </p:sp>
      <p:sp>
        <p:nvSpPr>
          <p:cNvPr id="6" name="Footer Placeholder 5">
            <a:extLst>
              <a:ext uri="{FF2B5EF4-FFF2-40B4-BE49-F238E27FC236}">
                <a16:creationId xmlns:a16="http://schemas.microsoft.com/office/drawing/2014/main" id="{304ECD36-9FC9-4E89-BEFF-71E37670E1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4E5DD-FA80-4938-8EFC-103CF90B875B}"/>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3143938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7C2BE-6520-4338-B6D2-F8DF833D09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69F43D-332B-4757-B8DD-CC3FE95DC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CFCF72-7CDD-4EEC-A6AC-360D620EF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A65B91-3A26-4106-BEA0-535572DF5447}"/>
              </a:ext>
            </a:extLst>
          </p:cNvPr>
          <p:cNvSpPr>
            <a:spLocks noGrp="1"/>
          </p:cNvSpPr>
          <p:nvPr>
            <p:ph type="dt" sz="half" idx="10"/>
          </p:nvPr>
        </p:nvSpPr>
        <p:spPr/>
        <p:txBody>
          <a:bodyPr/>
          <a:lstStyle/>
          <a:p>
            <a:fld id="{5074D19A-0946-429D-84FF-DA94D4DC5E91}" type="datetimeFigureOut">
              <a:rPr lang="en-US" smtClean="0"/>
              <a:t>3/27/2023</a:t>
            </a:fld>
            <a:endParaRPr lang="en-US"/>
          </a:p>
        </p:txBody>
      </p:sp>
      <p:sp>
        <p:nvSpPr>
          <p:cNvPr id="6" name="Footer Placeholder 5">
            <a:extLst>
              <a:ext uri="{FF2B5EF4-FFF2-40B4-BE49-F238E27FC236}">
                <a16:creationId xmlns:a16="http://schemas.microsoft.com/office/drawing/2014/main" id="{8E978FB3-B085-45C8-898F-5A43C3A926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839DC0-4F2B-4A5D-B14B-ED2FCAE28E6E}"/>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1858773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D35C7-5F6C-48DC-BDC2-831928A727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3C042A-6D2A-43CB-B36C-C4DB126D24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B19518-3281-4736-960A-81819651587D}"/>
              </a:ext>
            </a:extLst>
          </p:cNvPr>
          <p:cNvSpPr>
            <a:spLocks noGrp="1"/>
          </p:cNvSpPr>
          <p:nvPr>
            <p:ph type="dt" sz="half" idx="10"/>
          </p:nvPr>
        </p:nvSpPr>
        <p:spPr/>
        <p:txBody>
          <a:bodyPr/>
          <a:lstStyle/>
          <a:p>
            <a:fld id="{5074D19A-0946-429D-84FF-DA94D4DC5E91}" type="datetimeFigureOut">
              <a:rPr lang="en-US" smtClean="0"/>
              <a:t>3/27/2023</a:t>
            </a:fld>
            <a:endParaRPr lang="en-US"/>
          </a:p>
        </p:txBody>
      </p:sp>
      <p:sp>
        <p:nvSpPr>
          <p:cNvPr id="5" name="Footer Placeholder 4">
            <a:extLst>
              <a:ext uri="{FF2B5EF4-FFF2-40B4-BE49-F238E27FC236}">
                <a16:creationId xmlns:a16="http://schemas.microsoft.com/office/drawing/2014/main" id="{48A93B42-D4F2-4D10-9EAF-E808BB944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408CFB-734A-4EEB-A54B-5113C0211F0E}"/>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190411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2476A-90AC-4E34-8EE6-3EAEEBC62E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CDA4FE-AE68-4982-BE78-4A56D85943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F62B8-8D1D-47F0-8802-E97986E76997}"/>
              </a:ext>
            </a:extLst>
          </p:cNvPr>
          <p:cNvSpPr>
            <a:spLocks noGrp="1"/>
          </p:cNvSpPr>
          <p:nvPr>
            <p:ph type="dt" sz="half" idx="10"/>
          </p:nvPr>
        </p:nvSpPr>
        <p:spPr/>
        <p:txBody>
          <a:bodyPr/>
          <a:lstStyle/>
          <a:p>
            <a:fld id="{5074D19A-0946-429D-84FF-DA94D4DC5E91}" type="datetimeFigureOut">
              <a:rPr lang="en-US" smtClean="0"/>
              <a:t>3/27/2023</a:t>
            </a:fld>
            <a:endParaRPr lang="en-US"/>
          </a:p>
        </p:txBody>
      </p:sp>
      <p:sp>
        <p:nvSpPr>
          <p:cNvPr id="5" name="Footer Placeholder 4">
            <a:extLst>
              <a:ext uri="{FF2B5EF4-FFF2-40B4-BE49-F238E27FC236}">
                <a16:creationId xmlns:a16="http://schemas.microsoft.com/office/drawing/2014/main" id="{F99D29AE-6A8E-46FD-98E0-CE1D99525C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F787BC-826B-4FE8-976E-D0692CEE7DE6}"/>
              </a:ext>
            </a:extLst>
          </p:cNvPr>
          <p:cNvSpPr>
            <a:spLocks noGrp="1"/>
          </p:cNvSpPr>
          <p:nvPr>
            <p:ph type="sldNum" sz="quarter" idx="12"/>
          </p:nvPr>
        </p:nvSpPr>
        <p:spPr/>
        <p:txBody>
          <a:bodyPr/>
          <a:lstStyle/>
          <a:p>
            <a:fld id="{2A0124C5-3094-43E8-9244-DDB0C972A448}" type="slidenum">
              <a:rPr lang="en-US" smtClean="0"/>
              <a:t>‹#›</a:t>
            </a:fld>
            <a:endParaRPr lang="en-US"/>
          </a:p>
        </p:txBody>
      </p:sp>
    </p:spTree>
    <p:extLst>
      <p:ext uri="{BB962C8B-B14F-4D97-AF65-F5344CB8AC3E}">
        <p14:creationId xmlns:p14="http://schemas.microsoft.com/office/powerpoint/2010/main" val="3940973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89000" b="-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E4A727-A7FA-4086-892D-B761A7AD26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006629-B0AF-4878-AB62-B38B095B50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F79CCB-1C45-43B3-A0CF-E43B4C9E22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74D19A-0946-429D-84FF-DA94D4DC5E91}" type="datetimeFigureOut">
              <a:rPr lang="en-US" smtClean="0"/>
              <a:t>3/27/2023</a:t>
            </a:fld>
            <a:endParaRPr lang="en-US"/>
          </a:p>
        </p:txBody>
      </p:sp>
      <p:sp>
        <p:nvSpPr>
          <p:cNvPr id="5" name="Footer Placeholder 4">
            <a:extLst>
              <a:ext uri="{FF2B5EF4-FFF2-40B4-BE49-F238E27FC236}">
                <a16:creationId xmlns:a16="http://schemas.microsoft.com/office/drawing/2014/main" id="{64FFEE54-BB1B-423F-A835-F4E49986AE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4C394E-7898-4A8C-A68F-B1C4A05A7F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124C5-3094-43E8-9244-DDB0C972A448}" type="slidenum">
              <a:rPr lang="en-US" smtClean="0"/>
              <a:t>‹#›</a:t>
            </a:fld>
            <a:endParaRPr lang="en-US"/>
          </a:p>
        </p:txBody>
      </p:sp>
    </p:spTree>
    <p:extLst>
      <p:ext uri="{BB962C8B-B14F-4D97-AF65-F5344CB8AC3E}">
        <p14:creationId xmlns:p14="http://schemas.microsoft.com/office/powerpoint/2010/main" val="1804079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8A3221-E4B4-4B51-9259-F9A7A343970F}"/>
              </a:ext>
            </a:extLst>
          </p:cNvPr>
          <p:cNvPicPr>
            <a:picLocks noChangeAspect="1"/>
          </p:cNvPicPr>
          <p:nvPr/>
        </p:nvPicPr>
        <p:blipFill rotWithShape="1">
          <a:blip r:embed="rId2"/>
          <a:srcRect l="10713" r="7572"/>
          <a:stretch/>
        </p:blipFill>
        <p:spPr>
          <a:xfrm>
            <a:off x="1366391" y="0"/>
            <a:ext cx="9459218" cy="6858000"/>
          </a:xfrm>
          <a:custGeom>
            <a:avLst/>
            <a:gdLst/>
            <a:ahLst/>
            <a:cxnLst/>
            <a:rect l="l" t="t" r="r" b="b"/>
            <a:pathLst>
              <a:path w="7761924" h="5343065">
                <a:moveTo>
                  <a:pt x="3025687" y="76"/>
                </a:moveTo>
                <a:cubicBezTo>
                  <a:pt x="3140786" y="756"/>
                  <a:pt x="3256631" y="6055"/>
                  <a:pt x="3372722" y="16088"/>
                </a:cubicBezTo>
                <a:cubicBezTo>
                  <a:pt x="5230178" y="176616"/>
                  <a:pt x="7761924" y="1424594"/>
                  <a:pt x="7761924" y="3316816"/>
                </a:cubicBezTo>
                <a:cubicBezTo>
                  <a:pt x="7646022" y="5237647"/>
                  <a:pt x="4988715" y="5423921"/>
                  <a:pt x="3701109" y="5320611"/>
                </a:cubicBezTo>
                <a:cubicBezTo>
                  <a:pt x="2413504" y="5217301"/>
                  <a:pt x="351800" y="4486992"/>
                  <a:pt x="36290" y="2696959"/>
                </a:cubicBezTo>
                <a:cubicBezTo>
                  <a:pt x="-259500" y="1018804"/>
                  <a:pt x="1299198" y="-10133"/>
                  <a:pt x="3025687" y="76"/>
                </a:cubicBezTo>
                <a:close/>
              </a:path>
            </a:pathLst>
          </a:custGeom>
        </p:spPr>
      </p:pic>
      <p:sp>
        <p:nvSpPr>
          <p:cNvPr id="3" name="Shape 374">
            <a:extLst>
              <a:ext uri="{FF2B5EF4-FFF2-40B4-BE49-F238E27FC236}">
                <a16:creationId xmlns:a16="http://schemas.microsoft.com/office/drawing/2014/main" id="{A53C9277-1C2D-4215-A110-D2C2B78ED685}"/>
              </a:ext>
            </a:extLst>
          </p:cNvPr>
          <p:cNvSpPr txBox="1">
            <a:spLocks/>
          </p:cNvSpPr>
          <p:nvPr/>
        </p:nvSpPr>
        <p:spPr>
          <a:xfrm>
            <a:off x="196701" y="1018440"/>
            <a:ext cx="4267200" cy="1106905"/>
          </a:xfrm>
        </p:spPr>
        <p:txBody>
          <a:bodyPr anchor="t">
            <a:normAutofit lnSpcReduction="10000"/>
          </a:bodyPr>
          <a:lstStyle>
            <a:lvl1pPr marL="0" marR="0" indent="0" algn="ctr" defTabSz="609585" rtl="0" latinLnBrk="0">
              <a:lnSpc>
                <a:spcPct val="100000"/>
              </a:lnSpc>
              <a:spcBef>
                <a:spcPts val="0"/>
              </a:spcBef>
              <a:spcAft>
                <a:spcPts val="0"/>
              </a:spcAft>
              <a:buClrTx/>
              <a:buSzTx/>
              <a:buFontTx/>
              <a:buNone/>
              <a:tabLst/>
              <a:defRPr sz="2500" b="0" i="0" u="none" strike="noStrike" cap="none" spc="0" baseline="0">
                <a:ln>
                  <a:noFill/>
                </a:ln>
                <a:solidFill>
                  <a:srgbClr val="2670C3"/>
                </a:solidFill>
                <a:uFillTx/>
                <a:latin typeface="Arial"/>
                <a:ea typeface="Arial"/>
                <a:cs typeface="Arial"/>
                <a:sym typeface="Arial"/>
              </a:defRPr>
            </a:lvl1pPr>
            <a:lvl2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2pPr>
            <a:lvl3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3pPr>
            <a:lvl4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4pPr>
            <a:lvl5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5pPr>
            <a:lvl6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6pPr>
            <a:lvl7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7pPr>
            <a:lvl8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8pPr>
            <a:lvl9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9pPr>
          </a:lstStyle>
          <a:p>
            <a:r>
              <a:rPr lang="en-US" sz="4250" dirty="0">
                <a:ea typeface="+mn-ea"/>
              </a:rPr>
              <a:t>Spec Reader</a:t>
            </a:r>
            <a:br>
              <a:rPr lang="en-US" sz="4250" dirty="0">
                <a:ea typeface="+mn-ea"/>
              </a:rPr>
            </a:br>
            <a:r>
              <a:rPr lang="en-US" sz="2800" dirty="0">
                <a:ea typeface="+mn-ea"/>
              </a:rPr>
              <a:t>Mar 28</a:t>
            </a:r>
            <a:endParaRPr lang="en-US" sz="2800" kern="0" dirty="0">
              <a:ea typeface="+mn-ea"/>
            </a:endParaRPr>
          </a:p>
        </p:txBody>
      </p:sp>
    </p:spTree>
    <p:extLst>
      <p:ext uri="{BB962C8B-B14F-4D97-AF65-F5344CB8AC3E}">
        <p14:creationId xmlns:p14="http://schemas.microsoft.com/office/powerpoint/2010/main" val="2500933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DB4034CB-D333-4818-AFF9-71626D2BAAB6}"/>
              </a:ext>
            </a:extLst>
          </p:cNvPr>
          <p:cNvSpPr>
            <a:spLocks noGrp="1"/>
          </p:cNvSpPr>
          <p:nvPr>
            <p:ph type="title"/>
          </p:nvPr>
        </p:nvSpPr>
        <p:spPr>
          <a:xfrm>
            <a:off x="190499" y="52152"/>
            <a:ext cx="11636740" cy="822630"/>
          </a:xfrm>
        </p:spPr>
        <p:txBody>
          <a:bodyPr>
            <a:normAutofit fontScale="90000"/>
          </a:bodyPr>
          <a:lstStyle/>
          <a:p>
            <a:r>
              <a:rPr lang="en-US" sz="2400" b="1" dirty="0">
                <a:solidFill>
                  <a:schemeClr val="accent1"/>
                </a:solidFill>
                <a:latin typeface="Arial" panose="020B0604020202020204" pitchFamily="34" charset="0"/>
                <a:cs typeface="Arial" panose="020B0604020202020204" pitchFamily="34" charset="0"/>
              </a:rPr>
              <a:t>Minutes of last meeting </a:t>
            </a:r>
            <a:br>
              <a:rPr lang="en-US" sz="2400" b="1" dirty="0">
                <a:solidFill>
                  <a:schemeClr val="accent1"/>
                </a:solidFill>
                <a:latin typeface="Arial" panose="020B0604020202020204" pitchFamily="34" charset="0"/>
                <a:cs typeface="Arial" panose="020B0604020202020204" pitchFamily="34" charset="0"/>
              </a:rPr>
            </a:br>
            <a:br>
              <a:rPr lang="en-US" sz="1800" i="1" dirty="0">
                <a:solidFill>
                  <a:schemeClr val="accent1"/>
                </a:solidFill>
                <a:latin typeface="Arial" panose="020B0604020202020204" pitchFamily="34" charset="0"/>
                <a:cs typeface="Arial" panose="020B0604020202020204" pitchFamily="34" charset="0"/>
              </a:rPr>
            </a:br>
            <a:endParaRPr lang="en-IN" sz="2400" i="1" dirty="0">
              <a:solidFill>
                <a:schemeClr val="accent1"/>
              </a:solidFill>
              <a:latin typeface="Arial" panose="020B0604020202020204" pitchFamily="34" charset="0"/>
              <a:cs typeface="Arial" panose="020B0604020202020204" pitchFamily="34" charset="0"/>
            </a:endParaRPr>
          </a:p>
        </p:txBody>
      </p:sp>
      <p:sp>
        <p:nvSpPr>
          <p:cNvPr id="3" name="Content Placeholder 3">
            <a:extLst>
              <a:ext uri="{FF2B5EF4-FFF2-40B4-BE49-F238E27FC236}">
                <a16:creationId xmlns:a16="http://schemas.microsoft.com/office/drawing/2014/main" id="{DAA92465-7E9D-43F3-AC0B-D84201CE5731}"/>
              </a:ext>
            </a:extLst>
          </p:cNvPr>
          <p:cNvSpPr>
            <a:spLocks noGrp="1"/>
          </p:cNvSpPr>
          <p:nvPr>
            <p:ph idx="1"/>
          </p:nvPr>
        </p:nvSpPr>
        <p:spPr>
          <a:xfrm>
            <a:off x="190499" y="510969"/>
            <a:ext cx="10983127" cy="668692"/>
          </a:xfrm>
          <a:ln>
            <a:noFill/>
          </a:ln>
        </p:spPr>
        <p:txBody>
          <a:bodyPr numCol="1">
            <a:noAutofit/>
          </a:bodyPr>
          <a:lstStyle/>
          <a:p>
            <a:pPr marL="0">
              <a:lnSpc>
                <a:spcPct val="200000"/>
              </a:lnSpc>
              <a:spcBef>
                <a:spcPts val="0"/>
              </a:spcBef>
            </a:pPr>
            <a:r>
              <a:rPr lang="en-IN" sz="1800" b="1" u="sng" dirty="0">
                <a:effectLst/>
                <a:latin typeface="Calibri" panose="020F0502020204030204" pitchFamily="34" charset="0"/>
                <a:ea typeface="Calibri" panose="020F0502020204030204" pitchFamily="34" charset="0"/>
              </a:rPr>
              <a:t>Attendees</a:t>
            </a:r>
            <a:r>
              <a:rPr lang="en-IN" sz="1200" b="1" u="sng" dirty="0">
                <a:effectLst/>
                <a:latin typeface="Calibri" panose="020F0502020204030204" pitchFamily="34" charset="0"/>
                <a:ea typeface="Calibri" panose="020F0502020204030204" pitchFamily="34" charset="0"/>
              </a:rPr>
              <a:t>:</a:t>
            </a:r>
            <a:r>
              <a:rPr lang="fr-FR" sz="1800" dirty="0">
                <a:latin typeface="Calibri" panose="020F0502020204030204" pitchFamily="34" charset="0"/>
              </a:rPr>
              <a:t> </a:t>
            </a:r>
            <a:r>
              <a:rPr lang="fr-FR" sz="1800" dirty="0">
                <a:effectLst/>
                <a:latin typeface="Calibri" panose="020F0502020204030204" pitchFamily="34" charset="0"/>
                <a:ea typeface="Calibri" panose="020F0502020204030204" pitchFamily="34" charset="0"/>
              </a:rPr>
              <a:t>Nick, Ben, Janine, Jwala, Sharmila</a:t>
            </a:r>
            <a:endParaRPr lang="en-US" sz="1800" dirty="0">
              <a:effectLst/>
              <a:latin typeface="Calibri" panose="020F0502020204030204" pitchFamily="34" charset="0"/>
              <a:ea typeface="Calibri" panose="020F0502020204030204" pitchFamily="34" charset="0"/>
            </a:endParaRPr>
          </a:p>
          <a:p>
            <a:pPr marL="0">
              <a:lnSpc>
                <a:spcPct val="200000"/>
              </a:lnSpc>
              <a:spcBef>
                <a:spcPts val="0"/>
              </a:spcBef>
            </a:pPr>
            <a:r>
              <a:rPr lang="fr-FR" sz="1800" dirty="0">
                <a:latin typeface="Calibri" panose="020F0502020204030204" pitchFamily="34" charset="0"/>
              </a:rPr>
              <a:t> Sharmila</a:t>
            </a:r>
            <a:endParaRPr lang="en-US" sz="1800" dirty="0">
              <a:latin typeface="Calibri" panose="020F0502020204030204" pitchFamily="34" charset="0"/>
            </a:endParaRPr>
          </a:p>
        </p:txBody>
      </p:sp>
      <p:graphicFrame>
        <p:nvGraphicFramePr>
          <p:cNvPr id="4" name="Table 4">
            <a:extLst>
              <a:ext uri="{FF2B5EF4-FFF2-40B4-BE49-F238E27FC236}">
                <a16:creationId xmlns:a16="http://schemas.microsoft.com/office/drawing/2014/main" id="{51BDA132-8FF6-4722-9931-79CE3FE5DBEC}"/>
              </a:ext>
            </a:extLst>
          </p:cNvPr>
          <p:cNvGraphicFramePr>
            <a:graphicFrameLocks noGrp="1"/>
          </p:cNvGraphicFramePr>
          <p:nvPr>
            <p:extLst>
              <p:ext uri="{D42A27DB-BD31-4B8C-83A1-F6EECF244321}">
                <p14:modId xmlns:p14="http://schemas.microsoft.com/office/powerpoint/2010/main" val="2231324273"/>
              </p:ext>
            </p:extLst>
          </p:nvPr>
        </p:nvGraphicFramePr>
        <p:xfrm>
          <a:off x="190499" y="1179661"/>
          <a:ext cx="11636742" cy="1767840"/>
        </p:xfrm>
        <a:graphic>
          <a:graphicData uri="http://schemas.openxmlformats.org/drawingml/2006/table">
            <a:tbl>
              <a:tblPr firstRow="1" bandRow="1">
                <a:tableStyleId>{5C22544A-7EE6-4342-B048-85BDC9FD1C3A}</a:tableStyleId>
              </a:tblPr>
              <a:tblGrid>
                <a:gridCol w="569882">
                  <a:extLst>
                    <a:ext uri="{9D8B030D-6E8A-4147-A177-3AD203B41FA5}">
                      <a16:colId xmlns:a16="http://schemas.microsoft.com/office/drawing/2014/main" val="727062639"/>
                    </a:ext>
                  </a:extLst>
                </a:gridCol>
                <a:gridCol w="4975402">
                  <a:extLst>
                    <a:ext uri="{9D8B030D-6E8A-4147-A177-3AD203B41FA5}">
                      <a16:colId xmlns:a16="http://schemas.microsoft.com/office/drawing/2014/main" val="2777536349"/>
                    </a:ext>
                  </a:extLst>
                </a:gridCol>
                <a:gridCol w="6091458">
                  <a:extLst>
                    <a:ext uri="{9D8B030D-6E8A-4147-A177-3AD203B41FA5}">
                      <a16:colId xmlns:a16="http://schemas.microsoft.com/office/drawing/2014/main" val="2880038709"/>
                    </a:ext>
                  </a:extLst>
                </a:gridCol>
              </a:tblGrid>
              <a:tr h="240251">
                <a:tc>
                  <a:txBody>
                    <a:bodyPr/>
                    <a:lstStyle/>
                    <a:p>
                      <a:r>
                        <a:rPr lang="en-US" sz="1400" dirty="0"/>
                        <a:t>#</a:t>
                      </a:r>
                    </a:p>
                  </a:txBody>
                  <a:tcPr/>
                </a:tc>
                <a:tc>
                  <a:txBody>
                    <a:bodyPr/>
                    <a:lstStyle/>
                    <a:p>
                      <a:r>
                        <a:rPr lang="en-US" sz="1400" dirty="0"/>
                        <a:t>Notes</a:t>
                      </a:r>
                    </a:p>
                  </a:txBody>
                  <a:tcPr/>
                </a:tc>
                <a:tc>
                  <a:txBody>
                    <a:bodyPr/>
                    <a:lstStyle/>
                    <a:p>
                      <a:r>
                        <a:rPr lang="en-US" sz="1400" dirty="0"/>
                        <a:t>Remarks</a:t>
                      </a:r>
                    </a:p>
                  </a:txBody>
                  <a:tcPr/>
                </a:tc>
                <a:extLst>
                  <a:ext uri="{0D108BD9-81ED-4DB2-BD59-A6C34878D82A}">
                    <a16:rowId xmlns:a16="http://schemas.microsoft.com/office/drawing/2014/main" val="1347710896"/>
                  </a:ext>
                </a:extLst>
              </a:tr>
              <a:tr h="582379">
                <a:tc>
                  <a:txBody>
                    <a:bodyPr/>
                    <a:lstStyle/>
                    <a:p>
                      <a:pPr algn="ctr"/>
                      <a:r>
                        <a:rPr lang="en-US" sz="1400" kern="1200" dirty="0">
                          <a:solidFill>
                            <a:schemeClr val="dk1"/>
                          </a:solidFill>
                          <a:effectLst/>
                          <a:latin typeface="Calibri" panose="020F0502020204030204" pitchFamily="34" charset="0"/>
                          <a:ea typeface="+mn-ea"/>
                          <a:cs typeface="+mn-cs"/>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effectLst/>
                          <a:latin typeface="Calibri" panose="020F0502020204030204" pitchFamily="34" charset="0"/>
                          <a:ea typeface="+mn-ea"/>
                          <a:cs typeface="+mn-cs"/>
                        </a:rPr>
                        <a:t>Trigger and table details to capture delete event for EBP objects. This can be used to delete the index objects to reduce EBP object mismatches.</a:t>
                      </a:r>
                    </a:p>
                    <a:p>
                      <a:pPr lvl="0"/>
                      <a:endParaRPr lang="en-US" sz="1400" kern="1200" dirty="0">
                        <a:solidFill>
                          <a:schemeClr val="dk1"/>
                        </a:solidFill>
                        <a:effectLst/>
                        <a:latin typeface="Calibri" panose="020F0502020204030204" pitchFamily="34" charset="0"/>
                        <a:ea typeface="+mn-ea"/>
                        <a:cs typeface="+mn-cs"/>
                      </a:endParaRPr>
                    </a:p>
                  </a:txBody>
                  <a:tcPr>
                    <a:solidFill>
                      <a:srgbClr val="CFD5EA"/>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tx1"/>
                          </a:solidFill>
                          <a:latin typeface="Calibri" panose="020F0502020204030204" pitchFamily="34" charset="0"/>
                          <a:ea typeface="+mn-ea"/>
                          <a:cs typeface="+mn-cs"/>
                        </a:rPr>
                        <a:t>Details in upcoming slide</a:t>
                      </a:r>
                    </a:p>
                    <a:p>
                      <a:pPr marL="0" indent="0">
                        <a:buFont typeface="Arial" panose="020B0604020202020204" pitchFamily="34" charset="0"/>
                        <a:buNone/>
                      </a:pPr>
                      <a:endParaRPr lang="en-US" sz="1400" kern="1200" dirty="0">
                        <a:solidFill>
                          <a:schemeClr val="tx1"/>
                        </a:solidFill>
                        <a:latin typeface="Calibri" panose="020F0502020204030204" pitchFamily="34" charset="0"/>
                        <a:ea typeface="+mn-ea"/>
                        <a:cs typeface="+mn-cs"/>
                      </a:endParaRPr>
                    </a:p>
                  </a:txBody>
                  <a:tcPr>
                    <a:solidFill>
                      <a:srgbClr val="CFD5EA"/>
                    </a:solidFill>
                  </a:tcPr>
                </a:tc>
                <a:extLst>
                  <a:ext uri="{0D108BD9-81ED-4DB2-BD59-A6C34878D82A}">
                    <a16:rowId xmlns:a16="http://schemas.microsoft.com/office/drawing/2014/main" val="886895047"/>
                  </a:ext>
                </a:extLst>
              </a:tr>
              <a:tr h="442447">
                <a:tc>
                  <a:txBody>
                    <a:bodyPr/>
                    <a:lstStyle/>
                    <a:p>
                      <a:pPr algn="ctr"/>
                      <a:r>
                        <a:rPr lang="en-US" sz="1400" kern="1200" dirty="0">
                          <a:solidFill>
                            <a:schemeClr val="dk1"/>
                          </a:solidFill>
                          <a:effectLst/>
                          <a:latin typeface="Calibri" panose="020F0502020204030204" pitchFamily="34" charset="0"/>
                          <a:ea typeface="+mn-ea"/>
                          <a:cs typeface="+mn-cs"/>
                        </a:rPr>
                        <a:t>2</a:t>
                      </a:r>
                    </a:p>
                  </a:txBody>
                  <a:tcPr/>
                </a:tc>
                <a:tc>
                  <a:txBody>
                    <a:bodyPr/>
                    <a:lstStyle/>
                    <a:p>
                      <a:pPr marL="0" lvl="0" indent="0" algn="l">
                        <a:buFont typeface="Arial" panose="020B0604020202020204" pitchFamily="34" charset="0"/>
                        <a:buNone/>
                      </a:pPr>
                      <a:r>
                        <a:rPr lang="en-US" sz="1400" kern="1200" dirty="0">
                          <a:solidFill>
                            <a:schemeClr val="dk1"/>
                          </a:solidFill>
                          <a:effectLst/>
                          <a:latin typeface="Calibri" panose="020F0502020204030204" pitchFamily="34" charset="0"/>
                          <a:ea typeface="+mn-ea"/>
                          <a:cs typeface="+mn-cs"/>
                        </a:rPr>
                        <a:t>Missing objects from Comparison report </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tx1"/>
                          </a:solidFill>
                          <a:latin typeface="Calibri" panose="020F0502020204030204" pitchFamily="34" charset="0"/>
                          <a:ea typeface="+mn-ea"/>
                          <a:cs typeface="+mn-cs"/>
                        </a:rPr>
                        <a:t>Details in upcoming slide</a:t>
                      </a:r>
                    </a:p>
                    <a:p>
                      <a:pPr marL="0" indent="0">
                        <a:buFont typeface="Arial" panose="020B0604020202020204" pitchFamily="34" charset="0"/>
                        <a:buNone/>
                      </a:pPr>
                      <a:endParaRPr lang="en-US" sz="1400" kern="1200" dirty="0">
                        <a:solidFill>
                          <a:schemeClr val="tx1"/>
                        </a:solidFill>
                        <a:latin typeface="Calibri" panose="020F0502020204030204" pitchFamily="34" charset="0"/>
                        <a:ea typeface="+mn-ea"/>
                        <a:cs typeface="+mn-cs"/>
                      </a:endParaRPr>
                    </a:p>
                  </a:txBody>
                  <a:tcPr>
                    <a:solidFill>
                      <a:srgbClr val="E9EBF5"/>
                    </a:solidFill>
                  </a:tcPr>
                </a:tc>
                <a:extLst>
                  <a:ext uri="{0D108BD9-81ED-4DB2-BD59-A6C34878D82A}">
                    <a16:rowId xmlns:a16="http://schemas.microsoft.com/office/drawing/2014/main" val="1641229545"/>
                  </a:ext>
                </a:extLst>
              </a:tr>
            </a:tbl>
          </a:graphicData>
        </a:graphic>
      </p:graphicFrame>
    </p:spTree>
    <p:extLst>
      <p:ext uri="{BB962C8B-B14F-4D97-AF65-F5344CB8AC3E}">
        <p14:creationId xmlns:p14="http://schemas.microsoft.com/office/powerpoint/2010/main" val="892492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2" name="Rectangle 1031">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8253FA21-9103-434A-8343-9C292955AA60}"/>
              </a:ext>
            </a:extLst>
          </p:cNvPr>
          <p:cNvSpPr txBox="1">
            <a:spLocks/>
          </p:cNvSpPr>
          <p:nvPr/>
        </p:nvSpPr>
        <p:spPr>
          <a:xfrm>
            <a:off x="136656" y="20243"/>
            <a:ext cx="11630733" cy="60398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chemeClr val="accent1"/>
                </a:solidFill>
                <a:latin typeface="Arial" panose="020B0604020202020204" pitchFamily="34" charset="0"/>
                <a:cs typeface="Arial" panose="020B0604020202020204" pitchFamily="34" charset="0"/>
              </a:rPr>
              <a:t>Technical Details regarding trigger to capture delete even on </a:t>
            </a:r>
            <a:r>
              <a:rPr lang="en-US" sz="2400" b="1" dirty="0" err="1">
                <a:solidFill>
                  <a:schemeClr val="accent1"/>
                </a:solidFill>
                <a:latin typeface="Arial" panose="020B0604020202020204" pitchFamily="34" charset="0"/>
                <a:cs typeface="Arial" panose="020B0604020202020204" pitchFamily="34" charset="0"/>
              </a:rPr>
              <a:t>EBPSummary</a:t>
            </a:r>
            <a:r>
              <a:rPr lang="en-US" sz="2400" b="1" dirty="0">
                <a:solidFill>
                  <a:schemeClr val="accent1"/>
                </a:solidFill>
                <a:latin typeface="Arial" panose="020B0604020202020204" pitchFamily="34" charset="0"/>
                <a:cs typeface="Arial" panose="020B0604020202020204" pitchFamily="34" charset="0"/>
              </a:rPr>
              <a:t> Objects</a:t>
            </a:r>
            <a:endParaRPr lang="en-IN" sz="2400" b="1" dirty="0">
              <a:solidFill>
                <a:schemeClr val="accent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C5B01927-E1F1-6D91-15A2-8E65622ACD62}"/>
              </a:ext>
            </a:extLst>
          </p:cNvPr>
          <p:cNvSpPr txBox="1">
            <a:spLocks/>
          </p:cNvSpPr>
          <p:nvPr/>
        </p:nvSpPr>
        <p:spPr>
          <a:xfrm>
            <a:off x="136655" y="624224"/>
            <a:ext cx="11630733" cy="7045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solidFill>
                  <a:schemeClr val="accent1"/>
                </a:solidFill>
                <a:latin typeface="Arial" panose="020B0604020202020204" pitchFamily="34" charset="0"/>
                <a:cs typeface="Arial" panose="020B0604020202020204" pitchFamily="34" charset="0"/>
              </a:rPr>
              <a:t>Trigger</a:t>
            </a:r>
            <a:r>
              <a:rPr lang="en-US" sz="1800" dirty="0">
                <a:effectLst/>
                <a:latin typeface="Calibri" panose="020F0502020204030204" pitchFamily="34" charset="0"/>
                <a:ea typeface="Calibri" panose="020F0502020204030204" pitchFamily="34" charset="0"/>
              </a:rPr>
              <a:t>  : </a:t>
            </a:r>
            <a:r>
              <a:rPr lang="en-US" sz="1800" i="1" dirty="0">
                <a:effectLst/>
                <a:latin typeface="Calibri" panose="020F0502020204030204" pitchFamily="34" charset="0"/>
                <a:ea typeface="Calibri" panose="020F0502020204030204" pitchFamily="34" charset="0"/>
              </a:rPr>
              <a:t>PLMPRD3ADMIN.LXBO_4F70A3B1_TEST_DEL_TRG</a:t>
            </a:r>
          </a:p>
          <a:p>
            <a:r>
              <a:rPr lang="en-US" sz="1600" b="1" dirty="0">
                <a:solidFill>
                  <a:schemeClr val="accent1"/>
                </a:solidFill>
                <a:latin typeface="Arial" panose="020B0604020202020204" pitchFamily="34" charset="0"/>
                <a:cs typeface="Arial" panose="020B0604020202020204" pitchFamily="34" charset="0"/>
              </a:rPr>
              <a:t>Table</a:t>
            </a:r>
            <a:r>
              <a:rPr lang="en-US" sz="1800" dirty="0">
                <a:effectLst/>
                <a:latin typeface="Calibri" panose="020F0502020204030204" pitchFamily="34" charset="0"/>
                <a:ea typeface="Calibri" panose="020F0502020204030204" pitchFamily="34" charset="0"/>
              </a:rPr>
              <a:t>     : </a:t>
            </a:r>
            <a:r>
              <a:rPr lang="en-US" sz="1800" i="1" dirty="0">
                <a:effectLst/>
                <a:latin typeface="Calibri" panose="020F0502020204030204" pitchFamily="34" charset="0"/>
                <a:ea typeface="Calibri" panose="020F0502020204030204" pitchFamily="34" charset="0"/>
              </a:rPr>
              <a:t>PLMPRD3ADMIN.DELETE_SREBPSUMMARY</a:t>
            </a:r>
          </a:p>
        </p:txBody>
      </p:sp>
      <p:pic>
        <p:nvPicPr>
          <p:cNvPr id="4" name="Picture 3">
            <a:extLst>
              <a:ext uri="{FF2B5EF4-FFF2-40B4-BE49-F238E27FC236}">
                <a16:creationId xmlns:a16="http://schemas.microsoft.com/office/drawing/2014/main" id="{DA0662C1-9A6C-9213-A007-10AB09947183}"/>
              </a:ext>
            </a:extLst>
          </p:cNvPr>
          <p:cNvPicPr>
            <a:picLocks noChangeAspect="1"/>
          </p:cNvPicPr>
          <p:nvPr/>
        </p:nvPicPr>
        <p:blipFill>
          <a:blip r:embed="rId2"/>
          <a:stretch>
            <a:fillRect/>
          </a:stretch>
        </p:blipFill>
        <p:spPr>
          <a:xfrm>
            <a:off x="136654" y="1383497"/>
            <a:ext cx="5626115" cy="3884507"/>
          </a:xfrm>
          <a:prstGeom prst="rect">
            <a:avLst/>
          </a:prstGeom>
        </p:spPr>
      </p:pic>
      <p:pic>
        <p:nvPicPr>
          <p:cNvPr id="6" name="Picture 5">
            <a:extLst>
              <a:ext uri="{FF2B5EF4-FFF2-40B4-BE49-F238E27FC236}">
                <a16:creationId xmlns:a16="http://schemas.microsoft.com/office/drawing/2014/main" id="{AB061D6D-2072-C9D4-47BF-59AC3539255F}"/>
              </a:ext>
            </a:extLst>
          </p:cNvPr>
          <p:cNvPicPr>
            <a:picLocks noChangeAspect="1"/>
          </p:cNvPicPr>
          <p:nvPr/>
        </p:nvPicPr>
        <p:blipFill>
          <a:blip r:embed="rId3"/>
          <a:stretch>
            <a:fillRect/>
          </a:stretch>
        </p:blipFill>
        <p:spPr>
          <a:xfrm>
            <a:off x="5899423" y="1003254"/>
            <a:ext cx="6004620" cy="1716623"/>
          </a:xfrm>
          <a:prstGeom prst="rect">
            <a:avLst/>
          </a:prstGeom>
        </p:spPr>
      </p:pic>
      <p:pic>
        <p:nvPicPr>
          <p:cNvPr id="9" name="Picture 8">
            <a:extLst>
              <a:ext uri="{FF2B5EF4-FFF2-40B4-BE49-F238E27FC236}">
                <a16:creationId xmlns:a16="http://schemas.microsoft.com/office/drawing/2014/main" id="{A2621D32-4B57-3644-05D9-F5D27C8FDFF0}"/>
              </a:ext>
            </a:extLst>
          </p:cNvPr>
          <p:cNvPicPr>
            <a:picLocks noChangeAspect="1"/>
          </p:cNvPicPr>
          <p:nvPr/>
        </p:nvPicPr>
        <p:blipFill>
          <a:blip r:embed="rId4"/>
          <a:stretch>
            <a:fillRect/>
          </a:stretch>
        </p:blipFill>
        <p:spPr>
          <a:xfrm>
            <a:off x="5899423" y="2986012"/>
            <a:ext cx="5777216" cy="1474238"/>
          </a:xfrm>
          <a:prstGeom prst="rect">
            <a:avLst/>
          </a:prstGeom>
        </p:spPr>
      </p:pic>
      <p:sp>
        <p:nvSpPr>
          <p:cNvPr id="10" name="Title 1">
            <a:extLst>
              <a:ext uri="{FF2B5EF4-FFF2-40B4-BE49-F238E27FC236}">
                <a16:creationId xmlns:a16="http://schemas.microsoft.com/office/drawing/2014/main" id="{D6CF14A6-834D-0868-575A-B05F34640CB3}"/>
              </a:ext>
            </a:extLst>
          </p:cNvPr>
          <p:cNvSpPr txBox="1">
            <a:spLocks/>
          </p:cNvSpPr>
          <p:nvPr/>
        </p:nvSpPr>
        <p:spPr>
          <a:xfrm>
            <a:off x="89855" y="5168758"/>
            <a:ext cx="6004621" cy="1716622"/>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i="1" dirty="0">
                <a:effectLst/>
                <a:latin typeface="Calibri" panose="020F0502020204030204" pitchFamily="34" charset="0"/>
                <a:ea typeface="Calibri" panose="020F0502020204030204" pitchFamily="34" charset="0"/>
              </a:rPr>
              <a:t>&lt;To be Removed&gt; : </a:t>
            </a:r>
            <a:r>
              <a:rPr lang="en-US" sz="1800" dirty="0">
                <a:effectLst/>
                <a:latin typeface="Calibri" panose="020F0502020204030204" pitchFamily="34" charset="0"/>
                <a:ea typeface="Calibri" panose="020F0502020204030204" pitchFamily="34" charset="0"/>
              </a:rPr>
              <a:t>We have created the above new trigger and Table and placed in FF/Dev. We have disconnected Parent object and Plant from EBP Summery object and try to delete from Enovia and SR. But no details captured in New table. </a:t>
            </a:r>
          </a:p>
          <a:p>
            <a:endParaRPr lang="en-US" sz="1800" dirty="0">
              <a:latin typeface="Calibri" panose="020F0502020204030204" pitchFamily="34" charset="0"/>
              <a:ea typeface="Calibri" panose="020F0502020204030204" pitchFamily="34" charset="0"/>
            </a:endParaRPr>
          </a:p>
          <a:p>
            <a:r>
              <a:rPr lang="en-US" sz="1800" dirty="0">
                <a:effectLst/>
                <a:latin typeface="Calibri" panose="020F0502020204030204" pitchFamily="34" charset="0"/>
                <a:ea typeface="Calibri" panose="020F0502020204030204" pitchFamily="34" charset="0"/>
              </a:rPr>
              <a:t>When we did the RCA on SQL trace logs, we observed that the actual deletion is happening on  </a:t>
            </a:r>
            <a:r>
              <a:rPr lang="en-US" sz="1800" b="1" dirty="0" err="1">
                <a:effectLst/>
                <a:latin typeface="Calibri" panose="020F0502020204030204" pitchFamily="34" charset="0"/>
                <a:ea typeface="Calibri" panose="020F0502020204030204" pitchFamily="34" charset="0"/>
              </a:rPr>
              <a:t>mxTNR</a:t>
            </a:r>
            <a:r>
              <a:rPr lang="en-US" sz="1800" dirty="0">
                <a:effectLst/>
                <a:latin typeface="Calibri" panose="020F0502020204030204" pitchFamily="34" charset="0"/>
                <a:ea typeface="Calibri" panose="020F0502020204030204" pitchFamily="34" charset="0"/>
              </a:rPr>
              <a:t>. We need to understand more on the </a:t>
            </a:r>
            <a:r>
              <a:rPr lang="en-US" sz="1800" dirty="0">
                <a:latin typeface="Calibri" panose="020F0502020204030204" pitchFamily="34" charset="0"/>
                <a:ea typeface="Calibri" panose="020F0502020204030204" pitchFamily="34" charset="0"/>
              </a:rPr>
              <a:t>object deletion….</a:t>
            </a:r>
            <a:endParaRPr lang="en-US" sz="1800" dirty="0">
              <a:effectLst/>
              <a:latin typeface="Calibri" panose="020F0502020204030204" pitchFamily="34" charset="0"/>
              <a:ea typeface="Calibri" panose="020F0502020204030204" pitchFamily="34" charset="0"/>
            </a:endParaRPr>
          </a:p>
        </p:txBody>
      </p:sp>
      <p:pic>
        <p:nvPicPr>
          <p:cNvPr id="12" name="Picture 11">
            <a:extLst>
              <a:ext uri="{FF2B5EF4-FFF2-40B4-BE49-F238E27FC236}">
                <a16:creationId xmlns:a16="http://schemas.microsoft.com/office/drawing/2014/main" id="{CB3E75D9-82AD-D615-B27E-00F9215CF247}"/>
              </a:ext>
            </a:extLst>
          </p:cNvPr>
          <p:cNvPicPr>
            <a:picLocks noChangeAspect="1"/>
          </p:cNvPicPr>
          <p:nvPr/>
        </p:nvPicPr>
        <p:blipFill>
          <a:blip r:embed="rId5"/>
          <a:stretch>
            <a:fillRect/>
          </a:stretch>
        </p:blipFill>
        <p:spPr>
          <a:xfrm>
            <a:off x="5952021" y="4612085"/>
            <a:ext cx="3067050" cy="800100"/>
          </a:xfrm>
          <a:prstGeom prst="rect">
            <a:avLst/>
          </a:prstGeom>
        </p:spPr>
      </p:pic>
    </p:spTree>
    <p:extLst>
      <p:ext uri="{BB962C8B-B14F-4D97-AF65-F5344CB8AC3E}">
        <p14:creationId xmlns:p14="http://schemas.microsoft.com/office/powerpoint/2010/main" val="1603425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253FA21-9103-434A-8343-9C292955AA60}"/>
              </a:ext>
            </a:extLst>
          </p:cNvPr>
          <p:cNvSpPr txBox="1">
            <a:spLocks/>
          </p:cNvSpPr>
          <p:nvPr/>
        </p:nvSpPr>
        <p:spPr>
          <a:xfrm>
            <a:off x="136656" y="20243"/>
            <a:ext cx="11630733" cy="6039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chemeClr val="accent1"/>
                </a:solidFill>
                <a:latin typeface="Arial" panose="020B0604020202020204" pitchFamily="34" charset="0"/>
                <a:cs typeface="Arial" panose="020B0604020202020204" pitchFamily="34" charset="0"/>
              </a:rPr>
              <a:t>Missing Objects from Comparison Report</a:t>
            </a:r>
            <a:endParaRPr lang="en-IN" sz="2400" b="1" dirty="0">
              <a:solidFill>
                <a:schemeClr val="accent1"/>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ED6A9E47-A7C3-8326-FF4B-45D00D3CA82D}"/>
              </a:ext>
            </a:extLst>
          </p:cNvPr>
          <p:cNvPicPr>
            <a:picLocks noChangeAspect="1"/>
          </p:cNvPicPr>
          <p:nvPr/>
        </p:nvPicPr>
        <p:blipFill>
          <a:blip r:embed="rId2"/>
          <a:stretch>
            <a:fillRect/>
          </a:stretch>
        </p:blipFill>
        <p:spPr>
          <a:xfrm>
            <a:off x="79504" y="667088"/>
            <a:ext cx="2276793" cy="3067478"/>
          </a:xfrm>
          <a:prstGeom prst="rect">
            <a:avLst/>
          </a:prstGeom>
        </p:spPr>
      </p:pic>
      <p:sp>
        <p:nvSpPr>
          <p:cNvPr id="11" name="TextBox 10">
            <a:extLst>
              <a:ext uri="{FF2B5EF4-FFF2-40B4-BE49-F238E27FC236}">
                <a16:creationId xmlns:a16="http://schemas.microsoft.com/office/drawing/2014/main" id="{DFDE74B1-5F8C-5F5A-6530-943CEF419DDE}"/>
              </a:ext>
            </a:extLst>
          </p:cNvPr>
          <p:cNvSpPr txBox="1"/>
          <p:nvPr/>
        </p:nvSpPr>
        <p:spPr>
          <a:xfrm>
            <a:off x="7794097" y="471488"/>
            <a:ext cx="4921779" cy="1754326"/>
          </a:xfrm>
          <a:prstGeom prst="rect">
            <a:avLst/>
          </a:prstGeom>
          <a:noFill/>
        </p:spPr>
        <p:txBody>
          <a:bodyPr wrap="square">
            <a:spAutoFit/>
          </a:bodyPr>
          <a:lstStyle/>
          <a:p>
            <a:pPr marL="457200" marR="0">
              <a:spcBef>
                <a:spcPts val="0"/>
              </a:spcBef>
              <a:spcAft>
                <a:spcPts val="0"/>
              </a:spcAft>
            </a:pPr>
            <a:r>
              <a:rPr lang="en-US" sz="1800" i="1" dirty="0">
                <a:solidFill>
                  <a:srgbClr val="203864"/>
                </a:solidFill>
                <a:effectLst/>
                <a:latin typeface="Calibri" panose="020F0502020204030204" pitchFamily="34" charset="0"/>
                <a:ea typeface="Calibri" panose="020F0502020204030204" pitchFamily="34" charset="0"/>
              </a:rPr>
              <a:t>spool '/opt/</a:t>
            </a:r>
            <a:r>
              <a:rPr lang="en-US" sz="1800" i="1" dirty="0" err="1">
                <a:solidFill>
                  <a:srgbClr val="203864"/>
                </a:solidFill>
                <a:effectLst/>
                <a:latin typeface="Calibri" panose="020F0502020204030204" pitchFamily="34" charset="0"/>
                <a:ea typeface="Calibri" panose="020F0502020204030204" pitchFamily="34" charset="0"/>
              </a:rPr>
              <a:t>mql</a:t>
            </a:r>
            <a:r>
              <a:rPr lang="en-US" sz="1800" i="1" dirty="0">
                <a:solidFill>
                  <a:srgbClr val="203864"/>
                </a:solidFill>
                <a:effectLst/>
                <a:latin typeface="Calibri" panose="020F0502020204030204" pitchFamily="34" charset="0"/>
                <a:ea typeface="Calibri" panose="020F0502020204030204" pitchFamily="34" charset="0"/>
              </a:rPr>
              <a:t>/</a:t>
            </a:r>
            <a:r>
              <a:rPr lang="en-US" sz="1800" i="1" dirty="0" err="1">
                <a:solidFill>
                  <a:srgbClr val="203864"/>
                </a:solidFill>
                <a:effectLst/>
                <a:latin typeface="Calibri" panose="020F0502020204030204" pitchFamily="34" charset="0"/>
                <a:ea typeface="Calibri" panose="020F0502020204030204" pitchFamily="34" charset="0"/>
              </a:rPr>
              <a:t>PartialIndexing</a:t>
            </a:r>
            <a:r>
              <a:rPr lang="en-US" sz="1800" i="1" dirty="0">
                <a:solidFill>
                  <a:srgbClr val="203864"/>
                </a:solidFill>
                <a:effectLst/>
                <a:latin typeface="Calibri" panose="020F0502020204030204" pitchFamily="34" charset="0"/>
                <a:ea typeface="Calibri" panose="020F0502020204030204" pitchFamily="34" charset="0"/>
              </a:rPr>
              <a:t>/inputtime.txt';</a:t>
            </a:r>
            <a:endParaRPr lang="en-US" sz="1800" dirty="0">
              <a:effectLst/>
              <a:latin typeface="Calibri" panose="020F0502020204030204" pitchFamily="34" charset="0"/>
              <a:ea typeface="Calibri" panose="020F0502020204030204" pitchFamily="34" charset="0"/>
            </a:endParaRPr>
          </a:p>
          <a:p>
            <a:pPr marL="457200" marR="0">
              <a:spcBef>
                <a:spcPts val="0"/>
              </a:spcBef>
              <a:spcAft>
                <a:spcPts val="0"/>
              </a:spcAft>
            </a:pPr>
            <a:r>
              <a:rPr lang="en-US" sz="1800" i="1" dirty="0">
                <a:solidFill>
                  <a:srgbClr val="203864"/>
                </a:solidFill>
                <a:effectLst/>
                <a:latin typeface="Calibri" panose="020F0502020204030204" pitchFamily="34" charset="0"/>
                <a:ea typeface="Calibri" panose="020F0502020204030204" pitchFamily="34" charset="0"/>
              </a:rPr>
              <a:t>set head off</a:t>
            </a:r>
            <a:endParaRPr lang="en-US" sz="1800" dirty="0">
              <a:effectLst/>
              <a:latin typeface="Calibri" panose="020F0502020204030204" pitchFamily="34" charset="0"/>
              <a:ea typeface="Calibri" panose="020F0502020204030204" pitchFamily="34" charset="0"/>
            </a:endParaRPr>
          </a:p>
          <a:p>
            <a:pPr marL="457200" marR="0">
              <a:spcBef>
                <a:spcPts val="0"/>
              </a:spcBef>
              <a:spcAft>
                <a:spcPts val="0"/>
              </a:spcAft>
            </a:pPr>
            <a:r>
              <a:rPr lang="en-US" sz="1800" i="1" dirty="0">
                <a:solidFill>
                  <a:srgbClr val="203864"/>
                </a:solidFill>
                <a:effectLst/>
                <a:latin typeface="Calibri" panose="020F0502020204030204" pitchFamily="34" charset="0"/>
                <a:ea typeface="Calibri" panose="020F0502020204030204" pitchFamily="34" charset="0"/>
              </a:rPr>
              <a:t>set verify off</a:t>
            </a:r>
            <a:endParaRPr lang="en-US" sz="1800" dirty="0">
              <a:effectLst/>
              <a:latin typeface="Calibri" panose="020F0502020204030204" pitchFamily="34" charset="0"/>
              <a:ea typeface="Calibri" panose="020F0502020204030204" pitchFamily="34" charset="0"/>
            </a:endParaRPr>
          </a:p>
          <a:p>
            <a:pPr marL="457200" marR="0">
              <a:spcBef>
                <a:spcPts val="0"/>
              </a:spcBef>
              <a:spcAft>
                <a:spcPts val="0"/>
              </a:spcAft>
            </a:pPr>
            <a:r>
              <a:rPr lang="en-US" sz="1800" i="1" dirty="0">
                <a:solidFill>
                  <a:srgbClr val="203864"/>
                </a:solidFill>
                <a:effectLst/>
                <a:highlight>
                  <a:srgbClr val="FFFF00"/>
                </a:highlight>
                <a:latin typeface="Calibri" panose="020F0502020204030204" pitchFamily="34" charset="0"/>
                <a:ea typeface="Calibri" panose="020F0502020204030204" pitchFamily="34" charset="0"/>
              </a:rPr>
              <a:t>select &amp;</a:t>
            </a:r>
            <a:r>
              <a:rPr lang="en-US" sz="1800" i="1" dirty="0" err="1">
                <a:solidFill>
                  <a:srgbClr val="203864"/>
                </a:solidFill>
                <a:effectLst/>
                <a:highlight>
                  <a:srgbClr val="FFFF00"/>
                </a:highlight>
                <a:latin typeface="Calibri" panose="020F0502020204030204" pitchFamily="34" charset="0"/>
                <a:ea typeface="Calibri" panose="020F0502020204030204" pitchFamily="34" charset="0"/>
              </a:rPr>
              <a:t>vartime</a:t>
            </a:r>
            <a:r>
              <a:rPr lang="en-US" sz="1800" i="1" dirty="0">
                <a:solidFill>
                  <a:srgbClr val="203864"/>
                </a:solidFill>
                <a:effectLst/>
                <a:highlight>
                  <a:srgbClr val="FFFF00"/>
                </a:highlight>
                <a:latin typeface="Calibri" panose="020F0502020204030204" pitchFamily="34" charset="0"/>
                <a:ea typeface="Calibri" panose="020F0502020204030204" pitchFamily="34" charset="0"/>
              </a:rPr>
              <a:t> - 1/(24*60) from dual;</a:t>
            </a:r>
            <a:endParaRPr lang="en-US" sz="1800" dirty="0">
              <a:effectLst/>
              <a:latin typeface="Calibri" panose="020F0502020204030204" pitchFamily="34" charset="0"/>
              <a:ea typeface="Calibri" panose="020F0502020204030204" pitchFamily="34" charset="0"/>
            </a:endParaRPr>
          </a:p>
          <a:p>
            <a:pPr marL="457200" marR="0">
              <a:spcBef>
                <a:spcPts val="0"/>
              </a:spcBef>
              <a:spcAft>
                <a:spcPts val="0"/>
              </a:spcAft>
            </a:pPr>
            <a:r>
              <a:rPr lang="en-US" sz="1800" i="1" dirty="0">
                <a:solidFill>
                  <a:srgbClr val="203864"/>
                </a:solidFill>
                <a:effectLst/>
                <a:latin typeface="Calibri" panose="020F0502020204030204" pitchFamily="34" charset="0"/>
                <a:ea typeface="Calibri" panose="020F0502020204030204" pitchFamily="34" charset="0"/>
              </a:rPr>
              <a:t>spool off;</a:t>
            </a:r>
            <a:endParaRPr lang="en-US" sz="1800" dirty="0">
              <a:effectLst/>
              <a:latin typeface="Calibri" panose="020F0502020204030204" pitchFamily="34" charset="0"/>
              <a:ea typeface="Calibri" panose="020F0502020204030204" pitchFamily="34" charset="0"/>
            </a:endParaRPr>
          </a:p>
        </p:txBody>
      </p:sp>
      <p:pic>
        <p:nvPicPr>
          <p:cNvPr id="14" name="Picture 13">
            <a:extLst>
              <a:ext uri="{FF2B5EF4-FFF2-40B4-BE49-F238E27FC236}">
                <a16:creationId xmlns:a16="http://schemas.microsoft.com/office/drawing/2014/main" id="{7A4BF510-81F3-D9AD-718E-16C1E6BA75DF}"/>
              </a:ext>
            </a:extLst>
          </p:cNvPr>
          <p:cNvPicPr>
            <a:picLocks noChangeAspect="1"/>
          </p:cNvPicPr>
          <p:nvPr/>
        </p:nvPicPr>
        <p:blipFill>
          <a:blip r:embed="rId3"/>
          <a:stretch>
            <a:fillRect/>
          </a:stretch>
        </p:blipFill>
        <p:spPr>
          <a:xfrm>
            <a:off x="2728526" y="624224"/>
            <a:ext cx="5534797" cy="2686425"/>
          </a:xfrm>
          <a:prstGeom prst="rect">
            <a:avLst/>
          </a:prstGeom>
        </p:spPr>
      </p:pic>
      <p:pic>
        <p:nvPicPr>
          <p:cNvPr id="16" name="Picture 15">
            <a:extLst>
              <a:ext uri="{FF2B5EF4-FFF2-40B4-BE49-F238E27FC236}">
                <a16:creationId xmlns:a16="http://schemas.microsoft.com/office/drawing/2014/main" id="{1518617A-48BF-E1CD-A5E5-CDDFE57F3A6B}"/>
              </a:ext>
            </a:extLst>
          </p:cNvPr>
          <p:cNvPicPr>
            <a:picLocks noChangeAspect="1"/>
          </p:cNvPicPr>
          <p:nvPr/>
        </p:nvPicPr>
        <p:blipFill>
          <a:blip r:embed="rId4"/>
          <a:stretch>
            <a:fillRect/>
          </a:stretch>
        </p:blipFill>
        <p:spPr>
          <a:xfrm>
            <a:off x="2728526" y="3463385"/>
            <a:ext cx="6963747" cy="1800476"/>
          </a:xfrm>
          <a:prstGeom prst="rect">
            <a:avLst/>
          </a:prstGeom>
        </p:spPr>
      </p:pic>
      <p:sp>
        <p:nvSpPr>
          <p:cNvPr id="17" name="Title 1">
            <a:extLst>
              <a:ext uri="{FF2B5EF4-FFF2-40B4-BE49-F238E27FC236}">
                <a16:creationId xmlns:a16="http://schemas.microsoft.com/office/drawing/2014/main" id="{B6666816-56B0-8459-ECA4-CAC40411140B}"/>
              </a:ext>
            </a:extLst>
          </p:cNvPr>
          <p:cNvSpPr txBox="1">
            <a:spLocks/>
          </p:cNvSpPr>
          <p:nvPr/>
        </p:nvSpPr>
        <p:spPr>
          <a:xfrm>
            <a:off x="3208088" y="5021122"/>
            <a:ext cx="6004621" cy="1716622"/>
          </a:xfrm>
          <a:prstGeom prst="rect">
            <a:avLst/>
          </a:prstGeom>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800" i="1" dirty="0">
                <a:effectLst/>
                <a:latin typeface="Calibri" panose="020F0502020204030204" pitchFamily="34" charset="0"/>
                <a:ea typeface="Calibri" panose="020F0502020204030204" pitchFamily="34" charset="0"/>
              </a:rPr>
              <a:t>&lt;To be Removed&gt; : </a:t>
            </a:r>
            <a:r>
              <a:rPr lang="en-US" sz="1800" dirty="0">
                <a:effectLst/>
                <a:latin typeface="Calibri" panose="020F0502020204030204" pitchFamily="34" charset="0"/>
                <a:ea typeface="Calibri" panose="020F0502020204030204" pitchFamily="34" charset="0"/>
              </a:rPr>
              <a:t>On The </a:t>
            </a:r>
            <a:r>
              <a:rPr lang="en-US" sz="1800" dirty="0" err="1">
                <a:effectLst/>
                <a:latin typeface="Calibri" panose="020F0502020204030204" pitchFamily="34" charset="0"/>
                <a:ea typeface="Calibri" panose="020F0502020204030204" pitchFamily="34" charset="0"/>
              </a:rPr>
              <a:t>cron</a:t>
            </a:r>
            <a:r>
              <a:rPr lang="en-US" sz="1800" dirty="0">
                <a:effectLst/>
                <a:latin typeface="Calibri" panose="020F0502020204030204" pitchFamily="34" charset="0"/>
                <a:ea typeface="Calibri" panose="020F0502020204030204" pitchFamily="34" charset="0"/>
              </a:rPr>
              <a:t> job execution runpartialindex.sh file will update InputTime.txt file. When we did the RCA, We observed that, there is a gap in SQL connection time stamp. We have updated runpartialindex.sh to update time stamp to capture 1 </a:t>
            </a:r>
            <a:r>
              <a:rPr lang="en-US" sz="1800" dirty="0" err="1">
                <a:effectLst/>
                <a:latin typeface="Calibri" panose="020F0502020204030204" pitchFamily="34" charset="0"/>
                <a:ea typeface="Calibri" panose="020F0502020204030204" pitchFamily="34" charset="0"/>
              </a:rPr>
              <a:t>minte</a:t>
            </a:r>
            <a:r>
              <a:rPr lang="en-US" sz="1800" dirty="0">
                <a:effectLst/>
                <a:latin typeface="Calibri" panose="020F0502020204030204" pitchFamily="34" charset="0"/>
                <a:ea typeface="Calibri" panose="020F0502020204030204" pitchFamily="34" charset="0"/>
              </a:rPr>
              <a:t> </a:t>
            </a:r>
            <a:r>
              <a:rPr lang="en-US" sz="1800" dirty="0" err="1">
                <a:effectLst/>
                <a:latin typeface="Calibri" panose="020F0502020204030204" pitchFamily="34" charset="0"/>
                <a:ea typeface="Calibri" panose="020F0502020204030204" pitchFamily="34" charset="0"/>
              </a:rPr>
              <a:t>backword</a:t>
            </a:r>
            <a:r>
              <a:rPr lang="en-US" sz="1800" dirty="0">
                <a:latin typeface="Calibri" panose="020F0502020204030204" pitchFamily="34" charset="0"/>
                <a:ea typeface="Calibri" panose="020F0502020204030204" pitchFamily="34" charset="0"/>
              </a:rPr>
              <a:t>. Unfortunately that did not helped because the cap when it connected to DB.</a:t>
            </a:r>
          </a:p>
          <a:p>
            <a:endParaRPr lang="en-US" sz="1800" dirty="0">
              <a:effectLst/>
              <a:latin typeface="Calibri" panose="020F0502020204030204" pitchFamily="34" charset="0"/>
              <a:ea typeface="Calibri" panose="020F0502020204030204" pitchFamily="34" charset="0"/>
            </a:endParaRPr>
          </a:p>
          <a:p>
            <a:r>
              <a:rPr lang="en-US" sz="1800" dirty="0">
                <a:latin typeface="Calibri" panose="020F0502020204030204" pitchFamily="34" charset="0"/>
                <a:ea typeface="Calibri" panose="020F0502020204030204" pitchFamily="34" charset="0"/>
              </a:rPr>
              <a:t>We understand that we need to update in trigger. Since this is happening only on continue data, we have updated this trigger in FF env. Data creation and testing is in progress. DB is down since </a:t>
            </a:r>
            <a:r>
              <a:rPr lang="en-US" sz="1800" dirty="0" err="1">
                <a:latin typeface="Calibri" panose="020F0502020204030204" pitchFamily="34" charset="0"/>
                <a:ea typeface="Calibri" panose="020F0502020204030204" pitchFamily="34" charset="0"/>
              </a:rPr>
              <a:t>cloudops</a:t>
            </a:r>
            <a:r>
              <a:rPr lang="en-US" sz="1800" dirty="0">
                <a:latin typeface="Calibri" panose="020F0502020204030204" pitchFamily="34" charset="0"/>
                <a:ea typeface="Calibri" panose="020F0502020204030204" pitchFamily="34" charset="0"/>
              </a:rPr>
              <a:t> team doing some patching activities. </a:t>
            </a:r>
            <a:endParaRPr lang="en-US" sz="1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102282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9000" r="-19000"/>
          </a:stretch>
        </a:blipFill>
        <a:effectLst/>
      </p:bgPr>
    </p:bg>
    <p:spTree>
      <p:nvGrpSpPr>
        <p:cNvPr id="1" name=""/>
        <p:cNvGrpSpPr/>
        <p:nvPr/>
      </p:nvGrpSpPr>
      <p:grpSpPr>
        <a:xfrm>
          <a:off x="0" y="0"/>
          <a:ext cx="0" cy="0"/>
          <a:chOff x="0" y="0"/>
          <a:chExt cx="0" cy="0"/>
        </a:xfrm>
      </p:grpSpPr>
      <p:sp>
        <p:nvSpPr>
          <p:cNvPr id="6" name="Shape 374">
            <a:extLst>
              <a:ext uri="{FF2B5EF4-FFF2-40B4-BE49-F238E27FC236}">
                <a16:creationId xmlns:a16="http://schemas.microsoft.com/office/drawing/2014/main" id="{6B311332-C76B-4746-AFA3-7709FDD0E4D3}"/>
              </a:ext>
            </a:extLst>
          </p:cNvPr>
          <p:cNvSpPr txBox="1">
            <a:spLocks/>
          </p:cNvSpPr>
          <p:nvPr/>
        </p:nvSpPr>
        <p:spPr>
          <a:xfrm>
            <a:off x="753292" y="1336492"/>
            <a:ext cx="4267200" cy="1106905"/>
          </a:xfrm>
        </p:spPr>
        <p:txBody>
          <a:bodyPr anchor="t">
            <a:normAutofit/>
          </a:bodyPr>
          <a:lstStyle>
            <a:lvl1pPr marL="0" marR="0" indent="0" algn="ctr" defTabSz="609585" rtl="0" latinLnBrk="0">
              <a:lnSpc>
                <a:spcPct val="100000"/>
              </a:lnSpc>
              <a:spcBef>
                <a:spcPts val="0"/>
              </a:spcBef>
              <a:spcAft>
                <a:spcPts val="0"/>
              </a:spcAft>
              <a:buClrTx/>
              <a:buSzTx/>
              <a:buFontTx/>
              <a:buNone/>
              <a:tabLst/>
              <a:defRPr sz="2500" b="0" i="0" u="none" strike="noStrike" cap="none" spc="0" baseline="0">
                <a:ln>
                  <a:noFill/>
                </a:ln>
                <a:solidFill>
                  <a:srgbClr val="2670C3"/>
                </a:solidFill>
                <a:uFillTx/>
                <a:latin typeface="Arial"/>
                <a:ea typeface="Arial"/>
                <a:cs typeface="Arial"/>
                <a:sym typeface="Arial"/>
              </a:defRPr>
            </a:lvl1pPr>
            <a:lvl2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2pPr>
            <a:lvl3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3pPr>
            <a:lvl4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4pPr>
            <a:lvl5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5pPr>
            <a:lvl6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6pPr>
            <a:lvl7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7pPr>
            <a:lvl8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8pPr>
            <a:lvl9pPr marL="0" marR="0" indent="0" algn="l" defTabSz="609585" rtl="0" latinLnBrk="0">
              <a:lnSpc>
                <a:spcPct val="100000"/>
              </a:lnSpc>
              <a:spcBef>
                <a:spcPts val="0"/>
              </a:spcBef>
              <a:spcAft>
                <a:spcPts val="0"/>
              </a:spcAft>
              <a:buClrTx/>
              <a:buSzTx/>
              <a:buFontTx/>
              <a:buNone/>
              <a:tabLst/>
              <a:defRPr sz="3200" b="0" i="0" u="none" strike="noStrike" cap="none" spc="0" baseline="0">
                <a:ln>
                  <a:noFill/>
                </a:ln>
                <a:solidFill>
                  <a:srgbClr val="2670C3"/>
                </a:solidFill>
                <a:uFillTx/>
                <a:latin typeface="Arial"/>
                <a:ea typeface="Arial"/>
                <a:cs typeface="Arial"/>
                <a:sym typeface="Arial"/>
              </a:defRPr>
            </a:lvl9pPr>
          </a:lstStyle>
          <a:p>
            <a:r>
              <a:rPr lang="en-US" sz="4250" dirty="0">
                <a:ea typeface="+mn-ea"/>
              </a:rPr>
              <a:t>Thank You</a:t>
            </a:r>
            <a:endParaRPr lang="en-US" sz="2800" kern="0" dirty="0">
              <a:ea typeface="+mn-ea"/>
            </a:endParaRPr>
          </a:p>
        </p:txBody>
      </p:sp>
    </p:spTree>
    <p:extLst>
      <p:ext uri="{BB962C8B-B14F-4D97-AF65-F5344CB8AC3E}">
        <p14:creationId xmlns:p14="http://schemas.microsoft.com/office/powerpoint/2010/main" val="34333419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12260</TotalTime>
  <Words>339</Words>
  <Application>Microsoft Office PowerPoint</Application>
  <PresentationFormat>Widescreen</PresentationFormat>
  <Paragraphs>29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Minutes of last meeting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Sharmila Banerjee</dc:creator>
  <cp:lastModifiedBy>Jwala Narasimha Rao Unnam</cp:lastModifiedBy>
  <cp:revision>1252</cp:revision>
  <dcterms:created xsi:type="dcterms:W3CDTF">2022-05-06T07:08:38Z</dcterms:created>
  <dcterms:modified xsi:type="dcterms:W3CDTF">2023-03-27T14:10:35Z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0819fa7-4367-4500-ba88-dd630d977609_Enabled">
    <vt:lpwstr>true</vt:lpwstr>
  </property>
  <property fmtid="{D5CDD505-2E9C-101B-9397-08002B2CF9AE}" pid="3" name="MSIP_Label_a0819fa7-4367-4500-ba88-dd630d977609_SetDate">
    <vt:lpwstr>2022-05-06T07:08:38Z</vt:lpwstr>
  </property>
  <property fmtid="{D5CDD505-2E9C-101B-9397-08002B2CF9AE}" pid="4" name="MSIP_Label_a0819fa7-4367-4500-ba88-dd630d977609_Method">
    <vt:lpwstr>Standard</vt:lpwstr>
  </property>
  <property fmtid="{D5CDD505-2E9C-101B-9397-08002B2CF9AE}" pid="5" name="MSIP_Label_a0819fa7-4367-4500-ba88-dd630d977609_Name">
    <vt:lpwstr>a0819fa7-4367-4500-ba88-dd630d977609</vt:lpwstr>
  </property>
  <property fmtid="{D5CDD505-2E9C-101B-9397-08002B2CF9AE}" pid="6" name="MSIP_Label_a0819fa7-4367-4500-ba88-dd630d977609_SiteId">
    <vt:lpwstr>63ce7d59-2f3e-42cd-a8cc-be764cff5eb6</vt:lpwstr>
  </property>
  <property fmtid="{D5CDD505-2E9C-101B-9397-08002B2CF9AE}" pid="7" name="MSIP_Label_a0819fa7-4367-4500-ba88-dd630d977609_ActionId">
    <vt:lpwstr>903f42d2-e07d-4393-868f-9de30ab9dbaa</vt:lpwstr>
  </property>
  <property fmtid="{D5CDD505-2E9C-101B-9397-08002B2CF9AE}" pid="8" name="MSIP_Label_a0819fa7-4367-4500-ba88-dd630d977609_ContentBits">
    <vt:lpwstr>0</vt:lpwstr>
  </property>
</Properties>
</file>