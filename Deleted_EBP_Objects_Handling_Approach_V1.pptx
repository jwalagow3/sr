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19" r:id="rId5"/>
  </p:sldMasterIdLst>
  <p:notesMasterIdLst>
    <p:notesMasterId r:id="rId9"/>
  </p:notesMasterIdLst>
  <p:handoutMasterIdLst>
    <p:handoutMasterId r:id="rId10"/>
  </p:handoutMasterIdLst>
  <p:sldIdLst>
    <p:sldId id="696" r:id="rId6"/>
    <p:sldId id="702" r:id="rId7"/>
    <p:sldId id="703" r:id="rId8"/>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5E313043-FB64-4173-9D93-8ED6D4C2724D}">
          <p14:sldIdLst>
            <p14:sldId id="696"/>
            <p14:sldId id="702"/>
            <p14:sldId id="703"/>
          </p14:sldIdLst>
        </p14:section>
      </p14:sectionLst>
    </p:ext>
    <p:ext uri="{EFAFB233-063F-42B5-8137-9DF3F51BA10A}">
      <p15:sldGuideLst xmlns:p15="http://schemas.microsoft.com/office/powerpoint/2012/main">
        <p15:guide id="1" orient="horz" pos="3240" userDrawn="1">
          <p15:clr>
            <a:srgbClr val="A4A3A4"/>
          </p15:clr>
        </p15:guide>
        <p15:guide id="2" pos="5760" userDrawn="1">
          <p15:clr>
            <a:srgbClr val="A4A3A4"/>
          </p15:clr>
        </p15:guide>
        <p15:guide id="3" orient="horz" pos="1068" userDrawn="1">
          <p15:clr>
            <a:srgbClr val="A4A3A4"/>
          </p15:clr>
        </p15:guide>
        <p15:guide id="4" orient="horz" pos="2148" userDrawn="1">
          <p15:clr>
            <a:srgbClr val="A4A3A4"/>
          </p15:clr>
        </p15:guide>
        <p15:guide id="5" pos="1920" userDrawn="1">
          <p15:clr>
            <a:srgbClr val="A4A3A4"/>
          </p15:clr>
        </p15:guide>
        <p15:guide id="6"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e Clark" initials="ZC" lastIdx="2" clrIdx="0">
    <p:extLst>
      <p:ext uri="{19B8F6BF-5375-455C-9EA6-DF929625EA0E}">
        <p15:presenceInfo xmlns:p15="http://schemas.microsoft.com/office/powerpoint/2012/main" userId="S-1-5-21-266749940-1637964444-929701000-3543099" providerId="AD"/>
      </p:ext>
    </p:extLst>
  </p:cmAuthor>
  <p:cmAuthor id="2" name="Parshant Garg" initials="PG" lastIdx="1" clrIdx="1">
    <p:extLst>
      <p:ext uri="{19B8F6BF-5375-455C-9EA6-DF929625EA0E}">
        <p15:presenceInfo xmlns:p15="http://schemas.microsoft.com/office/powerpoint/2012/main" userId="S::Parshant_Garg@ad.infosys.com::06f5b582-4320-4f36-8514-37a10735a7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2A6"/>
    <a:srgbClr val="D1ECF8"/>
    <a:srgbClr val="1199DD"/>
    <a:srgbClr val="92ECFE"/>
    <a:srgbClr val="D6CDE1"/>
    <a:srgbClr val="0099FF"/>
    <a:srgbClr val="FFFFFF"/>
    <a:srgbClr val="BFB1D0"/>
    <a:srgbClr val="3BB8D9"/>
    <a:srgbClr val="95E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304F6-57DC-4741-B7D3-090043DFA746}" v="2" dt="2020-10-06T04:49:48.5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65" autoAdjust="0"/>
    <p:restoredTop sz="90927" autoAdjust="0"/>
  </p:normalViewPr>
  <p:slideViewPr>
    <p:cSldViewPr snapToGrid="0" snapToObjects="1">
      <p:cViewPr>
        <p:scale>
          <a:sx n="90" d="100"/>
          <a:sy n="90" d="100"/>
        </p:scale>
        <p:origin x="768" y="0"/>
      </p:cViewPr>
      <p:guideLst>
        <p:guide orient="horz" pos="3240"/>
        <p:guide pos="5760"/>
        <p:guide orient="horz" pos="1068"/>
        <p:guide orient="horz" pos="2148"/>
        <p:guide pos="1920"/>
        <p:guide pos="3840"/>
      </p:guideLst>
    </p:cSldViewPr>
  </p:slideViewPr>
  <p:notesTextViewPr>
    <p:cViewPr>
      <p:scale>
        <a:sx n="100" d="100"/>
        <a:sy n="100" d="100"/>
      </p:scale>
      <p:origin x="0" y="0"/>
    </p:cViewPr>
  </p:notesTextViewPr>
  <p:sorterViewPr>
    <p:cViewPr varScale="1">
      <p:scale>
        <a:sx n="100" d="100"/>
        <a:sy n="100" d="100"/>
      </p:scale>
      <p:origin x="0" y="-1674"/>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shant Garg" userId="06f5b582-4320-4f36-8514-37a10735a7e7" providerId="ADAL" clId="{85F61B96-EE7D-458C-A29E-B067BF3B0CF9}"/>
    <pc:docChg chg="delSld modSection">
      <pc:chgData name="Parshant Garg" userId="06f5b582-4320-4f36-8514-37a10735a7e7" providerId="ADAL" clId="{85F61B96-EE7D-458C-A29E-B067BF3B0CF9}" dt="2019-12-18T15:57:21.298" v="0" actId="2696"/>
      <pc:docMkLst>
        <pc:docMk/>
      </pc:docMkLst>
      <pc:sldChg chg="del">
        <pc:chgData name="Parshant Garg" userId="06f5b582-4320-4f36-8514-37a10735a7e7" providerId="ADAL" clId="{85F61B96-EE7D-458C-A29E-B067BF3B0CF9}" dt="2019-12-18T15:57:21.298" v="0" actId="2696"/>
        <pc:sldMkLst>
          <pc:docMk/>
          <pc:sldMk cId="187074039" sldId="634"/>
        </pc:sldMkLst>
      </pc:sldChg>
    </pc:docChg>
  </pc:docChgLst>
  <pc:docChgLst>
    <pc:chgData name="Shubham Shah" userId="S::shubham.shah01@ad.infosys.com::f6f17c1c-9761-4237-8ebe-d9482e911d38" providerId="AD" clId="Web-{CAB304F6-57DC-4741-B7D3-090043DFA746}"/>
    <pc:docChg chg="modSld">
      <pc:chgData name="Shubham Shah" userId="S::shubham.shah01@ad.infosys.com::f6f17c1c-9761-4237-8ebe-d9482e911d38" providerId="AD" clId="Web-{CAB304F6-57DC-4741-B7D3-090043DFA746}" dt="2020-10-06T04:49:48.579" v="1" actId="1076"/>
      <pc:docMkLst>
        <pc:docMk/>
      </pc:docMkLst>
      <pc:sldChg chg="addSp modSp">
        <pc:chgData name="Shubham Shah" userId="S::shubham.shah01@ad.infosys.com::f6f17c1c-9761-4237-8ebe-d9482e911d38" providerId="AD" clId="Web-{CAB304F6-57DC-4741-B7D3-090043DFA746}" dt="2020-10-06T04:49:48.579" v="1" actId="1076"/>
        <pc:sldMkLst>
          <pc:docMk/>
          <pc:sldMk cId="983003401" sldId="695"/>
        </pc:sldMkLst>
        <pc:spChg chg="add mod">
          <ac:chgData name="Shubham Shah" userId="S::shubham.shah01@ad.infosys.com::f6f17c1c-9761-4237-8ebe-d9482e911d38" providerId="AD" clId="Web-{CAB304F6-57DC-4741-B7D3-090043DFA746}" dt="2020-10-06T04:49:48.579" v="1" actId="1076"/>
          <ac:spMkLst>
            <pc:docMk/>
            <pc:sldMk cId="983003401" sldId="695"/>
            <ac:spMk id="2" creationId="{E5D64260-7621-4575-9500-D517C33CEFB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4/9/2024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dirty="0"/>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457200" latinLnBrk="0">
      <a:defRPr sz="1200">
        <a:latin typeface="+mn-lt"/>
        <a:ea typeface="+mn-ea"/>
        <a:cs typeface="+mn-cs"/>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40" name="Shape 40"/>
          <p:cNvSpPr>
            <a:spLocks noGrp="1"/>
          </p:cNvSpPr>
          <p:nvPr>
            <p:ph type="title" hasCustomPrompt="1"/>
          </p:nvPr>
        </p:nvSpPr>
        <p:spPr>
          <a:xfrm>
            <a:off x="343165" y="302890"/>
            <a:ext cx="3441435" cy="865509"/>
          </a:xfrm>
          <a:prstGeom prst="rect">
            <a:avLst/>
          </a:prstGeom>
        </p:spPr>
        <p:txBody>
          <a:bodyPr anchor="t">
            <a:noAutofit/>
          </a:bodyPr>
          <a:lstStyle>
            <a:lvl1pPr>
              <a:defRPr sz="2400">
                <a:solidFill>
                  <a:srgbClr val="007CC3"/>
                </a:solidFill>
              </a:defRPr>
            </a:lvl1pPr>
          </a:lstStyle>
          <a:p>
            <a:r>
              <a:rPr lang="en-US" dirty="0"/>
              <a:t>TITLE TEXT</a:t>
            </a:r>
          </a:p>
        </p:txBody>
      </p:sp>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24263820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94789" y="2071688"/>
            <a:ext cx="7134329" cy="1009650"/>
          </a:xfrm>
          <a:prstGeom prst="rect">
            <a:avLst/>
          </a:prstGeom>
        </p:spPr>
        <p:txBody>
          <a:bodyPr anchor="ctr">
            <a:noAutofit/>
          </a:bodyPr>
          <a:lstStyle>
            <a:lvl1pPr algn="ctr">
              <a:defRPr sz="2400" b="0">
                <a:solidFill>
                  <a:srgbClr val="007CC3"/>
                </a:solidFill>
              </a:defRPr>
            </a:lvl1pPr>
          </a:lstStyle>
          <a:p>
            <a:r>
              <a:rPr lang="en-US" dirty="0"/>
              <a:t>TITLE TEXT</a:t>
            </a:r>
          </a:p>
        </p:txBody>
      </p:sp>
      <p:sp>
        <p:nvSpPr>
          <p:cNvPr id="13"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9"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19884379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1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807244" y="1659428"/>
            <a:ext cx="7527837" cy="732080"/>
          </a:xfrm>
          <a:prstGeom prst="rect">
            <a:avLst/>
          </a:prstGeom>
        </p:spPr>
        <p:txBody>
          <a:bodyPr anchor="ctr">
            <a:noAutofit/>
          </a:bodyPr>
          <a:lstStyle>
            <a:lvl1pPr algn="ctr">
              <a:defRPr sz="2400">
                <a:solidFill>
                  <a:srgbClr val="007CC3"/>
                </a:solidFill>
              </a:defRPr>
            </a:lvl1pPr>
          </a:lstStyle>
          <a:p>
            <a:r>
              <a:rPr lang="en-US" dirty="0"/>
              <a:t>TITLE TEXT</a:t>
            </a:r>
          </a:p>
        </p:txBody>
      </p:sp>
      <p:sp>
        <p:nvSpPr>
          <p:cNvPr id="14" name="Text Placeholder 2"/>
          <p:cNvSpPr>
            <a:spLocks noGrp="1"/>
          </p:cNvSpPr>
          <p:nvPr>
            <p:ph type="body" idx="1" hasCustomPrompt="1"/>
          </p:nvPr>
        </p:nvSpPr>
        <p:spPr>
          <a:xfrm>
            <a:off x="1161819" y="2576513"/>
            <a:ext cx="6865555" cy="315250"/>
          </a:xfrm>
          <a:prstGeom prst="rect">
            <a:avLst/>
          </a:prstGeom>
        </p:spPr>
        <p:txBody>
          <a:bodyPr anchor="t">
            <a:noAutofit/>
          </a:bodyPr>
          <a:lstStyle>
            <a:lvl1pPr marL="342900" indent="-342900" algn="ctr">
              <a:buNone/>
              <a:defRPr kumimoji="0" lang="en-US" sz="16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5" name="Text Placeholder 2"/>
          <p:cNvSpPr>
            <a:spLocks noGrp="1"/>
          </p:cNvSpPr>
          <p:nvPr>
            <p:ph type="body" idx="10" hasCustomPrompt="1"/>
          </p:nvPr>
        </p:nvSpPr>
        <p:spPr>
          <a:xfrm>
            <a:off x="1987453" y="3212586"/>
            <a:ext cx="5323411" cy="781802"/>
          </a:xfrm>
          <a:prstGeom prst="rect">
            <a:avLst/>
          </a:prstGeom>
        </p:spPr>
        <p:txBody>
          <a:bodyPr anchor="t">
            <a:noAutofit/>
          </a:bodyPr>
          <a:lstStyle>
            <a:lvl1pPr marL="0" indent="0" algn="ctr">
              <a:buNone/>
              <a:defRPr kumimoji="0" lang="en-US" sz="1200" normalizeH="0" dirty="0" smtClean="0">
                <a:solidFill>
                  <a:schemeClr val="tx1">
                    <a:lumMod val="95000"/>
                    <a:lumOff val="5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16"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877724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447688"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1"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2"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43"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37" name="Picture 3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309329221"/>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0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957402" y="1150334"/>
            <a:ext cx="7027365"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72237629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4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1447578" y="1150334"/>
            <a:ext cx="6574927" cy="475265"/>
          </a:xfrm>
          <a:prstGeom prst="rect">
            <a:avLst/>
          </a:prstGeom>
        </p:spPr>
        <p:txBody>
          <a:bodyPr anchor="t">
            <a:noAutofit/>
          </a:bodyPr>
          <a:lstStyle>
            <a:lvl1pPr>
              <a:tabLst/>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7356625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5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034367" y="1150334"/>
            <a:ext cx="6224292"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19558772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6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2488601" y="1150334"/>
            <a:ext cx="5585301"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2631394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9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3187892" y="1150334"/>
            <a:ext cx="4886010" cy="475265"/>
          </a:xfrm>
          <a:prstGeom prst="rect">
            <a:avLst/>
          </a:prstGeom>
        </p:spPr>
        <p:txBody>
          <a:bodyPr anchor="t">
            <a:noAutofit/>
          </a:bodyPr>
          <a:lstStyle>
            <a:lvl1pPr>
              <a:defRPr sz="2000" b="0">
                <a:solidFill>
                  <a:schemeClr val="tx1"/>
                </a:solidFill>
              </a:defRPr>
            </a:lvl1pPr>
          </a:lstStyle>
          <a:p>
            <a:r>
              <a:rPr lang="en-US" dirty="0"/>
              <a:t>Title text</a:t>
            </a:r>
          </a:p>
        </p:txBody>
      </p:sp>
      <p:sp>
        <p:nvSpPr>
          <p:cNvPr id="1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4"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5"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0C0"/>
          </a:solidFill>
        </p:spPr>
        <p:txBody>
          <a:bodyPr wrap="square" lIns="0" tIns="0" rIns="0" bIns="0" rtlCol="0"/>
          <a:lstStyle/>
          <a:p>
            <a:endParaRPr dirty="0"/>
          </a:p>
        </p:txBody>
      </p:sp>
      <p:sp>
        <p:nvSpPr>
          <p:cNvPr id="26"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27"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8"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29"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0"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1"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2"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B8B8B8"/>
          </a:solidFill>
        </p:spPr>
        <p:txBody>
          <a:bodyPr wrap="square" lIns="0" tIns="0" rIns="0" bIns="0" rtlCol="0"/>
          <a:lstStyle/>
          <a:p>
            <a:endParaRPr dirty="0"/>
          </a:p>
        </p:txBody>
      </p:sp>
      <p:sp>
        <p:nvSpPr>
          <p:cNvPr id="33"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4"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5"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6"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7"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sp>
        <p:nvSpPr>
          <p:cNvPr id="38"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B8B8B8"/>
          </a:solidFill>
        </p:spPr>
        <p:txBody>
          <a:bodyPr wrap="square" lIns="0" tIns="0" rIns="0" bIns="0" rtlCol="0"/>
          <a:lstStyle/>
          <a:p>
            <a:endParaRPr dirty="0"/>
          </a:p>
        </p:txBody>
      </p:sp>
      <p:pic>
        <p:nvPicPr>
          <p:cNvPr id="42" name="Picture 4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097340743"/>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4" name="Shape 40"/>
          <p:cNvSpPr>
            <a:spLocks noGrp="1"/>
          </p:cNvSpPr>
          <p:nvPr>
            <p:ph type="title" hasCustomPrompt="1"/>
          </p:nvPr>
        </p:nvSpPr>
        <p:spPr>
          <a:xfrm>
            <a:off x="1054292" y="1287358"/>
            <a:ext cx="3175397" cy="681142"/>
          </a:xfrm>
          <a:prstGeom prst="rect">
            <a:avLst/>
          </a:prstGeom>
        </p:spPr>
        <p:txBody>
          <a:bodyPr anchor="ctr">
            <a:noAutofit/>
          </a:bodyPr>
          <a:lstStyle>
            <a:lvl1pPr algn="l">
              <a:defRPr sz="2000">
                <a:solidFill>
                  <a:srgbClr val="007CC3"/>
                </a:solidFill>
              </a:defRPr>
            </a:lvl1pPr>
          </a:lstStyle>
          <a:p>
            <a:r>
              <a:rPr lang="en-US" dirty="0"/>
              <a:t>TITLE TEXT</a:t>
            </a:r>
          </a:p>
        </p:txBody>
      </p:sp>
      <p:sp>
        <p:nvSpPr>
          <p:cNvPr id="25" name="Text Placeholder 2"/>
          <p:cNvSpPr txBox="1">
            <a:spLocks/>
          </p:cNvSpPr>
          <p:nvPr userDrawn="1"/>
        </p:nvSpPr>
        <p:spPr>
          <a:xfrm>
            <a:off x="389699" y="4610386"/>
            <a:ext cx="6024775" cy="380748"/>
          </a:xfrm>
          <a:prstGeom prst="rect">
            <a:avLst/>
          </a:prstGeom>
        </p:spPr>
        <p:txBody>
          <a:bodyPr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500" dirty="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pic>
        <p:nvPicPr>
          <p:cNvPr id="26" name="Picture 2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grpSp>
        <p:nvGrpSpPr>
          <p:cNvPr id="37" name="Group 36"/>
          <p:cNvGrpSpPr/>
          <p:nvPr userDrawn="1"/>
        </p:nvGrpSpPr>
        <p:grpSpPr>
          <a:xfrm>
            <a:off x="-8920" y="2124012"/>
            <a:ext cx="9161828" cy="865432"/>
            <a:chOff x="-8920" y="2124012"/>
            <a:chExt cx="9161828" cy="865432"/>
          </a:xfrm>
        </p:grpSpPr>
        <p:sp>
          <p:nvSpPr>
            <p:cNvPr id="38" name="object 8"/>
            <p:cNvSpPr/>
            <p:nvPr userDrawn="1"/>
          </p:nvSpPr>
          <p:spPr>
            <a:xfrm>
              <a:off x="52388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39"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2" name="object 21"/>
            <p:cNvSpPr/>
            <p:nvPr userDrawn="1"/>
          </p:nvSpPr>
          <p:spPr>
            <a:xfrm>
              <a:off x="8515912"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3" name="object 3"/>
            <p:cNvSpPr/>
            <p:nvPr userDrawn="1"/>
          </p:nvSpPr>
          <p:spPr>
            <a:xfrm>
              <a:off x="318789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4" name="object 4"/>
            <p:cNvSpPr/>
            <p:nvPr userDrawn="1"/>
          </p:nvSpPr>
          <p:spPr>
            <a:xfrm>
              <a:off x="265509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5" name="object 5"/>
            <p:cNvSpPr/>
            <p:nvPr userDrawn="1"/>
          </p:nvSpPr>
          <p:spPr>
            <a:xfrm>
              <a:off x="212228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6" name="object 6"/>
            <p:cNvSpPr/>
            <p:nvPr userDrawn="1"/>
          </p:nvSpPr>
          <p:spPr>
            <a:xfrm>
              <a:off x="158948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7" name="object 7"/>
            <p:cNvSpPr/>
            <p:nvPr userDrawn="1"/>
          </p:nvSpPr>
          <p:spPr>
            <a:xfrm>
              <a:off x="105668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48" name="object 22"/>
            <p:cNvSpPr/>
            <p:nvPr userDrawn="1"/>
          </p:nvSpPr>
          <p:spPr>
            <a:xfrm>
              <a:off x="7983110"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49" name="object 23"/>
            <p:cNvSpPr/>
            <p:nvPr userDrawn="1"/>
          </p:nvSpPr>
          <p:spPr>
            <a:xfrm>
              <a:off x="745030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0" name="object 24"/>
            <p:cNvSpPr/>
            <p:nvPr userDrawn="1"/>
          </p:nvSpPr>
          <p:spPr>
            <a:xfrm>
              <a:off x="691750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lvl="0"/>
              <a:endParaRPr dirty="0"/>
            </a:p>
          </p:txBody>
        </p:sp>
        <p:sp>
          <p:nvSpPr>
            <p:cNvPr id="51" name="object 25"/>
            <p:cNvSpPr/>
            <p:nvPr userDrawn="1"/>
          </p:nvSpPr>
          <p:spPr>
            <a:xfrm>
              <a:off x="638470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2" name="object 26"/>
            <p:cNvSpPr/>
            <p:nvPr userDrawn="1"/>
          </p:nvSpPr>
          <p:spPr>
            <a:xfrm>
              <a:off x="585190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3" name="object 28"/>
            <p:cNvSpPr/>
            <p:nvPr userDrawn="1"/>
          </p:nvSpPr>
          <p:spPr>
            <a:xfrm>
              <a:off x="372069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4" name="object 28"/>
            <p:cNvSpPr/>
            <p:nvPr userDrawn="1"/>
          </p:nvSpPr>
          <p:spPr>
            <a:xfrm>
              <a:off x="5319100"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5" name="object 3"/>
            <p:cNvSpPr/>
            <p:nvPr userDrawn="1"/>
          </p:nvSpPr>
          <p:spPr>
            <a:xfrm>
              <a:off x="42534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sp>
          <p:nvSpPr>
            <p:cNvPr id="56" name="object 28"/>
            <p:cNvSpPr/>
            <p:nvPr userDrawn="1"/>
          </p:nvSpPr>
          <p:spPr>
            <a:xfrm>
              <a:off x="4786298"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lvl="0"/>
              <a:endParaRPr dirty="0"/>
            </a:p>
          </p:txBody>
        </p:sp>
      </p:grpSp>
    </p:spTree>
    <p:extLst>
      <p:ext uri="{BB962C8B-B14F-4D97-AF65-F5344CB8AC3E}">
        <p14:creationId xmlns:p14="http://schemas.microsoft.com/office/powerpoint/2010/main" val="234057571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8421947"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6"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282970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4768"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4768" y="1164692"/>
            <a:ext cx="8509720" cy="3144173"/>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Text Placeholder 3"/>
          <p:cNvSpPr>
            <a:spLocks noGrp="1"/>
          </p:cNvSpPr>
          <p:nvPr>
            <p:ph type="body" sz="quarter" idx="11"/>
          </p:nvPr>
        </p:nvSpPr>
        <p:spPr>
          <a:xfrm>
            <a:off x="194768" y="611512"/>
            <a:ext cx="8723049" cy="386333"/>
          </a:xfrm>
          <a:prstGeom prst="rect">
            <a:avLst/>
          </a:prstGeom>
        </p:spPr>
        <p:txBody>
          <a:bodyPr/>
          <a:lstStyle>
            <a:lvl1pPr marL="0" indent="0">
              <a:buNone/>
              <a:defRPr sz="1600">
                <a:solidFill>
                  <a:schemeClr val="tx2">
                    <a:lumMod val="50000"/>
                  </a:schemeClr>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64203892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7_Custom Layout">
    <p:spTree>
      <p:nvGrpSpPr>
        <p:cNvPr id="1" name=""/>
        <p:cNvGrpSpPr/>
        <p:nvPr/>
      </p:nvGrpSpPr>
      <p:grpSpPr>
        <a:xfrm>
          <a:off x="0" y="0"/>
          <a:ext cx="0" cy="0"/>
          <a:chOff x="0" y="0"/>
          <a:chExt cx="0" cy="0"/>
        </a:xfrm>
      </p:grpSpPr>
      <p:sp>
        <p:nvSpPr>
          <p:cNvPr id="20" name="Picture Placeholder 8"/>
          <p:cNvSpPr>
            <a:spLocks noGrp="1"/>
          </p:cNvSpPr>
          <p:nvPr>
            <p:ph type="pic" sz="quarter" idx="10"/>
          </p:nvPr>
        </p:nvSpPr>
        <p:spPr>
          <a:xfrm>
            <a:off x="0" y="0"/>
            <a:ext cx="9144000" cy="5143500"/>
          </a:xfrm>
          <a:prstGeom prst="rect">
            <a:avLst/>
          </a:prstGeom>
        </p:spPr>
        <p:txBody>
          <a:bodyPr/>
          <a:lstStyle>
            <a:lvl1pPr algn="ctr">
              <a:defRPr sz="2400"/>
            </a:lvl1pPr>
          </a:lstStyle>
          <a:p>
            <a:endParaRPr lang="en-US" dirty="0"/>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bg1"/>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19" name="Picture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07623777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7"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17" name="Text Placeholder 2"/>
          <p:cNvSpPr>
            <a:spLocks noGrp="1"/>
          </p:cNvSpPr>
          <p:nvPr>
            <p:ph type="body" idx="1"/>
          </p:nvPr>
        </p:nvSpPr>
        <p:spPr>
          <a:xfrm>
            <a:off x="199337" y="617948"/>
            <a:ext cx="8723050" cy="568873"/>
          </a:xfrm>
          <a:prstGeom prst="rect">
            <a:avLst/>
          </a:prstGeom>
        </p:spPr>
        <p:txBody>
          <a:bodyPr anchor="t">
            <a:noAutofit/>
          </a:bodyPr>
          <a:lstStyle>
            <a:lvl1pPr marL="342900" indent="-342900">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22474707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0"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38134" y="48948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7085CB8E-5CA7-424E-9203-0AA164B1E985}" type="slidenum">
              <a:rPr lang="en-US" smtClean="0"/>
              <a:pPr/>
              <a:t>‹#›</a:t>
            </a:fld>
            <a:endParaRPr lang="en-US" dirty="0"/>
          </a:p>
        </p:txBody>
      </p:sp>
      <p:sp>
        <p:nvSpPr>
          <p:cNvPr id="19"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0"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506047" y="4824856"/>
            <a:ext cx="629846" cy="322147"/>
          </a:xfrm>
          <a:prstGeom prst="rect">
            <a:avLst/>
          </a:prstGeom>
        </p:spPr>
      </p:pic>
    </p:spTree>
    <p:extLst>
      <p:ext uri="{BB962C8B-B14F-4D97-AF65-F5344CB8AC3E}">
        <p14:creationId xmlns:p14="http://schemas.microsoft.com/office/powerpoint/2010/main" val="3844999651"/>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2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185"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0" name="Text Placeholder 2"/>
          <p:cNvSpPr>
            <a:spLocks noGrp="1"/>
          </p:cNvSpPr>
          <p:nvPr>
            <p:ph type="body" sz="quarter" idx="10"/>
          </p:nvPr>
        </p:nvSpPr>
        <p:spPr>
          <a:xfrm>
            <a:off x="4484914"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1"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23722726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4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3" name="Text Placeholder 2"/>
          <p:cNvSpPr>
            <a:spLocks noGrp="1"/>
          </p:cNvSpPr>
          <p:nvPr>
            <p:ph type="body" sz="quarter" idx="10"/>
          </p:nvPr>
        </p:nvSpPr>
        <p:spPr>
          <a:xfrm>
            <a:off x="197943"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2"/>
          <p:cNvSpPr>
            <a:spLocks noGrp="1"/>
          </p:cNvSpPr>
          <p:nvPr>
            <p:ph type="body" sz="quarter" idx="11"/>
          </p:nvPr>
        </p:nvSpPr>
        <p:spPr>
          <a:xfrm>
            <a:off x="4683632" y="734464"/>
            <a:ext cx="4104505" cy="3660659"/>
          </a:xfrm>
          <a:prstGeom prst="rect">
            <a:avLst/>
          </a:prstGeom>
        </p:spPr>
        <p:txBody>
          <a:bodyPr/>
          <a:lstStyle>
            <a:lvl1pPr marL="112713" indent="-112713">
              <a:defRPr sz="1400">
                <a:solidFill>
                  <a:schemeClr val="tx2">
                    <a:lumMod val="50000"/>
                  </a:schemeClr>
                </a:solidFill>
                <a:latin typeface="Arial" panose="020B0604020202020204" pitchFamily="34" charset="0"/>
                <a:cs typeface="Arial" panose="020B0604020202020204" pitchFamily="34" charset="0"/>
              </a:defRPr>
            </a:lvl1pPr>
            <a:lvl2pPr marL="400050" indent="-174625">
              <a:defRPr sz="1200">
                <a:solidFill>
                  <a:schemeClr val="tx2">
                    <a:lumMod val="50000"/>
                  </a:schemeClr>
                </a:solidFill>
                <a:latin typeface="Arial" panose="020B0604020202020204" pitchFamily="34" charset="0"/>
                <a:cs typeface="Arial" panose="020B0604020202020204" pitchFamily="34" charset="0"/>
              </a:defRPr>
            </a:lvl2pPr>
            <a:lvl3pPr marL="739775" indent="-165100">
              <a:defRPr sz="1100">
                <a:solidFill>
                  <a:schemeClr val="tx2">
                    <a:lumMod val="50000"/>
                  </a:schemeClr>
                </a:solidFill>
                <a:latin typeface="Arial" panose="020B0604020202020204" pitchFamily="34" charset="0"/>
                <a:cs typeface="Arial" panose="020B0604020202020204" pitchFamily="34" charset="0"/>
              </a:defRPr>
            </a:lvl3pPr>
            <a:lvl4pPr marL="1089025" indent="-236538">
              <a:defRPr sz="1200">
                <a:solidFill>
                  <a:schemeClr val="tx2">
                    <a:lumMod val="50000"/>
                  </a:schemeClr>
                </a:solidFill>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22"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12" name="Picture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693143605"/>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1_Custom Layout">
    <p:spTree>
      <p:nvGrpSpPr>
        <p:cNvPr id="1" name=""/>
        <p:cNvGrpSpPr/>
        <p:nvPr/>
      </p:nvGrpSpPr>
      <p:grpSpPr>
        <a:xfrm>
          <a:off x="0" y="0"/>
          <a:ext cx="0" cy="0"/>
          <a:chOff x="0" y="0"/>
          <a:chExt cx="0" cy="0"/>
        </a:xfrm>
      </p:grpSpPr>
      <p:sp>
        <p:nvSpPr>
          <p:cNvPr id="4"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15"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dirty="0"/>
          </a:p>
        </p:txBody>
      </p:sp>
      <p:sp>
        <p:nvSpPr>
          <p:cNvPr id="1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4834" y="4511610"/>
            <a:ext cx="909665" cy="465265"/>
          </a:xfrm>
          <a:prstGeom prst="rect">
            <a:avLst/>
          </a:prstGeom>
        </p:spPr>
      </p:pic>
    </p:spTree>
    <p:extLst>
      <p:ext uri="{BB962C8B-B14F-4D97-AF65-F5344CB8AC3E}">
        <p14:creationId xmlns:p14="http://schemas.microsoft.com/office/powerpoint/2010/main" val="3321887839"/>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231388" y="4755132"/>
            <a:ext cx="468287" cy="279401"/>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a:xfrm>
            <a:off x="8024812" y="4505338"/>
            <a:ext cx="914401" cy="467410"/>
          </a:xfrm>
          <a:prstGeom prst="rect">
            <a:avLst/>
          </a:prstGeom>
        </p:spPr>
      </p:pic>
    </p:spTree>
    <p:extLst>
      <p:ext uri="{BB962C8B-B14F-4D97-AF65-F5344CB8AC3E}">
        <p14:creationId xmlns:p14="http://schemas.microsoft.com/office/powerpoint/2010/main" val="251321754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19101" y="241300"/>
            <a:ext cx="8305800" cy="463550"/>
          </a:xfrm>
          <a:prstGeom prst="rect">
            <a:avLst/>
          </a:prstGeom>
        </p:spPr>
        <p:txBody>
          <a:bodyPr anchor="t"/>
          <a:lstStyle>
            <a:lvl1pPr marL="0" indent="0">
              <a:buNone/>
              <a:defRPr sz="2400" b="0">
                <a:solidFill>
                  <a:srgbClr val="404040"/>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6406771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27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50264"/>
            <a:ext cx="8723050" cy="452986"/>
          </a:xfrm>
          <a:prstGeom prst="rect">
            <a:avLst/>
          </a:prstGeom>
        </p:spPr>
        <p:txBody>
          <a:bodyPr anchor="t">
            <a:noAutofit/>
          </a:bodyPr>
          <a:lstStyle>
            <a:lvl1pPr>
              <a:defRPr sz="2000" b="0">
                <a:solidFill>
                  <a:schemeClr val="tx1">
                    <a:lumMod val="85000"/>
                    <a:lumOff val="15000"/>
                  </a:schemeClr>
                </a:solidFill>
                <a:latin typeface="Franklin Gothic Demi" panose="020B0703020102020204" pitchFamily="34" charset="0"/>
              </a:defRPr>
            </a:lvl1pPr>
          </a:lstStyle>
          <a:p>
            <a:r>
              <a:rPr lang="en-US" dirty="0"/>
              <a:t>Title text</a:t>
            </a:r>
          </a:p>
        </p:txBody>
      </p:sp>
      <p:sp>
        <p:nvSpPr>
          <p:cNvPr id="16" name="Text Placeholder 2"/>
          <p:cNvSpPr>
            <a:spLocks noGrp="1"/>
          </p:cNvSpPr>
          <p:nvPr>
            <p:ph idx="1" hasCustomPrompt="1"/>
          </p:nvPr>
        </p:nvSpPr>
        <p:spPr>
          <a:xfrm>
            <a:off x="197943" y="750308"/>
            <a:ext cx="8735507" cy="3813175"/>
          </a:xfrm>
          <a:prstGeom prst="rect">
            <a:avLst/>
          </a:prstGeom>
        </p:spPr>
        <p:txBody>
          <a:bodyPr vert="horz" lIns="91440" tIns="45720" rIns="91440" bIns="45720" rtlCol="0">
            <a:normAutofit/>
          </a:bodyPr>
          <a:lstStyle>
            <a:lvl1pPr algn="l">
              <a:defRPr sz="1400">
                <a:latin typeface="Franklin Gothic Book" panose="020B0503020102020204" pitchFamily="34" charset="0"/>
              </a:defRPr>
            </a:lvl1pPr>
            <a:lvl2pPr algn="l">
              <a:defRPr>
                <a:latin typeface="Franklin Gothic Book" panose="020B0503020102020204" pitchFamily="34" charset="0"/>
              </a:defRPr>
            </a:lvl2pPr>
            <a:lvl3pPr algn="l">
              <a:defRPr>
                <a:latin typeface="Franklin Gothic Book" panose="020B0503020102020204" pitchFamily="34" charset="0"/>
              </a:defRPr>
            </a:lvl3pPr>
            <a:lvl4pPr algn="l">
              <a:defRPr>
                <a:latin typeface="Franklin Gothic Book" panose="020B0503020102020204" pitchFamily="34" charset="0"/>
              </a:defRPr>
            </a:lvl4pPr>
            <a:lvl5pPr algn="l">
              <a:defRPr>
                <a:latin typeface="Franklin Gothic Book" panose="020B0503020102020204" pitchFamily="34" charset="0"/>
              </a:defRPr>
            </a:lvl5pPr>
          </a:lstStyle>
          <a:p>
            <a:pPr lvl="0"/>
            <a:r>
              <a:rPr lang="en-US" dirty="0"/>
              <a:t>Edit Master text styles</a:t>
            </a:r>
          </a:p>
        </p:txBody>
      </p:sp>
      <p:sp>
        <p:nvSpPr>
          <p:cNvPr id="15" name="TextBox 14">
            <a:extLst>
              <a:ext uri="{FF2B5EF4-FFF2-40B4-BE49-F238E27FC236}">
                <a16:creationId xmlns:a16="http://schemas.microsoft.com/office/drawing/2014/main" id="{62DB433F-EFF5-4173-9E61-7956DB573395}"/>
              </a:ext>
            </a:extLst>
          </p:cNvPr>
          <p:cNvSpPr txBox="1"/>
          <p:nvPr userDrawn="1"/>
        </p:nvSpPr>
        <p:spPr>
          <a:xfrm>
            <a:off x="279400" y="4756056"/>
            <a:ext cx="91440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fld id="{EB72C062-C3AF-4DE2-B6B4-6393D3FF2C3D}" type="slidenum">
              <a:rPr kumimoji="0" lang="en-US" sz="1000" b="0" i="0" u="none" strike="noStrike" cap="none" spc="0" normalizeH="0" baseline="0" smtClean="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rPr>
              <a:t>‹#›</a:t>
            </a:fld>
            <a:endParaRPr kumimoji="0" lang="en-US" sz="1000" b="0" i="0" u="none" strike="noStrike" cap="none" spc="0" normalizeH="0" baseline="0" dirty="0">
              <a:ln>
                <a:noFill/>
              </a:ln>
              <a:solidFill>
                <a:schemeClr val="tx1">
                  <a:lumMod val="75000"/>
                  <a:lumOff val="25000"/>
                </a:schemeClr>
              </a:solidFill>
              <a:effectLst/>
              <a:uFillTx/>
              <a:latin typeface="Franklin Gothic Book" panose="020B0503020102020204" pitchFamily="34" charset="0"/>
              <a:ea typeface="+mn-ea"/>
              <a:cs typeface="Arial" panose="020B0604020202020204" pitchFamily="34" charset="0"/>
              <a:sym typeface="Calibri"/>
            </a:endParaRPr>
          </a:p>
        </p:txBody>
      </p:sp>
      <p:pic>
        <p:nvPicPr>
          <p:cNvPr id="11" name="Picture 10">
            <a:extLst>
              <a:ext uri="{FF2B5EF4-FFF2-40B4-BE49-F238E27FC236}">
                <a16:creationId xmlns:a16="http://schemas.microsoft.com/office/drawing/2014/main" id="{278EF2A1-0B60-4836-9892-5E3EC74DA22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79296" y="4645141"/>
            <a:ext cx="654154" cy="334579"/>
          </a:xfrm>
          <a:prstGeom prst="rect">
            <a:avLst/>
          </a:prstGeom>
        </p:spPr>
      </p:pic>
    </p:spTree>
    <p:extLst>
      <p:ext uri="{BB962C8B-B14F-4D97-AF65-F5344CB8AC3E}">
        <p14:creationId xmlns:p14="http://schemas.microsoft.com/office/powerpoint/2010/main" val="3432424762"/>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0" y="0"/>
            <a:ext cx="9144000" cy="444532"/>
          </a:xfrm>
          <a:prstGeom prst="rect">
            <a:avLst/>
          </a:prstGeom>
        </p:spPr>
        <p:txBody>
          <a:bodyPr vert="horz" lIns="91440" tIns="45720" rIns="91440" bIns="45720" rtlCol="0" anchor="t" anchorCtr="0">
            <a:noAutofit/>
          </a:bodyPr>
          <a:lstStyle>
            <a:lvl1pPr>
              <a:defRPr sz="2800"/>
            </a:lvl1pPr>
          </a:lstStyle>
          <a:p>
            <a:r>
              <a:rPr lang="en-US" dirty="0"/>
              <a:t>Click to edit Master title style</a:t>
            </a:r>
          </a:p>
        </p:txBody>
      </p:sp>
      <p:sp>
        <p:nvSpPr>
          <p:cNvPr id="7" name="Slide Number Placeholder 5"/>
          <p:cNvSpPr txBox="1">
            <a:spLocks/>
          </p:cNvSpPr>
          <p:nvPr userDrawn="1"/>
        </p:nvSpPr>
        <p:spPr>
          <a:xfrm>
            <a:off x="4495825" y="4941644"/>
            <a:ext cx="152349" cy="175433"/>
          </a:xfrm>
          <a:prstGeom prst="rect">
            <a:avLst/>
          </a:prstGeom>
        </p:spPr>
        <p:txBody>
          <a:bodyPr vert="horz" wrap="none" lIns="18288" tIns="18288" rIns="18288" bIns="18288" rtlCol="0" anchor="ctr">
            <a:spAutoFit/>
          </a:bodyPr>
          <a:lstStyle>
            <a:defPPr>
              <a:defRPr lang="en-US"/>
            </a:defPPr>
            <a:lvl1pPr marL="0" algn="ctr" defTabSz="914400" rtl="0" eaLnBrk="1" latinLnBrk="0" hangingPunct="1">
              <a:defRPr sz="900" b="0" kern="1200">
                <a:solidFill>
                  <a:schemeClr val="tx1">
                    <a:lumMod val="75000"/>
                  </a:schemeClr>
                </a:solidFill>
                <a:latin typeface="Franklin Gothic Book" panose="020B0503020102020204"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D65173-87C9-47C0-A890-7AD8E2754265}" type="slidenum">
              <a:rPr lang="en-US" smtClean="0"/>
              <a:pPr/>
              <a:t>‹#›</a:t>
            </a:fld>
            <a:endParaRPr lang="en-US" dirty="0"/>
          </a:p>
        </p:txBody>
      </p:sp>
      <p:sp>
        <p:nvSpPr>
          <p:cNvPr id="2" name="Rectangle 1"/>
          <p:cNvSpPr/>
          <p:nvPr userDrawn="1"/>
        </p:nvSpPr>
        <p:spPr>
          <a:xfrm>
            <a:off x="0" y="2952750"/>
            <a:ext cx="9144000" cy="2190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854667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E30724E-B434-4B18-BE94-31767A2FB5C7}" type="slidenum">
              <a:rPr lang="en-US" smtClean="0"/>
              <a:t>‹#›</a:t>
            </a:fld>
            <a:endParaRPr lang="en-US" dirty="0"/>
          </a:p>
        </p:txBody>
      </p:sp>
    </p:spTree>
    <p:extLst>
      <p:ext uri="{BB962C8B-B14F-4D97-AF65-F5344CB8AC3E}">
        <p14:creationId xmlns:p14="http://schemas.microsoft.com/office/powerpoint/2010/main" val="27746305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InfySimpleLight">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9C419E74-9195-4B20-946F-9BB68A2C3B57}" type="slidenum">
              <a:rPr lang="en-US" smtClean="0"/>
              <a:pPr/>
              <a:t>‹#›</a:t>
            </a:fld>
            <a:endParaRPr lang="en-US" dirty="0"/>
          </a:p>
        </p:txBody>
      </p:sp>
      <p:sp>
        <p:nvSpPr>
          <p:cNvPr id="5" name="Title 4"/>
          <p:cNvSpPr>
            <a:spLocks noGrp="1"/>
          </p:cNvSpPr>
          <p:nvPr>
            <p:ph type="title"/>
          </p:nvPr>
        </p:nvSpPr>
        <p:spPr/>
        <p:txBody>
          <a:bodyPr anchor="t"/>
          <a:lstStyle/>
          <a:p>
            <a:r>
              <a:rPr lang="en-US" dirty="0"/>
              <a:t>Click to edit Master title style</a:t>
            </a:r>
          </a:p>
        </p:txBody>
      </p:sp>
    </p:spTree>
    <p:extLst>
      <p:ext uri="{BB962C8B-B14F-4D97-AF65-F5344CB8AC3E}">
        <p14:creationId xmlns:p14="http://schemas.microsoft.com/office/powerpoint/2010/main" val="2829484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dirty="0">
              <a:solidFill>
                <a:prstClr val="white"/>
              </a:solidFill>
            </a:endParaRPr>
          </a:p>
        </p:txBody>
      </p:sp>
      <p:sp>
        <p:nvSpPr>
          <p:cNvPr id="4" name="Footer Placeholder 3"/>
          <p:cNvSpPr>
            <a:spLocks noGrp="1"/>
          </p:cNvSpPr>
          <p:nvPr>
            <p:ph type="ftr" sz="quarter" idx="11"/>
          </p:nvPr>
        </p:nvSpPr>
        <p:spPr/>
        <p:txBody>
          <a:bodyPr/>
          <a:lstStyle/>
          <a:p>
            <a:endParaRPr lang="en-US" dirty="0">
              <a:solidFill>
                <a:srgbClr val="6D6E71"/>
              </a:solidFill>
            </a:endParaRPr>
          </a:p>
        </p:txBody>
      </p:sp>
      <p:sp>
        <p:nvSpPr>
          <p:cNvPr id="5" name="Slide Number Placeholder 4"/>
          <p:cNvSpPr>
            <a:spLocks noGrp="1"/>
          </p:cNvSpPr>
          <p:nvPr>
            <p:ph type="sldNum" sz="quarter" idx="12"/>
          </p:nvPr>
        </p:nvSpPr>
        <p:spPr/>
        <p:txBody>
          <a:bodyPr/>
          <a:lstStyle/>
          <a:p>
            <a:fld id="{14D65173-87C9-47C0-A890-7AD8E2754265}" type="slidenum">
              <a:rPr lang="en-US" smtClean="0">
                <a:solidFill>
                  <a:srgbClr val="6D6E71"/>
                </a:solidFill>
              </a:rPr>
              <a:pPr/>
              <a:t>‹#›</a:t>
            </a:fld>
            <a:endParaRPr lang="en-US" dirty="0">
              <a:solidFill>
                <a:srgbClr val="6D6E71"/>
              </a:solidFill>
            </a:endParaRPr>
          </a:p>
        </p:txBody>
      </p:sp>
      <p:sp>
        <p:nvSpPr>
          <p:cNvPr id="6" name="Title 5"/>
          <p:cNvSpPr>
            <a:spLocks noGrp="1"/>
          </p:cNvSpPr>
          <p:nvPr>
            <p:ph type="title"/>
          </p:nvPr>
        </p:nvSpPr>
        <p:spPr/>
        <p:txBody>
          <a:bodyPr/>
          <a:lstStyle/>
          <a:p>
            <a:r>
              <a:rPr lang="en-US" dirty="0"/>
              <a:t>Click to edit Master title style</a:t>
            </a:r>
            <a:endParaRPr lang="en-IN" dirty="0"/>
          </a:p>
        </p:txBody>
      </p:sp>
    </p:spTree>
    <p:extLst>
      <p:ext uri="{BB962C8B-B14F-4D97-AF65-F5344CB8AC3E}">
        <p14:creationId xmlns:p14="http://schemas.microsoft.com/office/powerpoint/2010/main" val="4173701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4A3CB-8D18-47A9-9772-A8FEE252E282}"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E8C83E-32ED-40F5-BE96-B2A27EFC4E3C}" type="slidenum">
              <a:rPr lang="en-US" smtClean="0"/>
              <a:t>‹#›</a:t>
            </a:fld>
            <a:endParaRPr lang="en-US"/>
          </a:p>
        </p:txBody>
      </p:sp>
    </p:spTree>
    <p:extLst>
      <p:ext uri="{BB962C8B-B14F-4D97-AF65-F5344CB8AC3E}">
        <p14:creationId xmlns:p14="http://schemas.microsoft.com/office/powerpoint/2010/main" val="15712855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flipH="1">
            <a:off x="4357233" y="930865"/>
            <a:ext cx="2709020" cy="4212635"/>
          </a:xfrm>
          <a:custGeom>
            <a:avLst/>
            <a:gdLst>
              <a:gd name="connsiteX0" fmla="*/ 3612026 w 3612026"/>
              <a:gd name="connsiteY0" fmla="*/ 0 h 5616847"/>
              <a:gd name="connsiteX1" fmla="*/ 0 w 3612026"/>
              <a:gd name="connsiteY1" fmla="*/ 0 h 5616847"/>
              <a:gd name="connsiteX2" fmla="*/ 0 w 3612026"/>
              <a:gd name="connsiteY2" fmla="*/ 5616847 h 5616847"/>
              <a:gd name="connsiteX3" fmla="*/ 3612026 w 3612026"/>
              <a:gd name="connsiteY3" fmla="*/ 5616847 h 5616847"/>
            </a:gdLst>
            <a:ahLst/>
            <a:cxnLst>
              <a:cxn ang="0">
                <a:pos x="connsiteX0" y="connsiteY0"/>
              </a:cxn>
              <a:cxn ang="0">
                <a:pos x="connsiteX1" y="connsiteY1"/>
              </a:cxn>
              <a:cxn ang="0">
                <a:pos x="connsiteX2" y="connsiteY2"/>
              </a:cxn>
              <a:cxn ang="0">
                <a:pos x="connsiteX3" y="connsiteY3"/>
              </a:cxn>
            </a:cxnLst>
            <a:rect l="l" t="t" r="r" b="b"/>
            <a:pathLst>
              <a:path w="3612026" h="5616847">
                <a:moveTo>
                  <a:pt x="3612026" y="0"/>
                </a:moveTo>
                <a:lnTo>
                  <a:pt x="0" y="0"/>
                </a:lnTo>
                <a:lnTo>
                  <a:pt x="0" y="5616847"/>
                </a:lnTo>
                <a:lnTo>
                  <a:pt x="3612026" y="5616847"/>
                </a:lnTo>
                <a:close/>
              </a:path>
            </a:pathLst>
          </a:custGeom>
        </p:spPr>
      </p:pic>
      <p:sp>
        <p:nvSpPr>
          <p:cNvPr id="4" name="Title 3"/>
          <p:cNvSpPr>
            <a:spLocks noGrp="1"/>
          </p:cNvSpPr>
          <p:nvPr>
            <p:ph type="title" hasCustomPrompt="1"/>
          </p:nvPr>
        </p:nvSpPr>
        <p:spPr>
          <a:xfrm>
            <a:off x="433251" y="2354769"/>
            <a:ext cx="4389120" cy="433965"/>
          </a:xfrm>
        </p:spPr>
        <p:txBody>
          <a:bodyPr vert="horz" lIns="91440" tIns="91440" rIns="91440" bIns="91440" rtlCol="0" anchor="ctr">
            <a:spAutoFit/>
          </a:bodyPr>
          <a:lstStyle>
            <a:lvl1pPr algn="ctr">
              <a:defRPr lang="en-US" sz="1800">
                <a:solidFill>
                  <a:srgbClr val="007CC3"/>
                </a:solidFill>
              </a:defRPr>
            </a:lvl1pPr>
          </a:lstStyle>
          <a:p>
            <a:pPr marL="0" lvl="0" algn="ctr"/>
            <a:r>
              <a:rPr lang="en-US" dirty="0"/>
              <a:t>CLICK TO EDIT MASTER TITLE STYLE</a:t>
            </a:r>
          </a:p>
        </p:txBody>
      </p:sp>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38825235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II">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hasCustomPrompt="1"/>
          </p:nvPr>
        </p:nvSpPr>
        <p:spPr>
          <a:xfrm>
            <a:off x="433251" y="2354768"/>
            <a:ext cx="4389120" cy="433965"/>
          </a:xfrm>
        </p:spPr>
        <p:txBody>
          <a:bodyPr tIns="91440" bIns="91440" anchor="ctr"/>
          <a:lstStyle>
            <a:lvl1pPr algn="ctr">
              <a:defRPr sz="1800">
                <a:solidFill>
                  <a:srgbClr val="007CC3"/>
                </a:solidFill>
              </a:defRPr>
            </a:lvl1pPr>
          </a:lstStyle>
          <a:p>
            <a:r>
              <a:rPr lang="en-US" dirty="0"/>
              <a:t>CLICK TO EDIT MASTER TITLE STYLE</a:t>
            </a:r>
          </a:p>
        </p:txBody>
      </p:sp>
      <p:grpSp>
        <p:nvGrpSpPr>
          <p:cNvPr id="3" name="Group 2"/>
          <p:cNvGrpSpPr/>
          <p:nvPr userDrawn="1"/>
        </p:nvGrpSpPr>
        <p:grpSpPr>
          <a:xfrm>
            <a:off x="2286" y="846963"/>
            <a:ext cx="9141714" cy="3449574"/>
            <a:chOff x="3048" y="1129284"/>
            <a:chExt cx="12188952" cy="4599432"/>
          </a:xfrm>
          <a:solidFill>
            <a:schemeClr val="accent1">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459943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37252" y="2308323"/>
            <a:ext cx="3429000" cy="2421785"/>
          </a:xfrm>
          <a:prstGeom prst="rect">
            <a:avLst/>
          </a:prstGeom>
        </p:spPr>
      </p:pic>
      <p:pic>
        <p:nvPicPr>
          <p:cNvPr id="17" name="Picture 1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18"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19"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9"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1"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2"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235956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grpSp>
        <p:nvGrpSpPr>
          <p:cNvPr id="25" name="Group 52"/>
          <p:cNvGrpSpPr>
            <a:grpSpLocks noChangeAspect="1"/>
          </p:cNvGrpSpPr>
          <p:nvPr userDrawn="1"/>
        </p:nvGrpSpPr>
        <p:grpSpPr bwMode="auto">
          <a:xfrm flipH="1">
            <a:off x="8720380" y="0"/>
            <a:ext cx="423620" cy="685800"/>
            <a:chOff x="512" y="3"/>
            <a:chExt cx="1640" cy="2655"/>
          </a:xfrm>
          <a:solidFill>
            <a:schemeClr val="bg1">
              <a:lumMod val="85000"/>
            </a:schemeClr>
          </a:solidFill>
        </p:grpSpPr>
        <p:sp>
          <p:nvSpPr>
            <p:cNvPr id="26" name="Freeform 54"/>
            <p:cNvSpPr>
              <a:spLocks noEditPoints="1"/>
            </p:cNvSpPr>
            <p:nvPr/>
          </p:nvSpPr>
          <p:spPr bwMode="auto">
            <a:xfrm>
              <a:off x="1138" y="3"/>
              <a:ext cx="1014" cy="2234"/>
            </a:xfrm>
            <a:custGeom>
              <a:avLst/>
              <a:gdLst>
                <a:gd name="T0" fmla="*/ 14 w 592"/>
                <a:gd name="T1" fmla="*/ 0 h 1309"/>
                <a:gd name="T2" fmla="*/ 272 w 592"/>
                <a:gd name="T3" fmla="*/ 250 h 1309"/>
                <a:gd name="T4" fmla="*/ 295 w 592"/>
                <a:gd name="T5" fmla="*/ 303 h 1309"/>
                <a:gd name="T6" fmla="*/ 296 w 592"/>
                <a:gd name="T7" fmla="*/ 963 h 1309"/>
                <a:gd name="T8" fmla="*/ 318 w 592"/>
                <a:gd name="T9" fmla="*/ 1016 h 1309"/>
                <a:gd name="T10" fmla="*/ 476 w 592"/>
                <a:gd name="T11" fmla="*/ 1176 h 1309"/>
                <a:gd name="T12" fmla="*/ 520 w 592"/>
                <a:gd name="T13" fmla="*/ 1191 h 1309"/>
                <a:gd name="T14" fmla="*/ 580 w 592"/>
                <a:gd name="T15" fmla="*/ 1221 h 1309"/>
                <a:gd name="T16" fmla="*/ 569 w 592"/>
                <a:gd name="T17" fmla="*/ 1287 h 1309"/>
                <a:gd name="T18" fmla="*/ 502 w 592"/>
                <a:gd name="T19" fmla="*/ 1297 h 1309"/>
                <a:gd name="T20" fmla="*/ 473 w 592"/>
                <a:gd name="T21" fmla="*/ 1236 h 1309"/>
                <a:gd name="T22" fmla="*/ 459 w 592"/>
                <a:gd name="T23" fmla="*/ 1195 h 1309"/>
                <a:gd name="T24" fmla="*/ 293 w 592"/>
                <a:gd name="T25" fmla="*/ 1029 h 1309"/>
                <a:gd name="T26" fmla="*/ 269 w 592"/>
                <a:gd name="T27" fmla="*/ 972 h 1309"/>
                <a:gd name="T28" fmla="*/ 270 w 592"/>
                <a:gd name="T29" fmla="*/ 322 h 1309"/>
                <a:gd name="T30" fmla="*/ 243 w 592"/>
                <a:gd name="T31" fmla="*/ 256 h 1309"/>
                <a:gd name="T32" fmla="*/ 14 w 592"/>
                <a:gd name="T33" fmla="*/ 36 h 1309"/>
                <a:gd name="T34" fmla="*/ 0 w 592"/>
                <a:gd name="T35" fmla="*/ 0 h 1309"/>
                <a:gd name="T36" fmla="*/ 14 w 592"/>
                <a:gd name="T37" fmla="*/ 0 h 1309"/>
                <a:gd name="T38" fmla="*/ 529 w 592"/>
                <a:gd name="T39" fmla="*/ 1290 h 1309"/>
                <a:gd name="T40" fmla="*/ 558 w 592"/>
                <a:gd name="T41" fmla="*/ 1247 h 1309"/>
                <a:gd name="T42" fmla="*/ 530 w 592"/>
                <a:gd name="T43" fmla="*/ 1215 h 1309"/>
                <a:gd name="T44" fmla="*/ 500 w 592"/>
                <a:gd name="T45" fmla="*/ 1248 h 1309"/>
                <a:gd name="T46" fmla="*/ 529 w 592"/>
                <a:gd name="T47" fmla="*/ 1290 h 1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2" h="1309">
                  <a:moveTo>
                    <a:pt x="14" y="0"/>
                  </a:moveTo>
                  <a:cubicBezTo>
                    <a:pt x="100" y="83"/>
                    <a:pt x="187" y="165"/>
                    <a:pt x="272" y="250"/>
                  </a:cubicBezTo>
                  <a:cubicBezTo>
                    <a:pt x="284" y="263"/>
                    <a:pt x="294" y="285"/>
                    <a:pt x="295" y="303"/>
                  </a:cubicBezTo>
                  <a:cubicBezTo>
                    <a:pt x="296" y="523"/>
                    <a:pt x="295" y="743"/>
                    <a:pt x="296" y="963"/>
                  </a:cubicBezTo>
                  <a:cubicBezTo>
                    <a:pt x="297" y="981"/>
                    <a:pt x="306" y="1003"/>
                    <a:pt x="318" y="1016"/>
                  </a:cubicBezTo>
                  <a:cubicBezTo>
                    <a:pt x="369" y="1071"/>
                    <a:pt x="424" y="1122"/>
                    <a:pt x="476" y="1176"/>
                  </a:cubicBezTo>
                  <a:cubicBezTo>
                    <a:pt x="489" y="1189"/>
                    <a:pt x="499" y="1197"/>
                    <a:pt x="520" y="1191"/>
                  </a:cubicBezTo>
                  <a:cubicBezTo>
                    <a:pt x="546" y="1184"/>
                    <a:pt x="568" y="1197"/>
                    <a:pt x="580" y="1221"/>
                  </a:cubicBezTo>
                  <a:cubicBezTo>
                    <a:pt x="592" y="1245"/>
                    <a:pt x="588" y="1269"/>
                    <a:pt x="569" y="1287"/>
                  </a:cubicBezTo>
                  <a:cubicBezTo>
                    <a:pt x="550" y="1306"/>
                    <a:pt x="525" y="1309"/>
                    <a:pt x="502" y="1297"/>
                  </a:cubicBezTo>
                  <a:cubicBezTo>
                    <a:pt x="478" y="1285"/>
                    <a:pt x="466" y="1262"/>
                    <a:pt x="473" y="1236"/>
                  </a:cubicBezTo>
                  <a:cubicBezTo>
                    <a:pt x="479" y="1217"/>
                    <a:pt x="471" y="1207"/>
                    <a:pt x="459" y="1195"/>
                  </a:cubicBezTo>
                  <a:cubicBezTo>
                    <a:pt x="404" y="1140"/>
                    <a:pt x="349" y="1084"/>
                    <a:pt x="293" y="1029"/>
                  </a:cubicBezTo>
                  <a:cubicBezTo>
                    <a:pt x="275" y="1013"/>
                    <a:pt x="269" y="996"/>
                    <a:pt x="269" y="972"/>
                  </a:cubicBezTo>
                  <a:cubicBezTo>
                    <a:pt x="270" y="755"/>
                    <a:pt x="269" y="539"/>
                    <a:pt x="270" y="322"/>
                  </a:cubicBezTo>
                  <a:cubicBezTo>
                    <a:pt x="271" y="295"/>
                    <a:pt x="264" y="275"/>
                    <a:pt x="243" y="256"/>
                  </a:cubicBezTo>
                  <a:cubicBezTo>
                    <a:pt x="165" y="184"/>
                    <a:pt x="89" y="111"/>
                    <a:pt x="14" y="36"/>
                  </a:cubicBezTo>
                  <a:cubicBezTo>
                    <a:pt x="5" y="28"/>
                    <a:pt x="4" y="12"/>
                    <a:pt x="0" y="0"/>
                  </a:cubicBezTo>
                  <a:cubicBezTo>
                    <a:pt x="4" y="0"/>
                    <a:pt x="9" y="0"/>
                    <a:pt x="14" y="0"/>
                  </a:cubicBezTo>
                  <a:close/>
                  <a:moveTo>
                    <a:pt x="529" y="1290"/>
                  </a:moveTo>
                  <a:cubicBezTo>
                    <a:pt x="543" y="1271"/>
                    <a:pt x="559" y="1258"/>
                    <a:pt x="558" y="1247"/>
                  </a:cubicBezTo>
                  <a:cubicBezTo>
                    <a:pt x="557" y="1236"/>
                    <a:pt x="540" y="1226"/>
                    <a:pt x="530" y="1215"/>
                  </a:cubicBezTo>
                  <a:cubicBezTo>
                    <a:pt x="519" y="1226"/>
                    <a:pt x="502" y="1236"/>
                    <a:pt x="500" y="1248"/>
                  </a:cubicBezTo>
                  <a:cubicBezTo>
                    <a:pt x="498" y="1258"/>
                    <a:pt x="515" y="1271"/>
                    <a:pt x="529" y="1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7" name="Freeform 55"/>
            <p:cNvSpPr>
              <a:spLocks/>
            </p:cNvSpPr>
            <p:nvPr/>
          </p:nvSpPr>
          <p:spPr bwMode="auto">
            <a:xfrm>
              <a:off x="810" y="3"/>
              <a:ext cx="1075" cy="2283"/>
            </a:xfrm>
            <a:custGeom>
              <a:avLst/>
              <a:gdLst>
                <a:gd name="T0" fmla="*/ 32 w 627"/>
                <a:gd name="T1" fmla="*/ 0 h 1338"/>
                <a:gd name="T2" fmla="*/ 207 w 627"/>
                <a:gd name="T3" fmla="*/ 180 h 1338"/>
                <a:gd name="T4" fmla="*/ 393 w 627"/>
                <a:gd name="T5" fmla="*/ 365 h 1338"/>
                <a:gd name="T6" fmla="*/ 420 w 627"/>
                <a:gd name="T7" fmla="*/ 428 h 1338"/>
                <a:gd name="T8" fmla="*/ 420 w 627"/>
                <a:gd name="T9" fmla="*/ 1085 h 1338"/>
                <a:gd name="T10" fmla="*/ 441 w 627"/>
                <a:gd name="T11" fmla="*/ 1135 h 1338"/>
                <a:gd name="T12" fmla="*/ 613 w 627"/>
                <a:gd name="T13" fmla="*/ 1310 h 1338"/>
                <a:gd name="T14" fmla="*/ 627 w 627"/>
                <a:gd name="T15" fmla="*/ 1338 h 1338"/>
                <a:gd name="T16" fmla="*/ 596 w 627"/>
                <a:gd name="T17" fmla="*/ 1328 h 1338"/>
                <a:gd name="T18" fmla="*/ 413 w 627"/>
                <a:gd name="T19" fmla="*/ 1144 h 1338"/>
                <a:gd name="T20" fmla="*/ 395 w 627"/>
                <a:gd name="T21" fmla="*/ 1092 h 1338"/>
                <a:gd name="T22" fmla="*/ 395 w 627"/>
                <a:gd name="T23" fmla="*/ 439 h 1338"/>
                <a:gd name="T24" fmla="*/ 370 w 627"/>
                <a:gd name="T25" fmla="*/ 378 h 1338"/>
                <a:gd name="T26" fmla="*/ 30 w 627"/>
                <a:gd name="T27" fmla="*/ 39 h 1338"/>
                <a:gd name="T28" fmla="*/ 18 w 627"/>
                <a:gd name="T29" fmla="*/ 0 h 1338"/>
                <a:gd name="T30" fmla="*/ 32 w 627"/>
                <a:gd name="T31" fmla="*/ 0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7" h="1338">
                  <a:moveTo>
                    <a:pt x="32" y="0"/>
                  </a:moveTo>
                  <a:cubicBezTo>
                    <a:pt x="90" y="60"/>
                    <a:pt x="148" y="120"/>
                    <a:pt x="207" y="180"/>
                  </a:cubicBezTo>
                  <a:cubicBezTo>
                    <a:pt x="269" y="242"/>
                    <a:pt x="330" y="304"/>
                    <a:pt x="393" y="365"/>
                  </a:cubicBezTo>
                  <a:cubicBezTo>
                    <a:pt x="412" y="384"/>
                    <a:pt x="420" y="402"/>
                    <a:pt x="420" y="428"/>
                  </a:cubicBezTo>
                  <a:cubicBezTo>
                    <a:pt x="419" y="647"/>
                    <a:pt x="419" y="866"/>
                    <a:pt x="420" y="1085"/>
                  </a:cubicBezTo>
                  <a:cubicBezTo>
                    <a:pt x="420" y="1102"/>
                    <a:pt x="429" y="1123"/>
                    <a:pt x="441" y="1135"/>
                  </a:cubicBezTo>
                  <a:cubicBezTo>
                    <a:pt x="497" y="1195"/>
                    <a:pt x="556" y="1252"/>
                    <a:pt x="613" y="1310"/>
                  </a:cubicBezTo>
                  <a:cubicBezTo>
                    <a:pt x="620" y="1317"/>
                    <a:pt x="622" y="1329"/>
                    <a:pt x="627" y="1338"/>
                  </a:cubicBezTo>
                  <a:cubicBezTo>
                    <a:pt x="616" y="1335"/>
                    <a:pt x="603" y="1335"/>
                    <a:pt x="596" y="1328"/>
                  </a:cubicBezTo>
                  <a:cubicBezTo>
                    <a:pt x="534" y="1267"/>
                    <a:pt x="472" y="1207"/>
                    <a:pt x="413" y="1144"/>
                  </a:cubicBezTo>
                  <a:cubicBezTo>
                    <a:pt x="401" y="1132"/>
                    <a:pt x="395" y="1110"/>
                    <a:pt x="395" y="1092"/>
                  </a:cubicBezTo>
                  <a:cubicBezTo>
                    <a:pt x="394" y="874"/>
                    <a:pt x="394" y="657"/>
                    <a:pt x="395" y="439"/>
                  </a:cubicBezTo>
                  <a:cubicBezTo>
                    <a:pt x="395" y="414"/>
                    <a:pt x="388" y="396"/>
                    <a:pt x="370" y="378"/>
                  </a:cubicBezTo>
                  <a:cubicBezTo>
                    <a:pt x="256" y="266"/>
                    <a:pt x="143" y="152"/>
                    <a:pt x="30" y="39"/>
                  </a:cubicBezTo>
                  <a:cubicBezTo>
                    <a:pt x="19" y="29"/>
                    <a:pt x="0" y="20"/>
                    <a:pt x="18" y="0"/>
                  </a:cubicBezTo>
                  <a:cubicBezTo>
                    <a:pt x="23" y="0"/>
                    <a:pt x="27"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8" name="Freeform 56"/>
            <p:cNvSpPr>
              <a:spLocks noEditPoints="1"/>
            </p:cNvSpPr>
            <p:nvPr/>
          </p:nvSpPr>
          <p:spPr bwMode="auto">
            <a:xfrm>
              <a:off x="566" y="742"/>
              <a:ext cx="772" cy="1916"/>
            </a:xfrm>
            <a:custGeom>
              <a:avLst/>
              <a:gdLst>
                <a:gd name="T0" fmla="*/ 16 w 451"/>
                <a:gd name="T1" fmla="*/ 1123 h 1123"/>
                <a:gd name="T2" fmla="*/ 26 w 451"/>
                <a:gd name="T3" fmla="*/ 1086 h 1123"/>
                <a:gd name="T4" fmla="*/ 381 w 451"/>
                <a:gd name="T5" fmla="*/ 732 h 1123"/>
                <a:gd name="T6" fmla="*/ 408 w 451"/>
                <a:gd name="T7" fmla="*/ 669 h 1123"/>
                <a:gd name="T8" fmla="*/ 407 w 451"/>
                <a:gd name="T9" fmla="*/ 161 h 1123"/>
                <a:gd name="T10" fmla="*/ 407 w 451"/>
                <a:gd name="T11" fmla="*/ 123 h 1123"/>
                <a:gd name="T12" fmla="*/ 381 w 451"/>
                <a:gd name="T13" fmla="*/ 121 h 1123"/>
                <a:gd name="T14" fmla="*/ 332 w 451"/>
                <a:gd name="T15" fmla="*/ 50 h 1123"/>
                <a:gd name="T16" fmla="*/ 405 w 451"/>
                <a:gd name="T17" fmla="*/ 9 h 1123"/>
                <a:gd name="T18" fmla="*/ 441 w 451"/>
                <a:gd name="T19" fmla="*/ 84 h 1123"/>
                <a:gd name="T20" fmla="*/ 432 w 451"/>
                <a:gd name="T21" fmla="*/ 137 h 1123"/>
                <a:gd name="T22" fmla="*/ 430 w 451"/>
                <a:gd name="T23" fmla="*/ 687 h 1123"/>
                <a:gd name="T24" fmla="*/ 408 w 451"/>
                <a:gd name="T25" fmla="*/ 740 h 1123"/>
                <a:gd name="T26" fmla="*/ 52 w 451"/>
                <a:gd name="T27" fmla="*/ 1097 h 1123"/>
                <a:gd name="T28" fmla="*/ 30 w 451"/>
                <a:gd name="T29" fmla="*/ 1123 h 1123"/>
                <a:gd name="T30" fmla="*/ 16 w 451"/>
                <a:gd name="T31" fmla="*/ 1123 h 1123"/>
                <a:gd name="T32" fmla="*/ 390 w 451"/>
                <a:gd name="T33" fmla="*/ 20 h 1123"/>
                <a:gd name="T34" fmla="*/ 358 w 451"/>
                <a:gd name="T35" fmla="*/ 61 h 1123"/>
                <a:gd name="T36" fmla="*/ 384 w 451"/>
                <a:gd name="T37" fmla="*/ 94 h 1123"/>
                <a:gd name="T38" fmla="*/ 416 w 451"/>
                <a:gd name="T39" fmla="*/ 64 h 1123"/>
                <a:gd name="T40" fmla="*/ 390 w 451"/>
                <a:gd name="T41" fmla="*/ 20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1" h="1123">
                  <a:moveTo>
                    <a:pt x="16" y="1123"/>
                  </a:moveTo>
                  <a:cubicBezTo>
                    <a:pt x="0" y="1105"/>
                    <a:pt x="17" y="1096"/>
                    <a:pt x="26" y="1086"/>
                  </a:cubicBezTo>
                  <a:cubicBezTo>
                    <a:pt x="144" y="968"/>
                    <a:pt x="262" y="850"/>
                    <a:pt x="381" y="732"/>
                  </a:cubicBezTo>
                  <a:cubicBezTo>
                    <a:pt x="400" y="714"/>
                    <a:pt x="408" y="696"/>
                    <a:pt x="408" y="669"/>
                  </a:cubicBezTo>
                  <a:cubicBezTo>
                    <a:pt x="407" y="500"/>
                    <a:pt x="407" y="331"/>
                    <a:pt x="407" y="161"/>
                  </a:cubicBezTo>
                  <a:cubicBezTo>
                    <a:pt x="407" y="149"/>
                    <a:pt x="407" y="136"/>
                    <a:pt x="407" y="123"/>
                  </a:cubicBezTo>
                  <a:cubicBezTo>
                    <a:pt x="396" y="122"/>
                    <a:pt x="388" y="122"/>
                    <a:pt x="381" y="121"/>
                  </a:cubicBezTo>
                  <a:cubicBezTo>
                    <a:pt x="345" y="115"/>
                    <a:pt x="324" y="85"/>
                    <a:pt x="332" y="50"/>
                  </a:cubicBezTo>
                  <a:cubicBezTo>
                    <a:pt x="340" y="18"/>
                    <a:pt x="371" y="0"/>
                    <a:pt x="405" y="9"/>
                  </a:cubicBezTo>
                  <a:cubicBezTo>
                    <a:pt x="436" y="18"/>
                    <a:pt x="451" y="51"/>
                    <a:pt x="441" y="84"/>
                  </a:cubicBezTo>
                  <a:cubicBezTo>
                    <a:pt x="436" y="101"/>
                    <a:pt x="432" y="119"/>
                    <a:pt x="432" y="137"/>
                  </a:cubicBezTo>
                  <a:cubicBezTo>
                    <a:pt x="431" y="320"/>
                    <a:pt x="432" y="503"/>
                    <a:pt x="430" y="687"/>
                  </a:cubicBezTo>
                  <a:cubicBezTo>
                    <a:pt x="430" y="705"/>
                    <a:pt x="421" y="727"/>
                    <a:pt x="408" y="740"/>
                  </a:cubicBezTo>
                  <a:cubicBezTo>
                    <a:pt x="290" y="860"/>
                    <a:pt x="171" y="978"/>
                    <a:pt x="52" y="1097"/>
                  </a:cubicBezTo>
                  <a:cubicBezTo>
                    <a:pt x="44" y="1105"/>
                    <a:pt x="37" y="1114"/>
                    <a:pt x="30" y="1123"/>
                  </a:cubicBezTo>
                  <a:cubicBezTo>
                    <a:pt x="25" y="1123"/>
                    <a:pt x="20" y="1123"/>
                    <a:pt x="16" y="1123"/>
                  </a:cubicBezTo>
                  <a:close/>
                  <a:moveTo>
                    <a:pt x="390" y="20"/>
                  </a:moveTo>
                  <a:cubicBezTo>
                    <a:pt x="374" y="39"/>
                    <a:pt x="358" y="50"/>
                    <a:pt x="358" y="61"/>
                  </a:cubicBezTo>
                  <a:cubicBezTo>
                    <a:pt x="358" y="72"/>
                    <a:pt x="374" y="83"/>
                    <a:pt x="384" y="94"/>
                  </a:cubicBezTo>
                  <a:cubicBezTo>
                    <a:pt x="395" y="84"/>
                    <a:pt x="413" y="76"/>
                    <a:pt x="416" y="64"/>
                  </a:cubicBezTo>
                  <a:cubicBezTo>
                    <a:pt x="419" y="54"/>
                    <a:pt x="403" y="40"/>
                    <a:pt x="39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0" name="Freeform 57"/>
            <p:cNvSpPr>
              <a:spLocks/>
            </p:cNvSpPr>
            <p:nvPr/>
          </p:nvSpPr>
          <p:spPr bwMode="auto">
            <a:xfrm>
              <a:off x="1717" y="477"/>
              <a:ext cx="325" cy="1476"/>
            </a:xfrm>
            <a:custGeom>
              <a:avLst/>
              <a:gdLst>
                <a:gd name="T0" fmla="*/ 0 w 190"/>
                <a:gd name="T1" fmla="*/ 0 h 865"/>
                <a:gd name="T2" fmla="*/ 180 w 190"/>
                <a:gd name="T3" fmla="*/ 208 h 865"/>
                <a:gd name="T4" fmla="*/ 189 w 190"/>
                <a:gd name="T5" fmla="*/ 236 h 865"/>
                <a:gd name="T6" fmla="*/ 189 w 190"/>
                <a:gd name="T7" fmla="*/ 841 h 865"/>
                <a:gd name="T8" fmla="*/ 186 w 190"/>
                <a:gd name="T9" fmla="*/ 865 h 865"/>
                <a:gd name="T10" fmla="*/ 8 w 190"/>
                <a:gd name="T11" fmla="*/ 681 h 865"/>
                <a:gd name="T12" fmla="*/ 0 w 190"/>
                <a:gd name="T13" fmla="*/ 660 h 865"/>
                <a:gd name="T14" fmla="*/ 0 w 190"/>
                <a:gd name="T15" fmla="*/ 0 h 8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865">
                  <a:moveTo>
                    <a:pt x="0" y="0"/>
                  </a:moveTo>
                  <a:cubicBezTo>
                    <a:pt x="64" y="74"/>
                    <a:pt x="122" y="141"/>
                    <a:pt x="180" y="208"/>
                  </a:cubicBezTo>
                  <a:cubicBezTo>
                    <a:pt x="186" y="215"/>
                    <a:pt x="189" y="227"/>
                    <a:pt x="189" y="236"/>
                  </a:cubicBezTo>
                  <a:cubicBezTo>
                    <a:pt x="190" y="438"/>
                    <a:pt x="190" y="639"/>
                    <a:pt x="189" y="841"/>
                  </a:cubicBezTo>
                  <a:cubicBezTo>
                    <a:pt x="189" y="845"/>
                    <a:pt x="188" y="849"/>
                    <a:pt x="186" y="865"/>
                  </a:cubicBezTo>
                  <a:cubicBezTo>
                    <a:pt x="122" y="800"/>
                    <a:pt x="65" y="741"/>
                    <a:pt x="8" y="681"/>
                  </a:cubicBezTo>
                  <a:cubicBezTo>
                    <a:pt x="3" y="676"/>
                    <a:pt x="0" y="667"/>
                    <a:pt x="0" y="660"/>
                  </a:cubicBezTo>
                  <a:cubicBezTo>
                    <a:pt x="0" y="443"/>
                    <a:pt x="0" y="227"/>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1" name="Freeform 58"/>
            <p:cNvSpPr>
              <a:spLocks/>
            </p:cNvSpPr>
            <p:nvPr/>
          </p:nvSpPr>
          <p:spPr bwMode="auto">
            <a:xfrm>
              <a:off x="607" y="1380"/>
              <a:ext cx="358" cy="822"/>
            </a:xfrm>
            <a:custGeom>
              <a:avLst/>
              <a:gdLst>
                <a:gd name="T0" fmla="*/ 10 w 209"/>
                <a:gd name="T1" fmla="*/ 482 h 482"/>
                <a:gd name="T2" fmla="*/ 9 w 209"/>
                <a:gd name="T3" fmla="*/ 323 h 482"/>
                <a:gd name="T4" fmla="*/ 84 w 209"/>
                <a:gd name="T5" fmla="*/ 126 h 482"/>
                <a:gd name="T6" fmla="*/ 204 w 209"/>
                <a:gd name="T7" fmla="*/ 0 h 482"/>
                <a:gd name="T8" fmla="*/ 209 w 209"/>
                <a:gd name="T9" fmla="*/ 24 h 482"/>
                <a:gd name="T10" fmla="*/ 209 w 209"/>
                <a:gd name="T11" fmla="*/ 252 h 482"/>
                <a:gd name="T12" fmla="*/ 202 w 209"/>
                <a:gd name="T13" fmla="*/ 281 h 482"/>
                <a:gd name="T14" fmla="*/ 10 w 209"/>
                <a:gd name="T15" fmla="*/ 482 h 4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9" h="482">
                  <a:moveTo>
                    <a:pt x="10" y="482"/>
                  </a:moveTo>
                  <a:cubicBezTo>
                    <a:pt x="10" y="423"/>
                    <a:pt x="15" y="372"/>
                    <a:pt x="9" y="323"/>
                  </a:cubicBezTo>
                  <a:cubicBezTo>
                    <a:pt x="0" y="243"/>
                    <a:pt x="22" y="179"/>
                    <a:pt x="84" y="126"/>
                  </a:cubicBezTo>
                  <a:cubicBezTo>
                    <a:pt x="127" y="90"/>
                    <a:pt x="162" y="45"/>
                    <a:pt x="204" y="0"/>
                  </a:cubicBezTo>
                  <a:cubicBezTo>
                    <a:pt x="206" y="10"/>
                    <a:pt x="209" y="17"/>
                    <a:pt x="209" y="24"/>
                  </a:cubicBezTo>
                  <a:cubicBezTo>
                    <a:pt x="209" y="100"/>
                    <a:pt x="209" y="176"/>
                    <a:pt x="209" y="252"/>
                  </a:cubicBezTo>
                  <a:cubicBezTo>
                    <a:pt x="209" y="262"/>
                    <a:pt x="208" y="275"/>
                    <a:pt x="202" y="281"/>
                  </a:cubicBezTo>
                  <a:cubicBezTo>
                    <a:pt x="141" y="346"/>
                    <a:pt x="79" y="410"/>
                    <a:pt x="10" y="4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2" name="Freeform 59"/>
            <p:cNvSpPr>
              <a:spLocks noEditPoints="1"/>
            </p:cNvSpPr>
            <p:nvPr/>
          </p:nvSpPr>
          <p:spPr bwMode="auto">
            <a:xfrm>
              <a:off x="512" y="1068"/>
              <a:ext cx="677" cy="1431"/>
            </a:xfrm>
            <a:custGeom>
              <a:avLst/>
              <a:gdLst>
                <a:gd name="T0" fmla="*/ 348 w 395"/>
                <a:gd name="T1" fmla="*/ 126 h 839"/>
                <a:gd name="T2" fmla="*/ 309 w 395"/>
                <a:gd name="T3" fmla="*/ 117 h 839"/>
                <a:gd name="T4" fmla="*/ 279 w 395"/>
                <a:gd name="T5" fmla="*/ 45 h 839"/>
                <a:gd name="T6" fmla="*/ 357 w 395"/>
                <a:gd name="T7" fmla="*/ 13 h 839"/>
                <a:gd name="T8" fmla="*/ 387 w 395"/>
                <a:gd name="T9" fmla="*/ 86 h 839"/>
                <a:gd name="T10" fmla="*/ 374 w 395"/>
                <a:gd name="T11" fmla="*/ 155 h 839"/>
                <a:gd name="T12" fmla="*/ 374 w 395"/>
                <a:gd name="T13" fmla="*/ 442 h 839"/>
                <a:gd name="T14" fmla="*/ 342 w 395"/>
                <a:gd name="T15" fmla="*/ 516 h 839"/>
                <a:gd name="T16" fmla="*/ 135 w 395"/>
                <a:gd name="T17" fmla="*/ 724 h 839"/>
                <a:gd name="T18" fmla="*/ 122 w 395"/>
                <a:gd name="T19" fmla="*/ 764 h 839"/>
                <a:gd name="T20" fmla="*/ 91 w 395"/>
                <a:gd name="T21" fmla="*/ 825 h 839"/>
                <a:gd name="T22" fmla="*/ 25 w 395"/>
                <a:gd name="T23" fmla="*/ 817 h 839"/>
                <a:gd name="T24" fmla="*/ 12 w 395"/>
                <a:gd name="T25" fmla="*/ 750 h 839"/>
                <a:gd name="T26" fmla="*/ 72 w 395"/>
                <a:gd name="T27" fmla="*/ 720 h 839"/>
                <a:gd name="T28" fmla="*/ 116 w 395"/>
                <a:gd name="T29" fmla="*/ 705 h 839"/>
                <a:gd name="T30" fmla="*/ 328 w 395"/>
                <a:gd name="T31" fmla="*/ 492 h 839"/>
                <a:gd name="T32" fmla="*/ 347 w 395"/>
                <a:gd name="T33" fmla="*/ 458 h 839"/>
                <a:gd name="T34" fmla="*/ 348 w 395"/>
                <a:gd name="T35" fmla="*/ 126 h 839"/>
                <a:gd name="T36" fmla="*/ 108 w 395"/>
                <a:gd name="T37" fmla="*/ 777 h 839"/>
                <a:gd name="T38" fmla="*/ 66 w 395"/>
                <a:gd name="T39" fmla="*/ 746 h 839"/>
                <a:gd name="T40" fmla="*/ 33 w 395"/>
                <a:gd name="T41" fmla="*/ 776 h 839"/>
                <a:gd name="T42" fmla="*/ 64 w 395"/>
                <a:gd name="T43" fmla="*/ 805 h 839"/>
                <a:gd name="T44" fmla="*/ 108 w 395"/>
                <a:gd name="T45" fmla="*/ 777 h 839"/>
                <a:gd name="T46" fmla="*/ 377 w 395"/>
                <a:gd name="T47" fmla="*/ 66 h 839"/>
                <a:gd name="T48" fmla="*/ 334 w 395"/>
                <a:gd name="T49" fmla="*/ 36 h 839"/>
                <a:gd name="T50" fmla="*/ 303 w 395"/>
                <a:gd name="T51" fmla="*/ 63 h 839"/>
                <a:gd name="T52" fmla="*/ 334 w 395"/>
                <a:gd name="T53" fmla="*/ 94 h 839"/>
                <a:gd name="T54" fmla="*/ 377 w 395"/>
                <a:gd name="T55" fmla="*/ 6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5" h="839">
                  <a:moveTo>
                    <a:pt x="348" y="126"/>
                  </a:moveTo>
                  <a:cubicBezTo>
                    <a:pt x="333" y="123"/>
                    <a:pt x="320" y="122"/>
                    <a:pt x="309" y="117"/>
                  </a:cubicBezTo>
                  <a:cubicBezTo>
                    <a:pt x="280" y="104"/>
                    <a:pt x="268" y="72"/>
                    <a:pt x="279" y="45"/>
                  </a:cubicBezTo>
                  <a:cubicBezTo>
                    <a:pt x="292" y="14"/>
                    <a:pt x="326" y="0"/>
                    <a:pt x="357" y="13"/>
                  </a:cubicBezTo>
                  <a:cubicBezTo>
                    <a:pt x="384" y="24"/>
                    <a:pt x="395" y="56"/>
                    <a:pt x="387" y="86"/>
                  </a:cubicBezTo>
                  <a:cubicBezTo>
                    <a:pt x="380" y="108"/>
                    <a:pt x="374" y="132"/>
                    <a:pt x="374" y="155"/>
                  </a:cubicBezTo>
                  <a:cubicBezTo>
                    <a:pt x="372" y="251"/>
                    <a:pt x="372" y="346"/>
                    <a:pt x="374" y="442"/>
                  </a:cubicBezTo>
                  <a:cubicBezTo>
                    <a:pt x="374" y="473"/>
                    <a:pt x="364" y="495"/>
                    <a:pt x="342" y="516"/>
                  </a:cubicBezTo>
                  <a:cubicBezTo>
                    <a:pt x="271" y="584"/>
                    <a:pt x="203" y="654"/>
                    <a:pt x="135" y="724"/>
                  </a:cubicBezTo>
                  <a:cubicBezTo>
                    <a:pt x="126" y="733"/>
                    <a:pt x="121" y="751"/>
                    <a:pt x="122" y="764"/>
                  </a:cubicBezTo>
                  <a:cubicBezTo>
                    <a:pt x="123" y="791"/>
                    <a:pt x="115" y="812"/>
                    <a:pt x="91" y="825"/>
                  </a:cubicBezTo>
                  <a:cubicBezTo>
                    <a:pt x="68" y="839"/>
                    <a:pt x="44" y="835"/>
                    <a:pt x="25" y="817"/>
                  </a:cubicBezTo>
                  <a:cubicBezTo>
                    <a:pt x="5" y="798"/>
                    <a:pt x="0" y="775"/>
                    <a:pt x="12" y="750"/>
                  </a:cubicBezTo>
                  <a:cubicBezTo>
                    <a:pt x="24" y="726"/>
                    <a:pt x="46" y="713"/>
                    <a:pt x="72" y="720"/>
                  </a:cubicBezTo>
                  <a:cubicBezTo>
                    <a:pt x="92" y="725"/>
                    <a:pt x="103" y="718"/>
                    <a:pt x="116" y="705"/>
                  </a:cubicBezTo>
                  <a:cubicBezTo>
                    <a:pt x="187" y="634"/>
                    <a:pt x="258" y="563"/>
                    <a:pt x="328" y="492"/>
                  </a:cubicBezTo>
                  <a:cubicBezTo>
                    <a:pt x="337" y="483"/>
                    <a:pt x="347" y="469"/>
                    <a:pt x="347" y="458"/>
                  </a:cubicBezTo>
                  <a:cubicBezTo>
                    <a:pt x="349" y="347"/>
                    <a:pt x="348" y="237"/>
                    <a:pt x="348" y="126"/>
                  </a:cubicBezTo>
                  <a:close/>
                  <a:moveTo>
                    <a:pt x="108" y="777"/>
                  </a:moveTo>
                  <a:cubicBezTo>
                    <a:pt x="89" y="762"/>
                    <a:pt x="76" y="745"/>
                    <a:pt x="66" y="746"/>
                  </a:cubicBezTo>
                  <a:cubicBezTo>
                    <a:pt x="54" y="748"/>
                    <a:pt x="44" y="765"/>
                    <a:pt x="33" y="776"/>
                  </a:cubicBezTo>
                  <a:cubicBezTo>
                    <a:pt x="43" y="786"/>
                    <a:pt x="53" y="803"/>
                    <a:pt x="64" y="805"/>
                  </a:cubicBezTo>
                  <a:cubicBezTo>
                    <a:pt x="75" y="806"/>
                    <a:pt x="87" y="791"/>
                    <a:pt x="108" y="777"/>
                  </a:cubicBezTo>
                  <a:close/>
                  <a:moveTo>
                    <a:pt x="377" y="66"/>
                  </a:moveTo>
                  <a:cubicBezTo>
                    <a:pt x="357" y="51"/>
                    <a:pt x="345" y="35"/>
                    <a:pt x="334" y="36"/>
                  </a:cubicBezTo>
                  <a:cubicBezTo>
                    <a:pt x="323" y="36"/>
                    <a:pt x="313" y="53"/>
                    <a:pt x="303" y="63"/>
                  </a:cubicBezTo>
                  <a:cubicBezTo>
                    <a:pt x="313" y="74"/>
                    <a:pt x="322" y="92"/>
                    <a:pt x="334" y="94"/>
                  </a:cubicBezTo>
                  <a:cubicBezTo>
                    <a:pt x="344" y="96"/>
                    <a:pt x="357" y="80"/>
                    <a:pt x="377"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60"/>
            <p:cNvSpPr>
              <a:spLocks/>
            </p:cNvSpPr>
            <p:nvPr/>
          </p:nvSpPr>
          <p:spPr bwMode="auto">
            <a:xfrm>
              <a:off x="932" y="766"/>
              <a:ext cx="495" cy="1730"/>
            </a:xfrm>
            <a:custGeom>
              <a:avLst/>
              <a:gdLst>
                <a:gd name="T0" fmla="*/ 0 w 289"/>
                <a:gd name="T1" fmla="*/ 1006 h 1014"/>
                <a:gd name="T2" fmla="*/ 17 w 289"/>
                <a:gd name="T3" fmla="*/ 975 h 1014"/>
                <a:gd name="T4" fmla="*/ 237 w 289"/>
                <a:gd name="T5" fmla="*/ 755 h 1014"/>
                <a:gd name="T6" fmla="*/ 264 w 289"/>
                <a:gd name="T7" fmla="*/ 692 h 1014"/>
                <a:gd name="T8" fmla="*/ 263 w 289"/>
                <a:gd name="T9" fmla="*/ 43 h 1014"/>
                <a:gd name="T10" fmla="*/ 264 w 289"/>
                <a:gd name="T11" fmla="*/ 15 h 1014"/>
                <a:gd name="T12" fmla="*/ 275 w 289"/>
                <a:gd name="T13" fmla="*/ 0 h 1014"/>
                <a:gd name="T14" fmla="*/ 286 w 289"/>
                <a:gd name="T15" fmla="*/ 14 h 1014"/>
                <a:gd name="T16" fmla="*/ 287 w 289"/>
                <a:gd name="T17" fmla="*/ 38 h 1014"/>
                <a:gd name="T18" fmla="*/ 286 w 289"/>
                <a:gd name="T19" fmla="*/ 709 h 1014"/>
                <a:gd name="T20" fmla="*/ 264 w 289"/>
                <a:gd name="T21" fmla="*/ 762 h 1014"/>
                <a:gd name="T22" fmla="*/ 38 w 289"/>
                <a:gd name="T23" fmla="*/ 990 h 1014"/>
                <a:gd name="T24" fmla="*/ 11 w 289"/>
                <a:gd name="T25" fmla="*/ 1014 h 1014"/>
                <a:gd name="T26" fmla="*/ 0 w 289"/>
                <a:gd name="T27" fmla="*/ 1006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9" h="1014">
                  <a:moveTo>
                    <a:pt x="0" y="1006"/>
                  </a:moveTo>
                  <a:cubicBezTo>
                    <a:pt x="5" y="996"/>
                    <a:pt x="9" y="983"/>
                    <a:pt x="17" y="975"/>
                  </a:cubicBezTo>
                  <a:cubicBezTo>
                    <a:pt x="90" y="901"/>
                    <a:pt x="163" y="828"/>
                    <a:pt x="237" y="755"/>
                  </a:cubicBezTo>
                  <a:cubicBezTo>
                    <a:pt x="256" y="737"/>
                    <a:pt x="264" y="719"/>
                    <a:pt x="264" y="692"/>
                  </a:cubicBezTo>
                  <a:cubicBezTo>
                    <a:pt x="263" y="476"/>
                    <a:pt x="263" y="259"/>
                    <a:pt x="263" y="43"/>
                  </a:cubicBezTo>
                  <a:cubicBezTo>
                    <a:pt x="263" y="33"/>
                    <a:pt x="262" y="24"/>
                    <a:pt x="264" y="15"/>
                  </a:cubicBezTo>
                  <a:cubicBezTo>
                    <a:pt x="265" y="10"/>
                    <a:pt x="271" y="5"/>
                    <a:pt x="275" y="0"/>
                  </a:cubicBezTo>
                  <a:cubicBezTo>
                    <a:pt x="279" y="5"/>
                    <a:pt x="285" y="9"/>
                    <a:pt x="286" y="14"/>
                  </a:cubicBezTo>
                  <a:cubicBezTo>
                    <a:pt x="289" y="22"/>
                    <a:pt x="287" y="30"/>
                    <a:pt x="287" y="38"/>
                  </a:cubicBezTo>
                  <a:cubicBezTo>
                    <a:pt x="287" y="262"/>
                    <a:pt x="288" y="485"/>
                    <a:pt x="286" y="709"/>
                  </a:cubicBezTo>
                  <a:cubicBezTo>
                    <a:pt x="286" y="727"/>
                    <a:pt x="277" y="749"/>
                    <a:pt x="264" y="762"/>
                  </a:cubicBezTo>
                  <a:cubicBezTo>
                    <a:pt x="190" y="839"/>
                    <a:pt x="114" y="914"/>
                    <a:pt x="38" y="990"/>
                  </a:cubicBezTo>
                  <a:cubicBezTo>
                    <a:pt x="29" y="998"/>
                    <a:pt x="20" y="1006"/>
                    <a:pt x="11" y="1014"/>
                  </a:cubicBezTo>
                  <a:cubicBezTo>
                    <a:pt x="7" y="1011"/>
                    <a:pt x="3" y="1009"/>
                    <a:pt x="0" y="10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41599082"/>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8" name="Slide Number Placeholder 7"/>
          <p:cNvSpPr>
            <a:spLocks noGrp="1"/>
          </p:cNvSpPr>
          <p:nvPr>
            <p:ph type="sldNum" sz="quarter" idx="10"/>
          </p:nvPr>
        </p:nvSpPr>
        <p:spPr/>
        <p:txBody>
          <a:bodyPr/>
          <a:lstStyle/>
          <a:p>
            <a:fld id="{C9EBFD1A-B7A0-466A-B83C-FDA8DD378B8A}" type="slidenum">
              <a:rPr lang="en-US" smtClean="0"/>
              <a:pPr/>
              <a:t>‹#›</a:t>
            </a:fld>
            <a:endParaRPr lang="en-US" dirty="0"/>
          </a:p>
        </p:txBody>
      </p:sp>
      <p:sp>
        <p:nvSpPr>
          <p:cNvPr id="2" name="Title 1"/>
          <p:cNvSpPr>
            <a:spLocks noGrp="1"/>
          </p:cNvSpPr>
          <p:nvPr userDrawn="1">
            <p:ph type="title"/>
          </p:nvPr>
        </p:nvSpPr>
        <p:spPr/>
        <p:txBody>
          <a:bodyPr/>
          <a:lstStyle/>
          <a:p>
            <a:r>
              <a:rPr lang="en-US"/>
              <a:t>Click to edit Master title style</a:t>
            </a:r>
          </a:p>
        </p:txBody>
      </p:sp>
      <p:grpSp>
        <p:nvGrpSpPr>
          <p:cNvPr id="3" name="Group 2"/>
          <p:cNvGrpSpPr/>
          <p:nvPr userDrawn="1"/>
        </p:nvGrpSpPr>
        <p:grpSpPr>
          <a:xfrm>
            <a:off x="2286" y="846963"/>
            <a:ext cx="9141714" cy="4296537"/>
            <a:chOff x="3048" y="1129284"/>
            <a:chExt cx="12188952" cy="5728716"/>
          </a:xfrm>
          <a:solidFill>
            <a:schemeClr val="accent4">
              <a:lumMod val="40000"/>
              <a:lumOff val="60000"/>
            </a:schemeClr>
          </a:solidFill>
        </p:grpSpPr>
        <p:grpSp>
          <p:nvGrpSpPr>
            <p:cNvPr id="9" name="Group 8"/>
            <p:cNvGrpSpPr/>
            <p:nvPr userDrawn="1"/>
          </p:nvGrpSpPr>
          <p:grpSpPr>
            <a:xfrm flipH="1">
              <a:off x="3048" y="2855108"/>
              <a:ext cx="12188952" cy="1151376"/>
              <a:chOff x="-8920" y="2124012"/>
              <a:chExt cx="9161828" cy="865432"/>
            </a:xfrm>
            <a:grpFill/>
          </p:grpSpPr>
          <p:sp>
            <p:nvSpPr>
              <p:cNvPr id="10"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0"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1"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22"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3"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4"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25"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sp>
          <p:nvSpPr>
            <p:cNvPr id="16" name="object 2"/>
            <p:cNvSpPr/>
            <p:nvPr userDrawn="1"/>
          </p:nvSpPr>
          <p:spPr>
            <a:xfrm flipH="1">
              <a:off x="8313458" y="1129284"/>
              <a:ext cx="1108212" cy="5728716"/>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sz="1350"/>
            </a:p>
          </p:txBody>
        </p:sp>
      </p:grpSp>
    </p:spTree>
    <p:extLst>
      <p:ext uri="{BB962C8B-B14F-4D97-AF65-F5344CB8AC3E}">
        <p14:creationId xmlns:p14="http://schemas.microsoft.com/office/powerpoint/2010/main" val="1191435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1"/>
      </p:bgRef>
    </p:bg>
    <p:spTree>
      <p:nvGrpSpPr>
        <p:cNvPr id="1" name=""/>
        <p:cNvGrpSpPr/>
        <p:nvPr/>
      </p:nvGrpSpPr>
      <p:grpSpPr>
        <a:xfrm>
          <a:off x="0" y="0"/>
          <a:ext cx="0" cy="0"/>
          <a:chOff x="0" y="0"/>
          <a:chExt cx="0" cy="0"/>
        </a:xfrm>
      </p:grpSpPr>
      <p:grpSp>
        <p:nvGrpSpPr>
          <p:cNvPr id="4" name="Group 3"/>
          <p:cNvGrpSpPr>
            <a:grpSpLocks noChangeAspect="1"/>
          </p:cNvGrpSpPr>
          <p:nvPr userDrawn="1"/>
        </p:nvGrpSpPr>
        <p:grpSpPr>
          <a:xfrm>
            <a:off x="1143" y="564088"/>
            <a:ext cx="9141714" cy="4015325"/>
            <a:chOff x="-8920" y="292419"/>
            <a:chExt cx="9161829" cy="4024160"/>
          </a:xfrm>
        </p:grpSpPr>
        <p:grpSp>
          <p:nvGrpSpPr>
            <p:cNvPr id="5" name="Group 4"/>
            <p:cNvGrpSpPr>
              <a:grpSpLocks noChangeAspect="1"/>
            </p:cNvGrpSpPr>
            <p:nvPr userDrawn="1"/>
          </p:nvGrpSpPr>
          <p:grpSpPr>
            <a:xfrm>
              <a:off x="-8920" y="2154156"/>
              <a:ext cx="9161829" cy="865432"/>
              <a:chOff x="-8920" y="2154156"/>
              <a:chExt cx="9161828" cy="865432"/>
            </a:xfrm>
            <a:solidFill>
              <a:srgbClr val="007DC3"/>
            </a:solidFill>
          </p:grpSpPr>
          <p:sp>
            <p:nvSpPr>
              <p:cNvPr id="11"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2"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14"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5"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7"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8"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19"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0"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1"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2"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3"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4"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5"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6"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sp>
            <p:nvSpPr>
              <p:cNvPr id="27"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28"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grpSp>
        <p:grpSp>
          <p:nvGrpSpPr>
            <p:cNvPr id="6" name="Group 5"/>
            <p:cNvGrpSpPr>
              <a:grpSpLocks noChangeAspect="1"/>
            </p:cNvGrpSpPr>
            <p:nvPr userDrawn="1"/>
          </p:nvGrpSpPr>
          <p:grpSpPr>
            <a:xfrm>
              <a:off x="3253738" y="292419"/>
              <a:ext cx="2629356" cy="4024160"/>
              <a:chOff x="3253738" y="292419"/>
              <a:chExt cx="2629356" cy="402416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53738" y="292419"/>
                <a:ext cx="2629356" cy="344239"/>
              </a:xfrm>
              <a:prstGeom prst="rect">
                <a:avLst/>
              </a:prstGeom>
            </p:spPr>
          </p:pic>
          <p:grpSp>
            <p:nvGrpSpPr>
              <p:cNvPr id="8" name="Group 7"/>
              <p:cNvGrpSpPr/>
              <p:nvPr userDrawn="1"/>
            </p:nvGrpSpPr>
            <p:grpSpPr>
              <a:xfrm>
                <a:off x="4152174" y="856717"/>
                <a:ext cx="836532" cy="3459862"/>
                <a:chOff x="4152174" y="856717"/>
                <a:chExt cx="836532" cy="3459862"/>
              </a:xfrm>
            </p:grpSpPr>
            <p:sp>
              <p:nvSpPr>
                <p:cNvPr id="9"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sz="1350"/>
                </a:p>
              </p:txBody>
            </p:sp>
            <p:pic>
              <p:nvPicPr>
                <p:cNvPr id="10" name="Picture 9"/>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52174" y="856717"/>
                  <a:ext cx="832484" cy="3459862"/>
                </a:xfrm>
                <a:prstGeom prst="rect">
                  <a:avLst/>
                </a:prstGeom>
              </p:spPr>
            </p:pic>
          </p:grpSp>
        </p:grpSp>
      </p:grpSp>
      <p:pic>
        <p:nvPicPr>
          <p:cNvPr id="29" name="Picture 28"/>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3" name="Title 2"/>
          <p:cNvSpPr>
            <a:spLocks noGrp="1"/>
          </p:cNvSpPr>
          <p:nvPr>
            <p:ph type="title" hasCustomPrompt="1"/>
          </p:nvPr>
        </p:nvSpPr>
        <p:spPr>
          <a:xfrm>
            <a:off x="182880" y="3550713"/>
            <a:ext cx="3555164" cy="1028700"/>
          </a:xfrm>
        </p:spPr>
        <p:txBody>
          <a:bodyPr anchor="b">
            <a:noAutofit/>
          </a:bodyPr>
          <a:lstStyle>
            <a:lvl1pPr>
              <a:defRPr sz="1800">
                <a:solidFill>
                  <a:srgbClr val="007CC3"/>
                </a:solidFill>
              </a:defRPr>
            </a:lvl1pPr>
          </a:lstStyle>
          <a:p>
            <a:r>
              <a:rPr lang="en-US" dirty="0"/>
              <a:t>TITLE OF THE PRESENTATION</a:t>
            </a:r>
          </a:p>
        </p:txBody>
      </p:sp>
      <p:sp>
        <p:nvSpPr>
          <p:cNvPr id="30" name="TextBox 29"/>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3650316729"/>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g">
    <p:bg>
      <p:bgRef idx="1001">
        <a:schemeClr val="bg1"/>
      </p:bgRef>
    </p:bg>
    <p:spTree>
      <p:nvGrpSpPr>
        <p:cNvPr id="1" name=""/>
        <p:cNvGrpSpPr/>
        <p:nvPr/>
      </p:nvGrpSpPr>
      <p:grpSpPr>
        <a:xfrm>
          <a:off x="0" y="0"/>
          <a:ext cx="0" cy="0"/>
          <a:chOff x="0" y="0"/>
          <a:chExt cx="0" cy="0"/>
        </a:xfrm>
      </p:grpSpPr>
      <p:pic>
        <p:nvPicPr>
          <p:cNvPr id="34" name="Picture 3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3" name="Rectangle 32"/>
          <p:cNvSpPr/>
          <p:nvPr userDrawn="1"/>
        </p:nvSpPr>
        <p:spPr>
          <a:xfrm>
            <a:off x="0" y="0"/>
            <a:ext cx="9141714" cy="5143500"/>
          </a:xfrm>
          <a:prstGeom prst="rect">
            <a:avLst/>
          </a:prstGeom>
          <a:solidFill>
            <a:srgbClr val="00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object 2"/>
          <p:cNvSpPr/>
          <p:nvPr userDrawn="1"/>
        </p:nvSpPr>
        <p:spPr>
          <a:xfrm>
            <a:off x="4259630" y="1274302"/>
            <a:ext cx="624741" cy="2594897"/>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F1592D">
              <a:alpha val="50000"/>
            </a:srgbClr>
          </a:solidFill>
        </p:spPr>
        <p:txBody>
          <a:bodyPr wrap="square" lIns="0" tIns="0" rIns="0" bIns="0" rtlCol="0"/>
          <a:lstStyle/>
          <a:p>
            <a:endParaRPr sz="1350"/>
          </a:p>
        </p:txBody>
      </p:sp>
      <p:pic>
        <p:nvPicPr>
          <p:cNvPr id="13" name="Picture 12"/>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sp>
        <p:nvSpPr>
          <p:cNvPr id="16" name="Title 15"/>
          <p:cNvSpPr>
            <a:spLocks noGrp="1"/>
          </p:cNvSpPr>
          <p:nvPr>
            <p:ph type="title" hasCustomPrompt="1"/>
          </p:nvPr>
        </p:nvSpPr>
        <p:spPr>
          <a:xfrm>
            <a:off x="182880" y="3550713"/>
            <a:ext cx="3552444" cy="1028700"/>
          </a:xfrm>
        </p:spPr>
        <p:txBody>
          <a:bodyPr anchor="b">
            <a:noAutofit/>
          </a:bodyPr>
          <a:lstStyle>
            <a:lvl1pPr>
              <a:defRPr sz="1800">
                <a:solidFill>
                  <a:schemeClr val="bg1"/>
                </a:solidFill>
              </a:defRPr>
            </a:lvl1pPr>
          </a:lstStyle>
          <a:p>
            <a:r>
              <a:rPr lang="en-US" dirty="0"/>
              <a:t>TITLE OF THE PRESENTATION</a:t>
            </a:r>
          </a:p>
        </p:txBody>
      </p:sp>
      <p:sp>
        <p:nvSpPr>
          <p:cNvPr id="35" name="TextBox 34"/>
          <p:cNvSpPr txBox="1"/>
          <p:nvPr userDrawn="1"/>
        </p:nvSpPr>
        <p:spPr>
          <a:xfrm>
            <a:off x="183570" y="4650646"/>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B8B8B8"/>
                </a:solidFill>
                <a:latin typeface="Arial" pitchFamily="34" charset="0"/>
                <a:cs typeface="Arial" pitchFamily="34" charset="0"/>
              </a:rPr>
              <a:t>April 9, 2024</a:t>
            </a:fld>
            <a:endParaRPr lang="en-US" sz="1050" dirty="0">
              <a:solidFill>
                <a:srgbClr val="B8B8B8"/>
              </a:solidFill>
              <a:latin typeface="Arial" pitchFamily="34" charset="0"/>
              <a:cs typeface="Arial" pitchFamily="34" charset="0"/>
            </a:endParaRPr>
          </a:p>
        </p:txBody>
      </p:sp>
    </p:spTree>
    <p:extLst>
      <p:ext uri="{BB962C8B-B14F-4D97-AF65-F5344CB8AC3E}">
        <p14:creationId xmlns:p14="http://schemas.microsoft.com/office/powerpoint/2010/main" val="359792537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hankyou">
    <p:bg>
      <p:bgRef idx="1001">
        <a:schemeClr val="bg1"/>
      </p:bgRef>
    </p:bg>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52016" y="4470848"/>
            <a:ext cx="808490" cy="411480"/>
          </a:xfrm>
          <a:prstGeom prst="rect">
            <a:avLst/>
          </a:prstGeom>
        </p:spPr>
      </p:pic>
      <p:grpSp>
        <p:nvGrpSpPr>
          <p:cNvPr id="2" name="Group 1"/>
          <p:cNvGrpSpPr/>
          <p:nvPr userDrawn="1"/>
        </p:nvGrpSpPr>
        <p:grpSpPr>
          <a:xfrm>
            <a:off x="1143" y="845617"/>
            <a:ext cx="9141714" cy="3452267"/>
            <a:chOff x="1524" y="1127489"/>
            <a:chExt cx="12188952" cy="4603022"/>
          </a:xfrm>
        </p:grpSpPr>
        <p:sp>
          <p:nvSpPr>
            <p:cNvPr id="31" name="object 2"/>
            <p:cNvSpPr/>
            <p:nvPr userDrawn="1"/>
          </p:nvSpPr>
          <p:spPr>
            <a:xfrm>
              <a:off x="2771854" y="1127489"/>
              <a:ext cx="1108212" cy="460302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CC3"/>
            </a:solidFill>
          </p:spPr>
          <p:txBody>
            <a:bodyPr wrap="square" lIns="0" tIns="0" rIns="0" bIns="0" rtlCol="0"/>
            <a:lstStyle/>
            <a:p>
              <a:endParaRPr sz="1350"/>
            </a:p>
          </p:txBody>
        </p:sp>
        <p:grpSp>
          <p:nvGrpSpPr>
            <p:cNvPr id="32" name="Group 31"/>
            <p:cNvGrpSpPr/>
            <p:nvPr userDrawn="1"/>
          </p:nvGrpSpPr>
          <p:grpSpPr>
            <a:xfrm>
              <a:off x="1524" y="2853312"/>
              <a:ext cx="12188952" cy="1151376"/>
              <a:chOff x="-8920" y="2124012"/>
              <a:chExt cx="9161828" cy="865432"/>
            </a:xfrm>
            <a:solidFill>
              <a:srgbClr val="007CC3"/>
            </a:solidFill>
          </p:grpSpPr>
          <p:sp>
            <p:nvSpPr>
              <p:cNvPr id="33"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4"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5"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6"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7"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38"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39"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0"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1"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2"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3"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4"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sz="1350"/>
              </a:p>
            </p:txBody>
          </p:sp>
          <p:sp>
            <p:nvSpPr>
              <p:cNvPr id="45"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6"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7"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sp>
            <p:nvSpPr>
              <p:cNvPr id="48"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sz="1350"/>
              </a:p>
            </p:txBody>
          </p:sp>
        </p:grpSp>
      </p:grpSp>
      <p:sp>
        <p:nvSpPr>
          <p:cNvPr id="49" name="Text Placeholder 2"/>
          <p:cNvSpPr txBox="1">
            <a:spLocks/>
          </p:cNvSpPr>
          <p:nvPr userDrawn="1"/>
        </p:nvSpPr>
        <p:spPr>
          <a:xfrm>
            <a:off x="4467959" y="4422672"/>
            <a:ext cx="3344498" cy="507831"/>
          </a:xfrm>
          <a:prstGeom prst="rect">
            <a:avLst/>
          </a:prstGeom>
        </p:spPr>
        <p:txBody>
          <a:bodyPr anchor="ctr">
            <a:sp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450" b="0" dirty="0">
                <a:solidFill>
                  <a:schemeClr val="bg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sp>
        <p:nvSpPr>
          <p:cNvPr id="3" name="Title 2"/>
          <p:cNvSpPr>
            <a:spLocks noGrp="1"/>
          </p:cNvSpPr>
          <p:nvPr>
            <p:ph type="title" hasCustomPrompt="1"/>
          </p:nvPr>
        </p:nvSpPr>
        <p:spPr>
          <a:xfrm>
            <a:off x="5402856" y="1375080"/>
            <a:ext cx="2701147" cy="497263"/>
          </a:xfrm>
        </p:spPr>
        <p:txBody>
          <a:bodyPr wrap="none" anchor="b">
            <a:noAutofit/>
          </a:bodyPr>
          <a:lstStyle>
            <a:lvl1pPr>
              <a:defRPr>
                <a:solidFill>
                  <a:srgbClr val="007CC3"/>
                </a:solidFill>
              </a:defRPr>
            </a:lvl1pPr>
          </a:lstStyle>
          <a:p>
            <a:r>
              <a:rPr lang="en-US" dirty="0"/>
              <a:t>TITLE TEXT</a:t>
            </a:r>
          </a:p>
        </p:txBody>
      </p:sp>
      <p:sp>
        <p:nvSpPr>
          <p:cNvPr id="50" name="TextBox 49"/>
          <p:cNvSpPr txBox="1"/>
          <p:nvPr userDrawn="1"/>
        </p:nvSpPr>
        <p:spPr>
          <a:xfrm>
            <a:off x="4467959" y="4272631"/>
            <a:ext cx="1112805" cy="161583"/>
          </a:xfrm>
          <a:prstGeom prst="rect">
            <a:avLst/>
          </a:prstGeom>
          <a:noFill/>
        </p:spPr>
        <p:txBody>
          <a:bodyPr wrap="none" lIns="68580" tIns="0" rIns="0" bIns="0" rtlCol="0">
            <a:spAutoFit/>
          </a:bodyPr>
          <a:lstStyle/>
          <a:p>
            <a:fld id="{11A36942-31EF-4AAB-90EA-110C56FA26B5}" type="datetime4">
              <a:rPr lang="en-US" sz="1050" smtClean="0">
                <a:solidFill>
                  <a:srgbClr val="525457"/>
                </a:solidFill>
                <a:latin typeface="Arial" pitchFamily="34" charset="0"/>
                <a:cs typeface="Arial" pitchFamily="34" charset="0"/>
              </a:rPr>
              <a:t>April 9, 2024</a:t>
            </a:fld>
            <a:endParaRPr lang="en-US" sz="1050" dirty="0">
              <a:solidFill>
                <a:srgbClr val="525457"/>
              </a:solidFill>
              <a:latin typeface="Arial" pitchFamily="34" charset="0"/>
              <a:cs typeface="Arial" pitchFamily="34" charset="0"/>
            </a:endParaRPr>
          </a:p>
        </p:txBody>
      </p:sp>
    </p:spTree>
    <p:extLst>
      <p:ext uri="{BB962C8B-B14F-4D97-AF65-F5344CB8AC3E}">
        <p14:creationId xmlns:p14="http://schemas.microsoft.com/office/powerpoint/2010/main" val="110747719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p:cNvSpPr>
            <a:spLocks noGrp="1"/>
          </p:cNvSpPr>
          <p:nvPr>
            <p:ph type="title"/>
          </p:nvPr>
        </p:nvSpPr>
        <p:spPr>
          <a:xfrm>
            <a:off x="182880" y="136394"/>
            <a:ext cx="8778240" cy="300082"/>
          </a:xfrm>
        </p:spPr>
        <p:txBody>
          <a:bodyPr/>
          <a:lstStyle/>
          <a:p>
            <a:r>
              <a:rPr lang="en-US"/>
              <a:t>Click to edit Master title style</a:t>
            </a:r>
            <a:endParaRPr lang="en-US" dirty="0"/>
          </a:p>
        </p:txBody>
      </p:sp>
      <p:sp>
        <p:nvSpPr>
          <p:cNvPr id="2" name="Slide Number Placeholder 1"/>
          <p:cNvSpPr>
            <a:spLocks noGrp="1"/>
          </p:cNvSpPr>
          <p:nvPr>
            <p:ph type="sldNum" sz="quarter" idx="10"/>
          </p:nvPr>
        </p:nvSpPr>
        <p:spPr/>
        <p:txBody>
          <a:bodyPr/>
          <a:lstStyle/>
          <a:p>
            <a:fld id="{C9EBFD1A-B7A0-466A-B83C-FDA8DD378B8A}" type="slidenum">
              <a:rPr lang="en-US" smtClean="0"/>
              <a:pPr/>
              <a:t>‹#›</a:t>
            </a:fld>
            <a:endParaRPr lang="en-US" dirty="0"/>
          </a:p>
        </p:txBody>
      </p:sp>
    </p:spTree>
    <p:extLst>
      <p:ext uri="{BB962C8B-B14F-4D97-AF65-F5344CB8AC3E}">
        <p14:creationId xmlns:p14="http://schemas.microsoft.com/office/powerpoint/2010/main" val="13561350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82880" y="4846208"/>
            <a:ext cx="157094" cy="161583"/>
          </a:xfrm>
        </p:spPr>
        <p:txBody>
          <a:bodyPr/>
          <a:lstStyle>
            <a:lvl1pPr>
              <a:defRPr>
                <a:latin typeface="+mj-lt"/>
              </a:defRPr>
            </a:lvl1pPr>
          </a:lstStyle>
          <a:p>
            <a:fld id="{C9EBFD1A-B7A0-466A-B83C-FDA8DD378B8A}" type="slidenum">
              <a:rPr lang="en-US" smtClean="0"/>
              <a:pPr/>
              <a:t>‹#›</a:t>
            </a:fld>
            <a:endParaRPr lang="en-US" dirty="0"/>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841039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5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6011" y="150264"/>
            <a:ext cx="8723050" cy="452986"/>
          </a:xfrm>
          <a:prstGeom prst="rect">
            <a:avLst/>
          </a:prstGeom>
        </p:spPr>
        <p:txBody>
          <a:bodyPr anchor="t">
            <a:noAutofit/>
          </a:bodyPr>
          <a:lstStyle>
            <a:lvl1pPr>
              <a:defRPr sz="2000" b="0">
                <a:solidFill>
                  <a:schemeClr val="tx1"/>
                </a:solidFill>
              </a:defRPr>
            </a:lvl1pPr>
          </a:lstStyle>
          <a:p>
            <a:r>
              <a:rPr lang="en-US" dirty="0"/>
              <a:t>Title text</a:t>
            </a:r>
          </a:p>
        </p:txBody>
      </p:sp>
      <p:sp>
        <p:nvSpPr>
          <p:cNvPr id="8" name="Shape 42"/>
          <p:cNvSpPr>
            <a:spLocks noGrp="1"/>
          </p:cNvSpPr>
          <p:nvPr>
            <p:ph type="sldNum" sz="quarter" idx="2"/>
          </p:nvPr>
        </p:nvSpPr>
        <p:spPr>
          <a:xfrm>
            <a:off x="231388" y="4817889"/>
            <a:ext cx="157094" cy="153888"/>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pPr defTabSz="457189"/>
            <a:fld id="{86CB4B4D-7CA3-9044-876B-883B54F8677D}" type="slidenum">
              <a:rPr lang="en-US" smtClean="0">
                <a:solidFill>
                  <a:srgbClr val="000000">
                    <a:lumMod val="75000"/>
                    <a:lumOff val="25000"/>
                  </a:srgbClr>
                </a:solidFill>
              </a:rPr>
              <a:pPr defTabSz="457189"/>
              <a:t>‹#›</a:t>
            </a:fld>
            <a:endParaRPr lang="en-US" dirty="0">
              <a:solidFill>
                <a:srgbClr val="000000">
                  <a:lumMod val="75000"/>
                  <a:lumOff val="25000"/>
                </a:srgbClr>
              </a:solidFill>
            </a:endParaRPr>
          </a:p>
        </p:txBody>
      </p:sp>
      <p:sp>
        <p:nvSpPr>
          <p:cNvPr id="19" name="object 20"/>
          <p:cNvSpPr/>
          <p:nvPr userDrawn="1"/>
        </p:nvSpPr>
        <p:spPr>
          <a:xfrm>
            <a:off x="904870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sp>
        <p:nvSpPr>
          <p:cNvPr id="20" name="object 9"/>
          <p:cNvSpPr/>
          <p:nvPr userDrawn="1"/>
        </p:nvSpPr>
        <p:spPr>
          <a:xfrm>
            <a:off x="-8919"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pPr defTabSz="457189" hangingPunct="0"/>
            <a:endParaRPr sz="1800" kern="0">
              <a:solidFill>
                <a:srgbClr val="000000"/>
              </a:solidFill>
              <a:sym typeface="Calibri"/>
            </a:endParaRPr>
          </a:p>
        </p:txBody>
      </p:sp>
      <p:pic>
        <p:nvPicPr>
          <p:cNvPr id="9" name="Picture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034835" y="4511611"/>
            <a:ext cx="909665" cy="465265"/>
          </a:xfrm>
          <a:prstGeom prst="rect">
            <a:avLst/>
          </a:prstGeom>
        </p:spPr>
      </p:pic>
    </p:spTree>
    <p:extLst>
      <p:ext uri="{BB962C8B-B14F-4D97-AF65-F5344CB8AC3E}">
        <p14:creationId xmlns:p14="http://schemas.microsoft.com/office/powerpoint/2010/main" val="79753144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293644"/>
            <a:ext cx="6858000" cy="1338828"/>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1F7885-CA3F-4ECE-972C-D1CD7CA81AFB}" type="slidenum">
              <a:rPr lang="en-US" smtClean="0"/>
              <a:t>‹#›</a:t>
            </a:fld>
            <a:endParaRPr lang="en-US"/>
          </a:p>
        </p:txBody>
      </p:sp>
    </p:spTree>
    <p:extLst>
      <p:ext uri="{BB962C8B-B14F-4D97-AF65-F5344CB8AC3E}">
        <p14:creationId xmlns:p14="http://schemas.microsoft.com/office/powerpoint/2010/main" val="4205151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3.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 id="2147483691" r:id="rId2"/>
    <p:sldLayoutId id="2147483684" r:id="rId3"/>
    <p:sldLayoutId id="2147483682" r:id="rId4"/>
    <p:sldLayoutId id="2147483699" r:id="rId5"/>
    <p:sldLayoutId id="2147483700" r:id="rId6"/>
    <p:sldLayoutId id="2147483701" r:id="rId7"/>
    <p:sldLayoutId id="2147483702" r:id="rId8"/>
    <p:sldLayoutId id="2147483709" r:id="rId9"/>
    <p:sldLayoutId id="2147483680" r:id="rId10"/>
    <p:sldLayoutId id="2147483696" r:id="rId11"/>
    <p:sldLayoutId id="2147483685" r:id="rId12"/>
    <p:sldLayoutId id="2147483704" r:id="rId13"/>
    <p:sldLayoutId id="2147483686" r:id="rId14"/>
    <p:sldLayoutId id="2147483698" r:id="rId15"/>
    <p:sldLayoutId id="2147483695" r:id="rId16"/>
    <p:sldLayoutId id="2147483697" r:id="rId17"/>
    <p:sldLayoutId id="2147483694" r:id="rId18"/>
    <p:sldLayoutId id="2147483676" r:id="rId19"/>
    <p:sldLayoutId id="2147483708" r:id="rId20"/>
    <p:sldLayoutId id="2147483710" r:id="rId21"/>
    <p:sldLayoutId id="2147483711" r:id="rId22"/>
    <p:sldLayoutId id="2147483712" r:id="rId23"/>
    <p:sldLayoutId id="2147483717" r:id="rId24"/>
    <p:sldLayoutId id="2147483718" r:id="rId25"/>
    <p:sldLayoutId id="2147483758" r:id="rId26"/>
  </p:sldLayoutIdLst>
  <p:transition spd="med"/>
  <p:hf hdr="0" ftr="0" dt="0"/>
  <p:txStyles>
    <p:title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n-lt"/>
          <a:ea typeface="+mn-ea"/>
          <a:cs typeface="+mn-cs"/>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2880" y="136394"/>
            <a:ext cx="8778240" cy="300082"/>
          </a:xfrm>
          <a:prstGeom prst="rect">
            <a:avLst/>
          </a:prstGeom>
        </p:spPr>
        <p:txBody>
          <a:bodyPr vert="horz" lIns="91440" tIns="45720" rIns="91440" bIns="4572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182880" y="607388"/>
            <a:ext cx="8778240" cy="397764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82880" y="4846208"/>
            <a:ext cx="165110" cy="161583"/>
          </a:xfrm>
          <a:prstGeom prst="rect">
            <a:avLst/>
          </a:prstGeom>
        </p:spPr>
        <p:txBody>
          <a:bodyPr vert="horz" wrap="none" lIns="0" tIns="0" rIns="0" bIns="0" rtlCol="0" anchor="ctr">
            <a:spAutoFit/>
          </a:bodyPr>
          <a:lstStyle>
            <a:lvl1pPr algn="l">
              <a:defRPr sz="1050" b="0">
                <a:solidFill>
                  <a:schemeClr val="bg2">
                    <a:lumMod val="50000"/>
                  </a:schemeClr>
                </a:solidFill>
                <a:latin typeface="Arial" pitchFamily="34" charset="0"/>
                <a:cs typeface="Arial" pitchFamily="34" charset="0"/>
              </a:defRPr>
            </a:lvl1pPr>
          </a:lstStyle>
          <a:p>
            <a:fld id="{C9EBFD1A-B7A0-466A-B83C-FDA8DD378B8A}" type="slidenum">
              <a:rPr lang="en-US" smtClean="0"/>
              <a:pPr/>
              <a:t>‹#›</a:t>
            </a:fld>
            <a:endParaRPr lang="en-US" dirty="0"/>
          </a:p>
        </p:txBody>
      </p:sp>
      <p:sp>
        <p:nvSpPr>
          <p:cNvPr id="5" name="object 20"/>
          <p:cNvSpPr/>
          <p:nvPr userDrawn="1"/>
        </p:nvSpPr>
        <p:spPr>
          <a:xfrm>
            <a:off x="9065850" y="2247213"/>
            <a:ext cx="78151" cy="649074"/>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350"/>
          </a:p>
        </p:txBody>
      </p:sp>
      <p:sp>
        <p:nvSpPr>
          <p:cNvPr id="7" name="object 9"/>
          <p:cNvSpPr/>
          <p:nvPr userDrawn="1"/>
        </p:nvSpPr>
        <p:spPr>
          <a:xfrm>
            <a:off x="0" y="2247213"/>
            <a:ext cx="78151" cy="649074"/>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35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422126" y="4789840"/>
            <a:ext cx="538994" cy="274320"/>
          </a:xfrm>
          <a:prstGeom prst="rect">
            <a:avLst/>
          </a:prstGeom>
        </p:spPr>
      </p:pic>
    </p:spTree>
    <p:extLst>
      <p:ext uri="{BB962C8B-B14F-4D97-AF65-F5344CB8AC3E}">
        <p14:creationId xmlns:p14="http://schemas.microsoft.com/office/powerpoint/2010/main" val="2264469243"/>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l" defTabSz="914378" rtl="0" eaLnBrk="1" latinLnBrk="0" hangingPunct="1">
        <a:lnSpc>
          <a:spcPct val="90000"/>
        </a:lnSpc>
        <a:spcBef>
          <a:spcPct val="0"/>
        </a:spcBef>
        <a:buNone/>
        <a:defRPr sz="1500" b="0" kern="1200">
          <a:solidFill>
            <a:srgbClr val="000000"/>
          </a:solidFill>
          <a:latin typeface="Arial" pitchFamily="34" charset="0"/>
          <a:ea typeface="+mj-ea"/>
          <a:cs typeface="Arial" pitchFamily="34" charset="0"/>
        </a:defRPr>
      </a:lvl1pPr>
    </p:titleStyle>
    <p:bodyStyle>
      <a:lvl1pPr marL="128588"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1pPr>
      <a:lvl2pPr marL="360357"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2pPr>
      <a:lvl3pPr marL="585776"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3pPr>
      <a:lvl4pPr marL="869931"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4pPr>
      <a:lvl5pPr marL="1042964" indent="-128588" algn="l" defTabSz="914378" rtl="0" eaLnBrk="1" latinLnBrk="0" hangingPunct="1">
        <a:lnSpc>
          <a:spcPct val="100000"/>
        </a:lnSpc>
        <a:spcBef>
          <a:spcPts val="375"/>
        </a:spcBef>
        <a:spcAft>
          <a:spcPts val="0"/>
        </a:spcAft>
        <a:buClr>
          <a:srgbClr val="525457"/>
        </a:buClr>
        <a:buFont typeface="Arial" panose="020B0604020202020204" pitchFamily="34" charset="0"/>
        <a:buChar char="•"/>
        <a:defRPr sz="900" kern="1200">
          <a:solidFill>
            <a:srgbClr val="525457"/>
          </a:solidFill>
          <a:latin typeface="Arial" pitchFamily="34" charset="0"/>
          <a:ea typeface="+mn-ea"/>
          <a:cs typeface="Arial" pitchFamily="34" charset="0"/>
        </a:defRPr>
      </a:lvl5pPr>
      <a:lvl6pPr marL="2514537"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7.jpe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Disconnection(1/2)</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D0F28AD-D843-22D3-C518-AFB5C2930EB9}"/>
              </a:ext>
            </a:extLst>
          </p:cNvPr>
          <p:cNvSpPr txBox="1"/>
          <p:nvPr/>
        </p:nvSpPr>
        <p:spPr>
          <a:xfrm>
            <a:off x="185518" y="600109"/>
            <a:ext cx="8853378" cy="954107"/>
          </a:xfrm>
          <a:prstGeom prst="rect">
            <a:avLst/>
          </a:prstGeom>
          <a:noFill/>
          <a:ln>
            <a:noFill/>
          </a:ln>
        </p:spPr>
        <p:txBody>
          <a:bodyPr wrap="square" rtlCol="0">
            <a:spAutoFit/>
          </a:bodyPr>
          <a:lstStyle/>
          <a:p>
            <a:r>
              <a:rPr lang="en-US" sz="1400" dirty="0"/>
              <a:t>When plant disconnection happens in Enovia it impacts the EBP Objects. Below are the 2 scenarios where EBP objects needs to be handled. </a:t>
            </a:r>
          </a:p>
          <a:p>
            <a:pPr marL="285750" indent="-285750">
              <a:buFont typeface="Arial" panose="020B0604020202020204" pitchFamily="34" charset="0"/>
              <a:buChar char="•"/>
            </a:pPr>
            <a:r>
              <a:rPr lang="en-US" sz="1400" b="1" dirty="0"/>
              <a:t>Scenario 1 : </a:t>
            </a:r>
            <a:r>
              <a:rPr lang="en-US" sz="1400" dirty="0"/>
              <a:t>When part is moved to </a:t>
            </a:r>
            <a:r>
              <a:rPr lang="en-US" sz="1400" b="1" dirty="0"/>
              <a:t>Obsolete</a:t>
            </a:r>
            <a:r>
              <a:rPr lang="en-US" sz="1400" dirty="0"/>
              <a:t> State</a:t>
            </a:r>
          </a:p>
          <a:p>
            <a:pPr marL="285750" indent="-285750">
              <a:buFont typeface="Arial" panose="020B0604020202020204" pitchFamily="34" charset="0"/>
              <a:buChar char="•"/>
            </a:pPr>
            <a:r>
              <a:rPr lang="en-US" sz="1400" b="1" dirty="0"/>
              <a:t>Scenario 2</a:t>
            </a:r>
            <a:r>
              <a:rPr lang="en-US" sz="1400" dirty="0"/>
              <a:t> : When plant is </a:t>
            </a:r>
            <a:r>
              <a:rPr lang="en-US" sz="1400" b="1" dirty="0"/>
              <a:t>removed/disconnected </a:t>
            </a:r>
            <a:r>
              <a:rPr lang="en-US" sz="1400" dirty="0"/>
              <a:t>from the part</a:t>
            </a: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145311" y="1748270"/>
            <a:ext cx="8853378" cy="307777"/>
          </a:xfrm>
          <a:prstGeom prst="rect">
            <a:avLst/>
          </a:prstGeom>
          <a:noFill/>
          <a:ln>
            <a:noFill/>
          </a:ln>
        </p:spPr>
        <p:txBody>
          <a:bodyPr wrap="square" rtlCol="0">
            <a:spAutoFit/>
          </a:bodyPr>
          <a:lstStyle/>
          <a:p>
            <a:r>
              <a:rPr lang="en-US" sz="1400" b="1" dirty="0"/>
              <a:t>Scenario 1 : </a:t>
            </a:r>
            <a:r>
              <a:rPr lang="en-US" sz="1400" dirty="0"/>
              <a:t>When part is moved to </a:t>
            </a:r>
            <a:r>
              <a:rPr lang="en-US" sz="1400" b="1" dirty="0"/>
              <a:t>Obsolete</a:t>
            </a:r>
            <a:r>
              <a:rPr lang="en-US" sz="1400" dirty="0"/>
              <a:t> State</a:t>
            </a:r>
            <a:r>
              <a:rPr lang="en-US" sz="1400" b="1" dirty="0"/>
              <a:t> </a:t>
            </a:r>
            <a:endParaRPr lang="en-US" sz="1400" dirty="0"/>
          </a:p>
        </p:txBody>
      </p:sp>
      <p:grpSp>
        <p:nvGrpSpPr>
          <p:cNvPr id="127" name="Group 126">
            <a:extLst>
              <a:ext uri="{FF2B5EF4-FFF2-40B4-BE49-F238E27FC236}">
                <a16:creationId xmlns:a16="http://schemas.microsoft.com/office/drawing/2014/main" id="{E854FFDB-33BF-8676-B220-58467BEE9A11}"/>
              </a:ext>
            </a:extLst>
          </p:cNvPr>
          <p:cNvGrpSpPr/>
          <p:nvPr/>
        </p:nvGrpSpPr>
        <p:grpSpPr>
          <a:xfrm>
            <a:off x="237015" y="2180449"/>
            <a:ext cx="8692443" cy="2313337"/>
            <a:chOff x="334383" y="2046355"/>
            <a:chExt cx="8692443" cy="2313337"/>
          </a:xfrm>
        </p:grpSpPr>
        <p:grpSp>
          <p:nvGrpSpPr>
            <p:cNvPr id="78" name="Group 77">
              <a:extLst>
                <a:ext uri="{FF2B5EF4-FFF2-40B4-BE49-F238E27FC236}">
                  <a16:creationId xmlns:a16="http://schemas.microsoft.com/office/drawing/2014/main" id="{A4F67AB3-BED7-4BFC-14DC-9FC759F1703E}"/>
                </a:ext>
              </a:extLst>
            </p:cNvPr>
            <p:cNvGrpSpPr/>
            <p:nvPr/>
          </p:nvGrpSpPr>
          <p:grpSpPr>
            <a:xfrm>
              <a:off x="334383" y="2046355"/>
              <a:ext cx="8692443" cy="2313337"/>
              <a:chOff x="232607" y="2216867"/>
              <a:chExt cx="8692443" cy="2313337"/>
            </a:xfrm>
          </p:grpSpPr>
          <p:grpSp>
            <p:nvGrpSpPr>
              <p:cNvPr id="66" name="Group 65">
                <a:extLst>
                  <a:ext uri="{FF2B5EF4-FFF2-40B4-BE49-F238E27FC236}">
                    <a16:creationId xmlns:a16="http://schemas.microsoft.com/office/drawing/2014/main" id="{1A1088DF-05A6-DF5C-9876-225A05B9FE06}"/>
                  </a:ext>
                </a:extLst>
              </p:cNvPr>
              <p:cNvGrpSpPr/>
              <p:nvPr/>
            </p:nvGrpSpPr>
            <p:grpSpPr>
              <a:xfrm>
                <a:off x="232607" y="2216867"/>
                <a:ext cx="5753886" cy="2288238"/>
                <a:chOff x="185518" y="2056047"/>
                <a:chExt cx="5753886" cy="2288238"/>
              </a:xfrm>
            </p:grpSpPr>
            <p:grpSp>
              <p:nvGrpSpPr>
                <p:cNvPr id="55" name="Group 54">
                  <a:extLst>
                    <a:ext uri="{FF2B5EF4-FFF2-40B4-BE49-F238E27FC236}">
                      <a16:creationId xmlns:a16="http://schemas.microsoft.com/office/drawing/2014/main" id="{B02AEAAC-E58B-D10D-C58C-1346A50F5020}"/>
                    </a:ext>
                  </a:extLst>
                </p:cNvPr>
                <p:cNvGrpSpPr/>
                <p:nvPr/>
              </p:nvGrpSpPr>
              <p:grpSpPr>
                <a:xfrm>
                  <a:off x="185518" y="2056047"/>
                  <a:ext cx="3697025" cy="447770"/>
                  <a:chOff x="326065" y="2318231"/>
                  <a:chExt cx="3697025" cy="447770"/>
                </a:xfrm>
              </p:grpSpPr>
              <p:grpSp>
                <p:nvGrpSpPr>
                  <p:cNvPr id="40" name="Group 39">
                    <a:extLst>
                      <a:ext uri="{FF2B5EF4-FFF2-40B4-BE49-F238E27FC236}">
                        <a16:creationId xmlns:a16="http://schemas.microsoft.com/office/drawing/2014/main" id="{77859DD4-A914-C0B3-7542-AC1753E5A498}"/>
                      </a:ext>
                    </a:extLst>
                  </p:cNvPr>
                  <p:cNvGrpSpPr/>
                  <p:nvPr/>
                </p:nvGrpSpPr>
                <p:grpSpPr>
                  <a:xfrm>
                    <a:off x="326065" y="2318231"/>
                    <a:ext cx="2223208" cy="447770"/>
                    <a:chOff x="4857763" y="1813035"/>
                    <a:chExt cx="1845565" cy="355982"/>
                  </a:xfrm>
                </p:grpSpPr>
                <p:sp>
                  <p:nvSpPr>
                    <p:cNvPr id="36" name="Oval 35">
                      <a:extLst>
                        <a:ext uri="{FF2B5EF4-FFF2-40B4-BE49-F238E27FC236}">
                          <a16:creationId xmlns:a16="http://schemas.microsoft.com/office/drawing/2014/main" id="{6C3E693A-1AC3-4592-8B2D-F8E75FC15843}"/>
                        </a:ext>
                      </a:extLst>
                    </p:cNvPr>
                    <p:cNvSpPr/>
                    <p:nvPr/>
                  </p:nvSpPr>
                  <p:spPr>
                    <a:xfrm>
                      <a:off x="4857763" y="1836941"/>
                      <a:ext cx="634198" cy="33207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38" name="TextBox 37">
                      <a:extLst>
                        <a:ext uri="{FF2B5EF4-FFF2-40B4-BE49-F238E27FC236}">
                          <a16:creationId xmlns:a16="http://schemas.microsoft.com/office/drawing/2014/main" id="{FA15203D-CD3A-3290-967C-67BC4B5E28DC}"/>
                        </a:ext>
                      </a:extLst>
                    </p:cNvPr>
                    <p:cNvSpPr txBox="1"/>
                    <p:nvPr/>
                  </p:nvSpPr>
                  <p:spPr>
                    <a:xfrm>
                      <a:off x="5916081" y="1813035"/>
                      <a:ext cx="787247" cy="1957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rgbClr val="000000"/>
                          </a:solidFill>
                          <a:effectLst/>
                          <a:uFillTx/>
                          <a:latin typeface="+mn-lt"/>
                          <a:ea typeface="+mn-ea"/>
                          <a:cs typeface="+mn-cs"/>
                          <a:sym typeface="Calibri"/>
                        </a:rPr>
                        <a:t>PMP(</a:t>
                      </a:r>
                      <a:r>
                        <a:rPr lang="en-US" sz="1000" b="1" dirty="0"/>
                        <a:t>20328762</a:t>
                      </a:r>
                      <a:r>
                        <a:rPr kumimoji="0" lang="en-US" sz="1000" b="1" i="0" u="none" strike="noStrike" cap="none" spc="0" normalizeH="0" baseline="0" dirty="0">
                          <a:ln>
                            <a:noFill/>
                          </a:ln>
                          <a:solidFill>
                            <a:srgbClr val="000000"/>
                          </a:solidFill>
                          <a:effectLst/>
                          <a:uFillTx/>
                          <a:latin typeface="+mn-lt"/>
                          <a:ea typeface="+mn-ea"/>
                          <a:cs typeface="+mn-cs"/>
                          <a:sym typeface="Calibri"/>
                        </a:rPr>
                        <a: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42" name="Straight Arrow Connector 41">
                    <a:extLst>
                      <a:ext uri="{FF2B5EF4-FFF2-40B4-BE49-F238E27FC236}">
                        <a16:creationId xmlns:a16="http://schemas.microsoft.com/office/drawing/2014/main" id="{560616B4-0149-EBD7-BFDC-8E8CE66F2605}"/>
                      </a:ext>
                    </a:extLst>
                  </p:cNvPr>
                  <p:cNvCxnSpPr>
                    <a:cxnSpLocks/>
                    <a:stCxn id="36" idx="6"/>
                  </p:cNvCxnSpPr>
                  <p:nvPr/>
                </p:nvCxnSpPr>
                <p:spPr>
                  <a:xfrm flipV="1">
                    <a:off x="1090034" y="2530825"/>
                    <a:ext cx="2192451" cy="26326"/>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50" name="TextBox 49">
                    <a:extLst>
                      <a:ext uri="{FF2B5EF4-FFF2-40B4-BE49-F238E27FC236}">
                        <a16:creationId xmlns:a16="http://schemas.microsoft.com/office/drawing/2014/main" id="{C9ADEF62-8329-5FA5-6119-10B65E71B806}"/>
                      </a:ext>
                    </a:extLst>
                  </p:cNvPr>
                  <p:cNvSpPr txBox="1"/>
                  <p:nvPr/>
                </p:nvSpPr>
                <p:spPr>
                  <a:xfrm>
                    <a:off x="430283" y="2418855"/>
                    <a:ext cx="584453"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Release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3" name="Oval 52">
                    <a:extLst>
                      <a:ext uri="{FF2B5EF4-FFF2-40B4-BE49-F238E27FC236}">
                        <a16:creationId xmlns:a16="http://schemas.microsoft.com/office/drawing/2014/main" id="{F887D13F-314B-EB48-3294-1640BECF10A3}"/>
                      </a:ext>
                    </a:extLst>
                  </p:cNvPr>
                  <p:cNvSpPr/>
                  <p:nvPr/>
                </p:nvSpPr>
                <p:spPr>
                  <a:xfrm>
                    <a:off x="3259121" y="2321975"/>
                    <a:ext cx="763969" cy="417700"/>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grpSp>
            <p:sp>
              <p:nvSpPr>
                <p:cNvPr id="54" name="TextBox 53">
                  <a:extLst>
                    <a:ext uri="{FF2B5EF4-FFF2-40B4-BE49-F238E27FC236}">
                      <a16:creationId xmlns:a16="http://schemas.microsoft.com/office/drawing/2014/main" id="{FAC50E2B-2198-72C9-2754-D6A274B1604C}"/>
                    </a:ext>
                  </a:extLst>
                </p:cNvPr>
                <p:cNvSpPr txBox="1"/>
                <p:nvPr/>
              </p:nvSpPr>
              <p:spPr>
                <a:xfrm>
                  <a:off x="3171091" y="2124986"/>
                  <a:ext cx="669412"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rgbClr val="000000"/>
                      </a:solidFill>
                      <a:effectLst/>
                      <a:uFillTx/>
                      <a:latin typeface="+mn-lt"/>
                      <a:ea typeface="+mn-ea"/>
                      <a:cs typeface="+mn-cs"/>
                      <a:sym typeface="Calibri"/>
                    </a:rPr>
                    <a:t>Obsolete</a:t>
                  </a:r>
                  <a:endParaRPr kumimoji="0" lang="en-US" sz="1800" b="1" i="0" u="none" strike="noStrike" cap="none" spc="0" normalizeH="0" baseline="0" dirty="0">
                    <a:ln>
                      <a:noFill/>
                    </a:ln>
                    <a:solidFill>
                      <a:srgbClr val="000000"/>
                    </a:solidFill>
                    <a:effectLst/>
                    <a:uFillTx/>
                    <a:latin typeface="+mn-lt"/>
                    <a:ea typeface="+mn-ea"/>
                    <a:cs typeface="+mn-cs"/>
                    <a:sym typeface="Calibri"/>
                  </a:endParaRPr>
                </a:p>
              </p:txBody>
            </p:sp>
            <p:sp>
              <p:nvSpPr>
                <p:cNvPr id="58" name="TextBox 57">
                  <a:extLst>
                    <a:ext uri="{FF2B5EF4-FFF2-40B4-BE49-F238E27FC236}">
                      <a16:creationId xmlns:a16="http://schemas.microsoft.com/office/drawing/2014/main" id="{976173FE-7BBD-09CA-5983-981CA9768AFD}"/>
                    </a:ext>
                  </a:extLst>
                </p:cNvPr>
                <p:cNvSpPr txBox="1"/>
                <p:nvPr/>
              </p:nvSpPr>
              <p:spPr>
                <a:xfrm>
                  <a:off x="1613090" y="2579100"/>
                  <a:ext cx="3483891"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0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00" dirty="0"/>
                    <a:t>EBP Object Disconnect (</a:t>
                  </a:r>
                  <a:r>
                    <a:rPr lang="en-US" sz="1000" b="1" dirty="0"/>
                    <a:t>ebpsum_20328762001~15145967</a:t>
                  </a:r>
                  <a:r>
                    <a:rPr lang="en-US" sz="1000" dirty="0"/>
                    <a:t>)</a:t>
                  </a:r>
                  <a:endParaRPr kumimoji="0" lang="en-US" sz="1000" b="0" i="0" u="none" strike="noStrike" cap="none" spc="0" normalizeH="0" baseline="0" dirty="0">
                    <a:ln>
                      <a:noFill/>
                    </a:ln>
                    <a:solidFill>
                      <a:srgbClr val="000000"/>
                    </a:solidFill>
                    <a:effectLst/>
                    <a:uFillTx/>
                    <a:latin typeface="+mn-lt"/>
                    <a:ea typeface="+mn-ea"/>
                    <a:cs typeface="+mn-cs"/>
                    <a:sym typeface="Calibri"/>
                  </a:endParaRPr>
                </a:p>
              </p:txBody>
            </p:sp>
            <p:cxnSp>
              <p:nvCxnSpPr>
                <p:cNvPr id="61" name="Straight Arrow Connector 60">
                  <a:extLst>
                    <a:ext uri="{FF2B5EF4-FFF2-40B4-BE49-F238E27FC236}">
                      <a16:creationId xmlns:a16="http://schemas.microsoft.com/office/drawing/2014/main" id="{CEEEF833-91F1-834F-80A4-4E382534C53B}"/>
                    </a:ext>
                  </a:extLst>
                </p:cNvPr>
                <p:cNvCxnSpPr>
                  <a:cxnSpLocks/>
                </p:cNvCxnSpPr>
                <p:nvPr/>
              </p:nvCxnSpPr>
              <p:spPr>
                <a:xfrm flipV="1">
                  <a:off x="1171334" y="2762945"/>
                  <a:ext cx="440408" cy="316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5" name="TextBox 64">
                  <a:extLst>
                    <a:ext uri="{FF2B5EF4-FFF2-40B4-BE49-F238E27FC236}">
                      <a16:creationId xmlns:a16="http://schemas.microsoft.com/office/drawing/2014/main" id="{592DF87E-0477-CEA3-693B-701323BA6B51}"/>
                    </a:ext>
                  </a:extLst>
                </p:cNvPr>
                <p:cNvSpPr txBox="1"/>
                <p:nvPr/>
              </p:nvSpPr>
              <p:spPr>
                <a:xfrm>
                  <a:off x="4345059" y="3767206"/>
                  <a:ext cx="1594345"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Modified timestamp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Disconnect from PMP</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t>Disconnect from plant</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p:txBody>
            </p:sp>
          </p:grpSp>
          <p:sp>
            <p:nvSpPr>
              <p:cNvPr id="71" name="TextBox 70">
                <a:extLst>
                  <a:ext uri="{FF2B5EF4-FFF2-40B4-BE49-F238E27FC236}">
                    <a16:creationId xmlns:a16="http://schemas.microsoft.com/office/drawing/2014/main" id="{0A87C560-8D42-E7B0-F9A1-18DE86708FED}"/>
                  </a:ext>
                </a:extLst>
              </p:cNvPr>
              <p:cNvSpPr txBox="1"/>
              <p:nvPr/>
            </p:nvSpPr>
            <p:spPr>
              <a:xfrm>
                <a:off x="7043768" y="3883875"/>
                <a:ext cx="1881282"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200" dirty="0"/>
                  <a:t>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200" b="0" i="0" u="none" strike="noStrike" cap="none" spc="0" normalizeH="0" baseline="0" dirty="0">
                    <a:ln>
                      <a:noFill/>
                    </a:ln>
                    <a:solidFill>
                      <a:srgbClr val="000000"/>
                    </a:solidFill>
                    <a:effectLst/>
                    <a:uFillTx/>
                    <a:latin typeface="+mn-lt"/>
                    <a:ea typeface="+mn-ea"/>
                    <a:cs typeface="+mn-cs"/>
                    <a:sym typeface="Calibri"/>
                  </a:rPr>
                  <a:t>Update in UI</a:t>
                </a:r>
              </a:p>
            </p:txBody>
          </p:sp>
        </p:grpSp>
        <p:grpSp>
          <p:nvGrpSpPr>
            <p:cNvPr id="86" name="Group 85">
              <a:extLst>
                <a:ext uri="{FF2B5EF4-FFF2-40B4-BE49-F238E27FC236}">
                  <a16:creationId xmlns:a16="http://schemas.microsoft.com/office/drawing/2014/main" id="{09DBC0E2-9412-E814-DB6B-C5191D9C676B}"/>
                </a:ext>
              </a:extLst>
            </p:cNvPr>
            <p:cNvGrpSpPr/>
            <p:nvPr/>
          </p:nvGrpSpPr>
          <p:grpSpPr>
            <a:xfrm>
              <a:off x="859210" y="3242348"/>
              <a:ext cx="3758086" cy="463268"/>
              <a:chOff x="354354" y="2080597"/>
              <a:chExt cx="3758086" cy="463268"/>
            </a:xfrm>
          </p:grpSpPr>
          <p:sp>
            <p:nvSpPr>
              <p:cNvPr id="79" name="Can 40">
                <a:extLst>
                  <a:ext uri="{FF2B5EF4-FFF2-40B4-BE49-F238E27FC236}">
                    <a16:creationId xmlns:a16="http://schemas.microsoft.com/office/drawing/2014/main" id="{0398B663-6C2A-86E8-370F-A4E4049CC5FC}"/>
                  </a:ext>
                </a:extLst>
              </p:cNvPr>
              <p:cNvSpPr/>
              <p:nvPr/>
            </p:nvSpPr>
            <p:spPr>
              <a:xfrm>
                <a:off x="354354" y="2080597"/>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80" name="Can 40">
                <a:extLst>
                  <a:ext uri="{FF2B5EF4-FFF2-40B4-BE49-F238E27FC236}">
                    <a16:creationId xmlns:a16="http://schemas.microsoft.com/office/drawing/2014/main" id="{482691DF-50F1-44AE-2B0C-0A0394D0753B}"/>
                  </a:ext>
                </a:extLst>
              </p:cNvPr>
              <p:cNvSpPr/>
              <p:nvPr/>
            </p:nvSpPr>
            <p:spPr>
              <a:xfrm>
                <a:off x="3194428" y="2095406"/>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81" name="Straight Arrow Connector 80">
                <a:extLst>
                  <a:ext uri="{FF2B5EF4-FFF2-40B4-BE49-F238E27FC236}">
                    <a16:creationId xmlns:a16="http://schemas.microsoft.com/office/drawing/2014/main" id="{8A73B7C6-4FD9-6ECE-18DC-F0C28F65CBE6}"/>
                  </a:ext>
                </a:extLst>
              </p:cNvPr>
              <p:cNvCxnSpPr>
                <a:cxnSpLocks/>
                <a:stCxn id="79" idx="4"/>
              </p:cNvCxnSpPr>
              <p:nvPr/>
            </p:nvCxnSpPr>
            <p:spPr>
              <a:xfrm>
                <a:off x="1158952" y="2304908"/>
                <a:ext cx="2006493"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85" name="Rectangle 84">
                <a:extLst>
                  <a:ext uri="{FF2B5EF4-FFF2-40B4-BE49-F238E27FC236}">
                    <a16:creationId xmlns:a16="http://schemas.microsoft.com/office/drawing/2014/main" id="{6FE64B0F-930E-5C06-9BE5-3D91BD9FEDF1}"/>
                  </a:ext>
                </a:extLst>
              </p:cNvPr>
              <p:cNvSpPr/>
              <p:nvPr/>
            </p:nvSpPr>
            <p:spPr>
              <a:xfrm>
                <a:off x="1838348" y="2080597"/>
                <a:ext cx="647700" cy="173353"/>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rgbClr val="000000"/>
                    </a:solidFill>
                    <a:effectLst/>
                    <a:uFillTx/>
                    <a:latin typeface="+mn-lt"/>
                    <a:ea typeface="+mn-ea"/>
                    <a:cs typeface="+mn-cs"/>
                    <a:sym typeface="Calibri"/>
                  </a:rPr>
                  <a:t>HVR Hub</a:t>
                </a:r>
              </a:p>
            </p:txBody>
          </p:sp>
        </p:grpSp>
        <p:cxnSp>
          <p:nvCxnSpPr>
            <p:cNvPr id="91" name="Straight Arrow Connector 90">
              <a:extLst>
                <a:ext uri="{FF2B5EF4-FFF2-40B4-BE49-F238E27FC236}">
                  <a16:creationId xmlns:a16="http://schemas.microsoft.com/office/drawing/2014/main" id="{3EE34808-A6C5-E9D6-C3EA-2BCB0D476DDC}"/>
                </a:ext>
              </a:extLst>
            </p:cNvPr>
            <p:cNvCxnSpPr>
              <a:cxnSpLocks/>
            </p:cNvCxnSpPr>
            <p:nvPr/>
          </p:nvCxnSpPr>
          <p:spPr>
            <a:xfrm>
              <a:off x="1319377" y="2298104"/>
              <a:ext cx="822" cy="94992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6" name="Straight Connector 95">
              <a:extLst>
                <a:ext uri="{FF2B5EF4-FFF2-40B4-BE49-F238E27FC236}">
                  <a16:creationId xmlns:a16="http://schemas.microsoft.com/office/drawing/2014/main" id="{577E4DE0-E653-D167-C981-730EEB221437}"/>
                </a:ext>
              </a:extLst>
            </p:cNvPr>
            <p:cNvCxnSpPr>
              <a:cxnSpLocks/>
              <a:stCxn id="80" idx="3"/>
            </p:cNvCxnSpPr>
            <p:nvPr/>
          </p:nvCxnSpPr>
          <p:spPr>
            <a:xfrm>
              <a:off x="4158290" y="3705616"/>
              <a:ext cx="0" cy="330913"/>
            </a:xfrm>
            <a:prstGeom prst="lin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5" name="Connector: Curved 114">
              <a:extLst>
                <a:ext uri="{FF2B5EF4-FFF2-40B4-BE49-F238E27FC236}">
                  <a16:creationId xmlns:a16="http://schemas.microsoft.com/office/drawing/2014/main" id="{BF00DA45-CD7E-A969-BCD4-F696F29D3A20}"/>
                </a:ext>
              </a:extLst>
            </p:cNvPr>
            <p:cNvCxnSpPr>
              <a:cxnSpLocks/>
            </p:cNvCxnSpPr>
            <p:nvPr/>
          </p:nvCxnSpPr>
          <p:spPr>
            <a:xfrm rot="16200000" flipH="1">
              <a:off x="2953797" y="3100500"/>
              <a:ext cx="557732" cy="174590"/>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18" name="Straight Arrow Connector 117">
              <a:extLst>
                <a:ext uri="{FF2B5EF4-FFF2-40B4-BE49-F238E27FC236}">
                  <a16:creationId xmlns:a16="http://schemas.microsoft.com/office/drawing/2014/main" id="{5962CF04-E6C2-97E4-DFB1-EDE37D8049C8}"/>
                </a:ext>
              </a:extLst>
            </p:cNvPr>
            <p:cNvCxnSpPr>
              <a:cxnSpLocks/>
            </p:cNvCxnSpPr>
            <p:nvPr/>
          </p:nvCxnSpPr>
          <p:spPr>
            <a:xfrm>
              <a:off x="4146262" y="4036528"/>
              <a:ext cx="334101"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121" name="Straight Arrow Connector 120">
              <a:extLst>
                <a:ext uri="{FF2B5EF4-FFF2-40B4-BE49-F238E27FC236}">
                  <a16:creationId xmlns:a16="http://schemas.microsoft.com/office/drawing/2014/main" id="{B0E259BF-4815-FBA9-73C7-7B1830317574}"/>
                </a:ext>
              </a:extLst>
            </p:cNvPr>
            <p:cNvCxnSpPr>
              <a:cxnSpLocks/>
              <a:endCxn id="71" idx="1"/>
            </p:cNvCxnSpPr>
            <p:nvPr/>
          </p:nvCxnSpPr>
          <p:spPr>
            <a:xfrm flipV="1">
              <a:off x="6127468" y="4036528"/>
              <a:ext cx="1018076" cy="9525"/>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sp>
        <p:nvSpPr>
          <p:cNvPr id="128" name="TextBox 127">
            <a:extLst>
              <a:ext uri="{FF2B5EF4-FFF2-40B4-BE49-F238E27FC236}">
                <a16:creationId xmlns:a16="http://schemas.microsoft.com/office/drawing/2014/main" id="{69477529-1712-EDD7-A798-011BE3BF587F}"/>
              </a:ext>
            </a:extLst>
          </p:cNvPr>
          <p:cNvSpPr txBox="1"/>
          <p:nvPr/>
        </p:nvSpPr>
        <p:spPr>
          <a:xfrm>
            <a:off x="3392695" y="3884784"/>
            <a:ext cx="674222"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lang="en-US" sz="1000" b="1" dirty="0"/>
              <a:t>EBP Object</a:t>
            </a:r>
            <a:endParaRPr kumimoji="0" lang="en-US" b="1" i="0" u="none" strike="noStrike" cap="none" spc="0" normalizeH="0" baseline="0" dirty="0">
              <a:ln>
                <a:noFill/>
              </a:ln>
              <a:solidFill>
                <a:srgbClr val="000000"/>
              </a:solidFill>
              <a:effectLst/>
              <a:uFillTx/>
              <a:latin typeface="+mn-lt"/>
              <a:ea typeface="+mn-ea"/>
              <a:cs typeface="+mn-cs"/>
              <a:sym typeface="Calibri"/>
            </a:endParaRPr>
          </a:p>
        </p:txBody>
      </p:sp>
      <p:sp>
        <p:nvSpPr>
          <p:cNvPr id="130" name="TextBox 129">
            <a:extLst>
              <a:ext uri="{FF2B5EF4-FFF2-40B4-BE49-F238E27FC236}">
                <a16:creationId xmlns:a16="http://schemas.microsoft.com/office/drawing/2014/main" id="{104758F2-C547-BC18-6B51-02591F92292B}"/>
              </a:ext>
            </a:extLst>
          </p:cNvPr>
          <p:cNvSpPr txBox="1"/>
          <p:nvPr/>
        </p:nvSpPr>
        <p:spPr>
          <a:xfrm>
            <a:off x="6067011" y="3933928"/>
            <a:ext cx="933908"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1000" b="1" i="0" u="none" strike="noStrike" cap="none" spc="0" normalizeH="0" baseline="0" dirty="0">
                <a:ln>
                  <a:noFill/>
                </a:ln>
                <a:solidFill>
                  <a:schemeClr val="tx1"/>
                </a:solidFill>
                <a:effectLst/>
                <a:uFillTx/>
                <a:latin typeface="+mn-lt"/>
                <a:ea typeface="+mn-ea"/>
                <a:cs typeface="+mn-cs"/>
                <a:sym typeface="Calibri"/>
              </a:rPr>
              <a:t>Indexing Scripts</a:t>
            </a:r>
            <a:endParaRPr kumimoji="0" lang="en-US" b="1" i="0" u="none" strike="noStrike" cap="none" spc="0" normalizeH="0" baseline="0" dirty="0">
              <a:ln>
                <a:noFill/>
              </a:ln>
              <a:solidFill>
                <a:schemeClr val="tx1"/>
              </a:solidFill>
              <a:effectLst/>
              <a:uFillTx/>
              <a:latin typeface="+mn-lt"/>
              <a:ea typeface="+mn-ea"/>
              <a:cs typeface="+mn-cs"/>
              <a:sym typeface="Calibri"/>
            </a:endParaRPr>
          </a:p>
        </p:txBody>
      </p:sp>
    </p:spTree>
    <p:extLst>
      <p:ext uri="{BB962C8B-B14F-4D97-AF65-F5344CB8AC3E}">
        <p14:creationId xmlns:p14="http://schemas.microsoft.com/office/powerpoint/2010/main" val="36751121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Disconnection(2/2)</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sp>
        <p:nvSpPr>
          <p:cNvPr id="13" name="TextBox 12" descr="Part(20328762">
            <a:extLst>
              <a:ext uri="{FF2B5EF4-FFF2-40B4-BE49-F238E27FC236}">
                <a16:creationId xmlns:a16="http://schemas.microsoft.com/office/drawing/2014/main" id="{1A7BDA37-E5B4-50FE-41AF-1D70989BCE43}"/>
              </a:ext>
            </a:extLst>
          </p:cNvPr>
          <p:cNvSpPr txBox="1"/>
          <p:nvPr/>
        </p:nvSpPr>
        <p:spPr>
          <a:xfrm>
            <a:off x="92759" y="580617"/>
            <a:ext cx="8853378" cy="307777"/>
          </a:xfrm>
          <a:prstGeom prst="rect">
            <a:avLst/>
          </a:prstGeom>
          <a:noFill/>
          <a:ln>
            <a:noFill/>
          </a:ln>
        </p:spPr>
        <p:txBody>
          <a:bodyPr wrap="square" rtlCol="0">
            <a:spAutoFit/>
          </a:bodyPr>
          <a:lstStyle/>
          <a:p>
            <a:r>
              <a:rPr lang="en-US" sz="1400" b="1" dirty="0"/>
              <a:t>Scenario 2: </a:t>
            </a:r>
            <a:r>
              <a:rPr lang="en-US" sz="1400" dirty="0"/>
              <a:t>When plant is </a:t>
            </a:r>
            <a:r>
              <a:rPr lang="en-US" sz="1400" b="1" dirty="0"/>
              <a:t>removed/disconnected </a:t>
            </a:r>
            <a:r>
              <a:rPr lang="en-US" sz="1400" dirty="0"/>
              <a:t>from the part</a:t>
            </a:r>
          </a:p>
        </p:txBody>
      </p:sp>
      <p:sp>
        <p:nvSpPr>
          <p:cNvPr id="2" name="Oval 1">
            <a:extLst>
              <a:ext uri="{FF2B5EF4-FFF2-40B4-BE49-F238E27FC236}">
                <a16:creationId xmlns:a16="http://schemas.microsoft.com/office/drawing/2014/main" id="{6B5C1F96-0438-49B6-2A0C-10EF705C4BDF}"/>
              </a:ext>
            </a:extLst>
          </p:cNvPr>
          <p:cNvSpPr/>
          <p:nvPr/>
        </p:nvSpPr>
        <p:spPr>
          <a:xfrm>
            <a:off x="933891" y="946565"/>
            <a:ext cx="779108" cy="405396"/>
          </a:xfrm>
          <a:prstGeom prst="ellipse">
            <a:avLst/>
          </a:prstGeom>
          <a:noFill/>
          <a:ln w="9525" cap="flat">
            <a:solidFill>
              <a:srgbClr val="0652A6"/>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en-US" sz="800" b="0" i="0" u="none" strike="noStrike" cap="none" spc="0" normalizeH="0" baseline="0">
              <a:ln>
                <a:noFill/>
              </a:ln>
              <a:solidFill>
                <a:srgbClr val="000000"/>
              </a:solidFill>
              <a:effectLst/>
              <a:uFillTx/>
              <a:latin typeface="+mn-lt"/>
              <a:ea typeface="+mn-ea"/>
              <a:cs typeface="+mn-cs"/>
              <a:sym typeface="Calibri"/>
            </a:endParaRPr>
          </a:p>
        </p:txBody>
      </p:sp>
      <p:sp>
        <p:nvSpPr>
          <p:cNvPr id="5" name="TextBox 4">
            <a:extLst>
              <a:ext uri="{FF2B5EF4-FFF2-40B4-BE49-F238E27FC236}">
                <a16:creationId xmlns:a16="http://schemas.microsoft.com/office/drawing/2014/main" id="{8F56D3EB-A4D0-44CC-A9AE-659F0EDA02F1}"/>
              </a:ext>
            </a:extLst>
          </p:cNvPr>
          <p:cNvSpPr txBox="1"/>
          <p:nvPr/>
        </p:nvSpPr>
        <p:spPr>
          <a:xfrm>
            <a:off x="933891" y="979986"/>
            <a:ext cx="4581524"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800" b="1" dirty="0"/>
              <a:t>COP-00267211</a:t>
            </a:r>
          </a:p>
          <a:p>
            <a:r>
              <a:rPr lang="en-US" sz="800" b="1" dirty="0"/>
              <a:t>      </a:t>
            </a:r>
            <a:r>
              <a:rPr kumimoji="0" lang="en-US" sz="800" b="1" i="0" u="none" strike="noStrike" cap="none" spc="0" normalizeH="0" baseline="0" dirty="0">
                <a:ln>
                  <a:noFill/>
                </a:ln>
                <a:solidFill>
                  <a:srgbClr val="000000"/>
                </a:solidFill>
                <a:effectLst/>
                <a:uFillTx/>
                <a:latin typeface="+mn-lt"/>
                <a:ea typeface="+mn-ea"/>
                <a:cs typeface="+mn-cs"/>
                <a:sym typeface="Calibri"/>
              </a:rPr>
              <a:t>Release</a:t>
            </a:r>
            <a:endParaRPr lang="en-US" sz="800" b="1" dirty="0"/>
          </a:p>
        </p:txBody>
      </p:sp>
      <p:sp>
        <p:nvSpPr>
          <p:cNvPr id="9" name="TextBox 8">
            <a:extLst>
              <a:ext uri="{FF2B5EF4-FFF2-40B4-BE49-F238E27FC236}">
                <a16:creationId xmlns:a16="http://schemas.microsoft.com/office/drawing/2014/main" id="{F5DCEC2A-A20F-5551-8779-26F54188C608}"/>
              </a:ext>
            </a:extLst>
          </p:cNvPr>
          <p:cNvSpPr txBox="1"/>
          <p:nvPr/>
        </p:nvSpPr>
        <p:spPr>
          <a:xfrm>
            <a:off x="1906224" y="1205528"/>
            <a:ext cx="4268154"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t>Plant Disconnect</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b="1" dirty="0"/>
              <a:t>No timestamp modification </a:t>
            </a:r>
            <a:r>
              <a:rPr lang="en-US" sz="1050" dirty="0"/>
              <a:t>on EBP Object is updated</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EBP Object </a:t>
            </a:r>
            <a:r>
              <a:rPr lang="en-US" sz="1050" b="1" dirty="0">
                <a:solidFill>
                  <a:schemeClr val="tx1"/>
                </a:solidFill>
              </a:rPr>
              <a:t>d</a:t>
            </a:r>
            <a:r>
              <a:rPr kumimoji="0" lang="en-US" sz="1050" b="1" i="0" u="none" strike="noStrike" cap="none" spc="0" normalizeH="0" baseline="0" dirty="0">
                <a:ln>
                  <a:noFill/>
                </a:ln>
                <a:solidFill>
                  <a:schemeClr val="tx1"/>
                </a:solidFill>
                <a:effectLst/>
                <a:uFillTx/>
                <a:latin typeface="+mn-lt"/>
                <a:ea typeface="+mn-ea"/>
                <a:cs typeface="+mn-cs"/>
                <a:sym typeface="Calibri"/>
              </a:rPr>
              <a:t>eletes</a:t>
            </a:r>
            <a:r>
              <a:rPr kumimoji="0" lang="en-US" sz="1050" b="0" i="0" u="none" strike="noStrike" cap="none" spc="0" normalizeH="0" baseline="0" dirty="0">
                <a:ln>
                  <a:noFill/>
                </a:ln>
                <a:solidFill>
                  <a:srgbClr val="000000"/>
                </a:solidFill>
                <a:effectLst/>
                <a:uFillTx/>
                <a:latin typeface="+mn-lt"/>
                <a:ea typeface="+mn-ea"/>
                <a:cs typeface="+mn-cs"/>
                <a:sym typeface="Calibri"/>
              </a:rPr>
              <a:t> from Database (</a:t>
            </a:r>
            <a:r>
              <a:rPr lang="en-US" sz="1050" dirty="0"/>
              <a:t>ebpsum_COP-00267211001~CA25</a:t>
            </a:r>
            <a:r>
              <a:rPr kumimoji="0" lang="en-US" sz="1050" b="0" i="0" u="none" strike="noStrike" cap="none" spc="0" normalizeH="0" baseline="0" dirty="0">
                <a:ln>
                  <a:noFill/>
                </a:ln>
                <a:solidFill>
                  <a:srgbClr val="000000"/>
                </a:solidFill>
                <a:effectLst/>
                <a:uFillTx/>
                <a:latin typeface="+mn-lt"/>
                <a:ea typeface="+mn-ea"/>
                <a:cs typeface="+mn-cs"/>
                <a:sym typeface="Calibri"/>
              </a:rPr>
              <a:t>)</a:t>
            </a:r>
          </a:p>
        </p:txBody>
      </p:sp>
      <p:cxnSp>
        <p:nvCxnSpPr>
          <p:cNvPr id="14" name="Straight Arrow Connector 13">
            <a:extLst>
              <a:ext uri="{FF2B5EF4-FFF2-40B4-BE49-F238E27FC236}">
                <a16:creationId xmlns:a16="http://schemas.microsoft.com/office/drawing/2014/main" id="{64C849B3-C73C-6680-91B2-01EB6B4B5E4A}"/>
              </a:ext>
            </a:extLst>
          </p:cNvPr>
          <p:cNvCxnSpPr>
            <a:cxnSpLocks/>
            <a:endCxn id="9" idx="1"/>
          </p:cNvCxnSpPr>
          <p:nvPr/>
        </p:nvCxnSpPr>
        <p:spPr>
          <a:xfrm>
            <a:off x="1324190" y="1494068"/>
            <a:ext cx="582034" cy="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18" name="Group 17">
            <a:extLst>
              <a:ext uri="{FF2B5EF4-FFF2-40B4-BE49-F238E27FC236}">
                <a16:creationId xmlns:a16="http://schemas.microsoft.com/office/drawing/2014/main" id="{F443710F-D14F-FF73-3427-B421C92BE036}"/>
              </a:ext>
            </a:extLst>
          </p:cNvPr>
          <p:cNvGrpSpPr/>
          <p:nvPr/>
        </p:nvGrpSpPr>
        <p:grpSpPr>
          <a:xfrm>
            <a:off x="846155" y="1705604"/>
            <a:ext cx="5164010" cy="783439"/>
            <a:chOff x="1188281" y="1687536"/>
            <a:chExt cx="5164010" cy="783439"/>
          </a:xfrm>
        </p:grpSpPr>
        <p:sp>
          <p:nvSpPr>
            <p:cNvPr id="31" name="TextBox 30">
              <a:extLst>
                <a:ext uri="{FF2B5EF4-FFF2-40B4-BE49-F238E27FC236}">
                  <a16:creationId xmlns:a16="http://schemas.microsoft.com/office/drawing/2014/main" id="{397FA9C7-9F26-9968-F381-6E86F1B7B37E}"/>
                </a:ext>
              </a:extLst>
            </p:cNvPr>
            <p:cNvSpPr txBox="1"/>
            <p:nvPr/>
          </p:nvSpPr>
          <p:spPr>
            <a:xfrm>
              <a:off x="4472611" y="1871027"/>
              <a:ext cx="1879680" cy="5770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FF0000"/>
                  </a:solidFill>
                  <a:effectLst/>
                  <a:uFillTx/>
                  <a:latin typeface="+mn-lt"/>
                  <a:ea typeface="+mn-ea"/>
                  <a:cs typeface="+mn-cs"/>
                  <a:sym typeface="Calibri"/>
                </a:rPr>
                <a:t>No</a:t>
              </a:r>
              <a:r>
                <a:rPr kumimoji="0" lang="en-US" sz="1050" b="0" i="0" u="none" strike="noStrike" cap="none" spc="0" normalizeH="0" baseline="0" dirty="0">
                  <a:ln>
                    <a:noFill/>
                  </a:ln>
                  <a:solidFill>
                    <a:srgbClr val="000000"/>
                  </a:solidFill>
                  <a:effectLst/>
                  <a:uFillTx/>
                  <a:latin typeface="+mn-lt"/>
                  <a:ea typeface="+mn-ea"/>
                  <a:cs typeface="+mn-cs"/>
                  <a:sym typeface="Calibri"/>
                </a:rPr>
                <a:t> Update in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rgbClr val="FF0000"/>
                  </a:solidFill>
                </a:rPr>
                <a:t>No</a:t>
              </a:r>
              <a:r>
                <a:rPr lang="en-US" sz="1050" dirty="0"/>
                <a:t> Update in Elastic Search</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FF0000"/>
                  </a:solidFill>
                  <a:effectLst/>
                  <a:uFillTx/>
                  <a:latin typeface="+mn-lt"/>
                  <a:ea typeface="+mn-ea"/>
                  <a:cs typeface="+mn-cs"/>
                  <a:sym typeface="Calibri"/>
                </a:rPr>
                <a:t>Reflect in UI</a:t>
              </a:r>
            </a:p>
          </p:txBody>
        </p:sp>
        <p:grpSp>
          <p:nvGrpSpPr>
            <p:cNvPr id="20" name="Group 19">
              <a:extLst>
                <a:ext uri="{FF2B5EF4-FFF2-40B4-BE49-F238E27FC236}">
                  <a16:creationId xmlns:a16="http://schemas.microsoft.com/office/drawing/2014/main" id="{6FCFCBB5-9E2B-7FEC-76CD-322CE69CD8C7}"/>
                </a:ext>
              </a:extLst>
            </p:cNvPr>
            <p:cNvGrpSpPr/>
            <p:nvPr/>
          </p:nvGrpSpPr>
          <p:grpSpPr>
            <a:xfrm>
              <a:off x="1188281" y="1925584"/>
              <a:ext cx="3227522" cy="545391"/>
              <a:chOff x="683425" y="763833"/>
              <a:chExt cx="3227522" cy="545391"/>
            </a:xfrm>
          </p:grpSpPr>
          <p:sp>
            <p:nvSpPr>
              <p:cNvPr id="26" name="Can 40">
                <a:extLst>
                  <a:ext uri="{FF2B5EF4-FFF2-40B4-BE49-F238E27FC236}">
                    <a16:creationId xmlns:a16="http://schemas.microsoft.com/office/drawing/2014/main" id="{5A1A8957-ACAB-3E4F-30E6-A0976A00864B}"/>
                  </a:ext>
                </a:extLst>
              </p:cNvPr>
              <p:cNvSpPr/>
              <p:nvPr/>
            </p:nvSpPr>
            <p:spPr>
              <a:xfrm>
                <a:off x="683425" y="860603"/>
                <a:ext cx="804598" cy="448621"/>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ENOVIA DB</a:t>
                </a:r>
              </a:p>
              <a:p>
                <a:pPr algn="ctr"/>
                <a:endParaRPr lang="en-US" sz="1200" dirty="0">
                  <a:solidFill>
                    <a:schemeClr val="bg1"/>
                  </a:solidFill>
                </a:endParaRPr>
              </a:p>
            </p:txBody>
          </p:sp>
          <p:sp>
            <p:nvSpPr>
              <p:cNvPr id="27" name="Can 40">
                <a:extLst>
                  <a:ext uri="{FF2B5EF4-FFF2-40B4-BE49-F238E27FC236}">
                    <a16:creationId xmlns:a16="http://schemas.microsoft.com/office/drawing/2014/main" id="{8E542EF8-F0E4-3A0E-800E-B50F5EFE847B}"/>
                  </a:ext>
                </a:extLst>
              </p:cNvPr>
              <p:cNvSpPr/>
              <p:nvPr/>
            </p:nvSpPr>
            <p:spPr>
              <a:xfrm>
                <a:off x="2992935" y="763833"/>
                <a:ext cx="918012" cy="448459"/>
              </a:xfrm>
              <a:prstGeom prst="can">
                <a:avLst>
                  <a:gd name="adj" fmla="val 28212"/>
                </a:avLst>
              </a:prstGeom>
              <a:solidFill>
                <a:schemeClr val="accent1">
                  <a:lumMod val="7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algn="ctr"/>
                <a:endParaRPr lang="en-US" sz="1200" dirty="0">
                  <a:solidFill>
                    <a:schemeClr val="bg1"/>
                  </a:solidFill>
                </a:endParaRPr>
              </a:p>
              <a:p>
                <a:pPr algn="ctr"/>
                <a:r>
                  <a:rPr lang="en-US" sz="1200" dirty="0">
                    <a:solidFill>
                      <a:schemeClr val="bg1"/>
                    </a:solidFill>
                  </a:rPr>
                  <a:t>Spec Reader DB</a:t>
                </a:r>
              </a:p>
              <a:p>
                <a:pPr algn="ctr"/>
                <a:endParaRPr lang="en-US" sz="1200" dirty="0">
                  <a:solidFill>
                    <a:schemeClr val="bg1"/>
                  </a:solidFill>
                </a:endParaRPr>
              </a:p>
            </p:txBody>
          </p:sp>
          <p:cxnSp>
            <p:nvCxnSpPr>
              <p:cNvPr id="28" name="Straight Arrow Connector 27">
                <a:extLst>
                  <a:ext uri="{FF2B5EF4-FFF2-40B4-BE49-F238E27FC236}">
                    <a16:creationId xmlns:a16="http://schemas.microsoft.com/office/drawing/2014/main" id="{766BD790-5B54-1BCC-C8DA-AABD040F2BDB}"/>
                  </a:ext>
                </a:extLst>
              </p:cNvPr>
              <p:cNvCxnSpPr>
                <a:cxnSpLocks/>
              </p:cNvCxnSpPr>
              <p:nvPr/>
            </p:nvCxnSpPr>
            <p:spPr>
              <a:xfrm>
                <a:off x="1488023" y="1080991"/>
                <a:ext cx="1504912" cy="27288"/>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9" name="Rectangle 28">
                <a:extLst>
                  <a:ext uri="{FF2B5EF4-FFF2-40B4-BE49-F238E27FC236}">
                    <a16:creationId xmlns:a16="http://schemas.microsoft.com/office/drawing/2014/main" id="{3A4DD26B-F0D3-2F55-6BFC-5BFF449A02F5}"/>
                  </a:ext>
                </a:extLst>
              </p:cNvPr>
              <p:cNvSpPr/>
              <p:nvPr/>
            </p:nvSpPr>
            <p:spPr>
              <a:xfrm>
                <a:off x="1993754" y="870803"/>
                <a:ext cx="700993" cy="173352"/>
              </a:xfrm>
              <a:prstGeom prst="rec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800" b="0" i="0" u="none" strike="noStrike" cap="none" spc="0" normalizeH="0" baseline="0" dirty="0">
                    <a:ln>
                      <a:noFill/>
                    </a:ln>
                    <a:solidFill>
                      <a:srgbClr val="000000"/>
                    </a:solidFill>
                    <a:effectLst/>
                    <a:uFillTx/>
                    <a:latin typeface="+mn-lt"/>
                    <a:ea typeface="+mn-ea"/>
                    <a:cs typeface="+mn-cs"/>
                    <a:sym typeface="Calibri"/>
                  </a:rPr>
                  <a:t> HVR Hub</a:t>
                </a:r>
                <a:endParaRPr kumimoji="0" lang="en-US" sz="500" b="0" i="0" u="none" strike="noStrike" cap="none" spc="0" normalizeH="0" baseline="0" dirty="0">
                  <a:ln>
                    <a:noFill/>
                  </a:ln>
                  <a:solidFill>
                    <a:srgbClr val="000000"/>
                  </a:solidFill>
                  <a:effectLst/>
                  <a:uFillTx/>
                  <a:latin typeface="+mn-lt"/>
                  <a:ea typeface="+mn-ea"/>
                  <a:cs typeface="+mn-cs"/>
                  <a:sym typeface="Calibri"/>
                </a:endParaRPr>
              </a:p>
            </p:txBody>
          </p:sp>
        </p:grpSp>
        <p:cxnSp>
          <p:nvCxnSpPr>
            <p:cNvPr id="23" name="Connector: Curved 22">
              <a:extLst>
                <a:ext uri="{FF2B5EF4-FFF2-40B4-BE49-F238E27FC236}">
                  <a16:creationId xmlns:a16="http://schemas.microsoft.com/office/drawing/2014/main" id="{8822BFC9-0DA9-8144-76F0-20BDF4370A74}"/>
                </a:ext>
              </a:extLst>
            </p:cNvPr>
            <p:cNvCxnSpPr>
              <a:cxnSpLocks/>
            </p:cNvCxnSpPr>
            <p:nvPr/>
          </p:nvCxnSpPr>
          <p:spPr>
            <a:xfrm rot="5400000">
              <a:off x="2119156" y="1467090"/>
              <a:ext cx="353591" cy="794483"/>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cxnSp>
        <p:nvCxnSpPr>
          <p:cNvPr id="51" name="Straight Arrow Connector 50">
            <a:extLst>
              <a:ext uri="{FF2B5EF4-FFF2-40B4-BE49-F238E27FC236}">
                <a16:creationId xmlns:a16="http://schemas.microsoft.com/office/drawing/2014/main" id="{3F12DA89-34F1-1502-9750-39D2A8BE8CC3}"/>
              </a:ext>
            </a:extLst>
          </p:cNvPr>
          <p:cNvCxnSpPr>
            <a:cxnSpLocks/>
          </p:cNvCxnSpPr>
          <p:nvPr/>
        </p:nvCxnSpPr>
        <p:spPr>
          <a:xfrm>
            <a:off x="1317964" y="1351961"/>
            <a:ext cx="6226" cy="659459"/>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0" name="TextBox 59">
            <a:extLst>
              <a:ext uri="{FF2B5EF4-FFF2-40B4-BE49-F238E27FC236}">
                <a16:creationId xmlns:a16="http://schemas.microsoft.com/office/drawing/2014/main" id="{A4D0876F-07D2-D6F3-3459-927D29CFCE12}"/>
              </a:ext>
            </a:extLst>
          </p:cNvPr>
          <p:cNvSpPr txBox="1"/>
          <p:nvPr/>
        </p:nvSpPr>
        <p:spPr>
          <a:xfrm>
            <a:off x="1954114" y="1726372"/>
            <a:ext cx="278279"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457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0000"/>
                </a:solidFill>
                <a:effectLst/>
                <a:uFillTx/>
                <a:latin typeface="+mn-lt"/>
                <a:ea typeface="+mn-ea"/>
                <a:cs typeface="+mn-cs"/>
                <a:sym typeface="Calibri"/>
              </a:rPr>
              <a:t>X</a:t>
            </a:r>
            <a:endParaRPr kumimoji="0" lang="en-US" sz="2800" b="0" i="0" u="none" strike="noStrike" cap="none" spc="0" normalizeH="0" baseline="0" dirty="0">
              <a:ln>
                <a:noFill/>
              </a:ln>
              <a:solidFill>
                <a:srgbClr val="FF0000"/>
              </a:solidFill>
              <a:effectLst/>
              <a:uFillTx/>
              <a:latin typeface="+mn-lt"/>
              <a:ea typeface="+mn-ea"/>
              <a:cs typeface="+mn-cs"/>
              <a:sym typeface="Calibri"/>
            </a:endParaRPr>
          </a:p>
        </p:txBody>
      </p:sp>
      <p:pic>
        <p:nvPicPr>
          <p:cNvPr id="84" name="Picture 83">
            <a:extLst>
              <a:ext uri="{FF2B5EF4-FFF2-40B4-BE49-F238E27FC236}">
                <a16:creationId xmlns:a16="http://schemas.microsoft.com/office/drawing/2014/main" id="{13EBDA48-D54C-F687-6DA0-2B6DE9E375DE}"/>
              </a:ext>
            </a:extLst>
          </p:cNvPr>
          <p:cNvPicPr>
            <a:picLocks noChangeAspect="1"/>
          </p:cNvPicPr>
          <p:nvPr/>
        </p:nvPicPr>
        <p:blipFill>
          <a:blip r:embed="rId2"/>
          <a:stretch>
            <a:fillRect/>
          </a:stretch>
        </p:blipFill>
        <p:spPr>
          <a:xfrm>
            <a:off x="3882818" y="2915243"/>
            <a:ext cx="636630" cy="570169"/>
          </a:xfrm>
          <a:prstGeom prst="rect">
            <a:avLst/>
          </a:prstGeom>
        </p:spPr>
      </p:pic>
      <p:cxnSp>
        <p:nvCxnSpPr>
          <p:cNvPr id="85" name="Connector: Curved 84">
            <a:extLst>
              <a:ext uri="{FF2B5EF4-FFF2-40B4-BE49-F238E27FC236}">
                <a16:creationId xmlns:a16="http://schemas.microsoft.com/office/drawing/2014/main" id="{09AE7570-E3FC-F706-5200-66AA2204E805}"/>
              </a:ext>
            </a:extLst>
          </p:cNvPr>
          <p:cNvCxnSpPr>
            <a:cxnSpLocks/>
            <a:stCxn id="10" idx="3"/>
            <a:endCxn id="84" idx="0"/>
          </p:cNvCxnSpPr>
          <p:nvPr/>
        </p:nvCxnSpPr>
        <p:spPr>
          <a:xfrm>
            <a:off x="3589313" y="2583093"/>
            <a:ext cx="611820" cy="332150"/>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90" name="TextBox 89">
            <a:extLst>
              <a:ext uri="{FF2B5EF4-FFF2-40B4-BE49-F238E27FC236}">
                <a16:creationId xmlns:a16="http://schemas.microsoft.com/office/drawing/2014/main" id="{8E31D994-9F10-AB7F-C7B2-FE289057F1AA}"/>
              </a:ext>
            </a:extLst>
          </p:cNvPr>
          <p:cNvSpPr txBox="1"/>
          <p:nvPr/>
        </p:nvSpPr>
        <p:spPr>
          <a:xfrm>
            <a:off x="4416180" y="3117093"/>
            <a:ext cx="1707578"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DELETE_SREBPSUMMARY</a:t>
            </a:r>
            <a:endParaRPr kumimoji="0" lang="en-US" sz="1050" b="1" i="0" u="none" strike="noStrike" cap="none" spc="0" normalizeH="0" baseline="0" dirty="0">
              <a:ln>
                <a:noFill/>
              </a:ln>
              <a:solidFill>
                <a:srgbClr val="0652A6"/>
              </a:solidFill>
              <a:effectLst/>
              <a:uFillTx/>
              <a:sym typeface="Calibri"/>
            </a:endParaRPr>
          </a:p>
        </p:txBody>
      </p:sp>
      <p:pic>
        <p:nvPicPr>
          <p:cNvPr id="91" name="Picture 90">
            <a:extLst>
              <a:ext uri="{FF2B5EF4-FFF2-40B4-BE49-F238E27FC236}">
                <a16:creationId xmlns:a16="http://schemas.microsoft.com/office/drawing/2014/main" id="{110DE0CA-998D-1E18-EB7A-2546F67DA603}"/>
              </a:ext>
            </a:extLst>
          </p:cNvPr>
          <p:cNvPicPr>
            <a:picLocks noChangeAspect="1"/>
          </p:cNvPicPr>
          <p:nvPr/>
        </p:nvPicPr>
        <p:blipFill>
          <a:blip r:embed="rId3"/>
          <a:stretch>
            <a:fillRect/>
          </a:stretch>
        </p:blipFill>
        <p:spPr>
          <a:xfrm flipV="1">
            <a:off x="4040301" y="2596978"/>
            <a:ext cx="160832" cy="138907"/>
          </a:xfrm>
          <a:prstGeom prst="rect">
            <a:avLst/>
          </a:prstGeom>
        </p:spPr>
      </p:pic>
      <p:sp>
        <p:nvSpPr>
          <p:cNvPr id="92" name="TextBox 91">
            <a:extLst>
              <a:ext uri="{FF2B5EF4-FFF2-40B4-BE49-F238E27FC236}">
                <a16:creationId xmlns:a16="http://schemas.microsoft.com/office/drawing/2014/main" id="{4BC175A7-2AE0-CF66-F812-809F1C0C6A77}"/>
              </a:ext>
            </a:extLst>
          </p:cNvPr>
          <p:cNvSpPr txBox="1"/>
          <p:nvPr/>
        </p:nvSpPr>
        <p:spPr>
          <a:xfrm>
            <a:off x="4206223" y="2490623"/>
            <a:ext cx="2076881" cy="4154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200" dirty="0">
                <a:solidFill>
                  <a:srgbClr val="0652A6"/>
                </a:solidFill>
              </a:rPr>
              <a:t>Delete/Update Event Trigger </a:t>
            </a:r>
            <a:r>
              <a:rPr lang="en-US" sz="900" dirty="0">
                <a:solidFill>
                  <a:srgbClr val="0652A6"/>
                </a:solidFill>
              </a:rPr>
              <a:t>LXBO_4F70A3B1_EBP_DEL_TRG</a:t>
            </a:r>
            <a:endParaRPr kumimoji="0" lang="en-US" sz="1100" i="0" u="none" strike="noStrike" cap="none" spc="0" normalizeH="0" baseline="0" dirty="0">
              <a:ln>
                <a:noFill/>
              </a:ln>
              <a:solidFill>
                <a:srgbClr val="0652A6"/>
              </a:solidFill>
              <a:effectLst/>
              <a:uFillTx/>
              <a:sym typeface="Calibri"/>
            </a:endParaRPr>
          </a:p>
        </p:txBody>
      </p:sp>
      <p:sp>
        <p:nvSpPr>
          <p:cNvPr id="99" name="TextBox 98">
            <a:extLst>
              <a:ext uri="{FF2B5EF4-FFF2-40B4-BE49-F238E27FC236}">
                <a16:creationId xmlns:a16="http://schemas.microsoft.com/office/drawing/2014/main" id="{3484CCB4-3139-711D-439A-5EF6B14E9CA1}"/>
              </a:ext>
            </a:extLst>
          </p:cNvPr>
          <p:cNvSpPr txBox="1"/>
          <p:nvPr/>
        </p:nvSpPr>
        <p:spPr>
          <a:xfrm>
            <a:off x="933891" y="3720422"/>
            <a:ext cx="3000178"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chemeClr val="bg2">
                    <a:lumMod val="50000"/>
                  </a:schemeClr>
                </a:solidFill>
                <a:effectLst/>
                <a:uFillTx/>
                <a:latin typeface="+mn-lt"/>
                <a:ea typeface="+mn-ea"/>
                <a:cs typeface="+mn-cs"/>
                <a:sym typeface="Calibri"/>
              </a:rPr>
              <a:t>EBP</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kumimoji="0" lang="en-US" sz="1050" b="1" i="0" u="none" strike="noStrike" cap="none" spc="0" normalizeH="0" baseline="0" dirty="0">
                <a:ln>
                  <a:noFill/>
                </a:ln>
                <a:solidFill>
                  <a:srgbClr val="000000"/>
                </a:solidFill>
                <a:effectLst/>
                <a:uFillTx/>
                <a:latin typeface="+mn-lt"/>
                <a:ea typeface="+mn-ea"/>
                <a:cs typeface="+mn-cs"/>
                <a:sym typeface="Calibri"/>
              </a:rPr>
              <a:t>TNR</a:t>
            </a:r>
            <a:r>
              <a:rPr kumimoji="0" lang="en-US" sz="1050" b="0" i="0" u="none" strike="noStrike" cap="none" spc="0" normalizeH="0" baseline="0" dirty="0">
                <a:ln>
                  <a:noFill/>
                </a:ln>
                <a:solidFill>
                  <a:srgbClr val="000000"/>
                </a:solidFill>
                <a:effectLst/>
                <a:uFillTx/>
                <a:latin typeface="+mn-lt"/>
                <a:ea typeface="+mn-ea"/>
                <a:cs typeface="+mn-cs"/>
                <a:sym typeface="Calibri"/>
              </a:rPr>
              <a:t> and </a:t>
            </a:r>
            <a:r>
              <a:rPr kumimoji="0" lang="en-US" sz="1050" b="1" i="0" u="none" strike="noStrike" cap="none" spc="0" normalizeH="0" baseline="0" dirty="0">
                <a:ln>
                  <a:noFill/>
                </a:ln>
                <a:solidFill>
                  <a:srgbClr val="000000"/>
                </a:solidFill>
                <a:effectLst/>
                <a:uFillTx/>
                <a:latin typeface="+mn-lt"/>
                <a:ea typeface="+mn-ea"/>
                <a:cs typeface="+mn-cs"/>
                <a:sym typeface="Calibri"/>
              </a:rPr>
              <a:t>state</a:t>
            </a:r>
            <a:r>
              <a:rPr kumimoji="0" lang="en-US" sz="1050" b="0" i="0" u="none" strike="noStrike" cap="none" spc="0" normalizeH="0" baseline="0" dirty="0">
                <a:ln>
                  <a:noFill/>
                </a:ln>
                <a:solidFill>
                  <a:srgbClr val="000000"/>
                </a:solidFill>
                <a:effectLst/>
                <a:uFillTx/>
                <a:latin typeface="+mn-lt"/>
                <a:ea typeface="+mn-ea"/>
                <a:cs typeface="+mn-cs"/>
                <a:sym typeface="Calibri"/>
              </a:rPr>
              <a:t> </a:t>
            </a:r>
            <a:r>
              <a:rPr lang="en-US" sz="1050" dirty="0"/>
              <a:t>will be present </a:t>
            </a:r>
            <a:endParaRPr kumimoji="0" lang="en-US" sz="1050" b="0" i="0" u="none" strike="noStrike" cap="none" spc="0" normalizeH="0" baseline="0" dirty="0">
              <a:ln>
                <a:noFill/>
              </a:ln>
              <a:solidFill>
                <a:srgbClr val="000000"/>
              </a:solidFill>
              <a:effectLst/>
              <a:uFillTx/>
              <a:latin typeface="+mn-lt"/>
              <a:ea typeface="+mn-ea"/>
              <a:cs typeface="+mn-cs"/>
              <a:sym typeface="Calibri"/>
            </a:endParaRP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Shall script to connect DB and read these values</a:t>
            </a:r>
            <a:endParaRPr lang="en-US" sz="1050" dirty="0"/>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lang="en-US" sz="1050" dirty="0">
                <a:solidFill>
                  <a:schemeClr val="bg2">
                    <a:lumMod val="50000"/>
                  </a:schemeClr>
                </a:solidFill>
              </a:rPr>
              <a:t>Delete from ES and Postgres DB</a:t>
            </a:r>
          </a:p>
          <a:p>
            <a:pPr marL="285750" marR="0" indent="-285750" algn="l" defTabSz="457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050" b="0" i="0" u="none" strike="noStrike" cap="none" spc="0" normalizeH="0" baseline="0" dirty="0">
                <a:ln>
                  <a:noFill/>
                </a:ln>
                <a:solidFill>
                  <a:srgbClr val="000000"/>
                </a:solidFill>
                <a:effectLst/>
                <a:uFillTx/>
                <a:latin typeface="+mn-lt"/>
                <a:ea typeface="+mn-ea"/>
                <a:cs typeface="+mn-cs"/>
                <a:sym typeface="Calibri"/>
              </a:rPr>
              <a:t>Impacted parts will not be displayed in UI</a:t>
            </a:r>
          </a:p>
        </p:txBody>
      </p:sp>
      <p:pic>
        <p:nvPicPr>
          <p:cNvPr id="112" name="Picture 111">
            <a:extLst>
              <a:ext uri="{FF2B5EF4-FFF2-40B4-BE49-F238E27FC236}">
                <a16:creationId xmlns:a16="http://schemas.microsoft.com/office/drawing/2014/main" id="{DBD6A87A-F1D8-98CC-E92D-E4B09638C9DC}"/>
              </a:ext>
            </a:extLst>
          </p:cNvPr>
          <p:cNvPicPr>
            <a:picLocks noChangeAspect="1"/>
          </p:cNvPicPr>
          <p:nvPr/>
        </p:nvPicPr>
        <p:blipFill>
          <a:blip r:embed="rId4"/>
          <a:stretch>
            <a:fillRect/>
          </a:stretch>
        </p:blipFill>
        <p:spPr>
          <a:xfrm>
            <a:off x="5340745" y="3466474"/>
            <a:ext cx="3280766" cy="495788"/>
          </a:xfrm>
          <a:prstGeom prst="rect">
            <a:avLst/>
          </a:prstGeom>
        </p:spPr>
      </p:pic>
      <p:sp>
        <p:nvSpPr>
          <p:cNvPr id="4" name="Flowchart: Multidocument 3">
            <a:extLst>
              <a:ext uri="{FF2B5EF4-FFF2-40B4-BE49-F238E27FC236}">
                <a16:creationId xmlns:a16="http://schemas.microsoft.com/office/drawing/2014/main" id="{99E1CC3E-2A81-7E95-988E-CB0A19B51D61}"/>
              </a:ext>
            </a:extLst>
          </p:cNvPr>
          <p:cNvSpPr/>
          <p:nvPr/>
        </p:nvSpPr>
        <p:spPr>
          <a:xfrm>
            <a:off x="833120" y="2571750"/>
            <a:ext cx="674222" cy="385271"/>
          </a:xfrm>
          <a:prstGeom prst="flowChartMultidocumen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lang="en-US" sz="500" b="1" dirty="0">
                <a:solidFill>
                  <a:schemeClr val="tx1"/>
                </a:solidFill>
              </a:rPr>
              <a:t>LXBO_4F70A3B1</a:t>
            </a:r>
            <a:endParaRPr kumimoji="0" lang="en-US" sz="500" b="1" i="0" u="none" strike="noStrike" cap="none" spc="0" normalizeH="0" baseline="0" dirty="0">
              <a:ln>
                <a:noFill/>
              </a:ln>
              <a:solidFill>
                <a:schemeClr val="tx1"/>
              </a:solidFill>
              <a:effectLst/>
              <a:uFillTx/>
              <a:sym typeface="Calibri"/>
            </a:endParaRPr>
          </a:p>
        </p:txBody>
      </p:sp>
      <p:cxnSp>
        <p:nvCxnSpPr>
          <p:cNvPr id="8" name="Connector: Elbow 7">
            <a:extLst>
              <a:ext uri="{FF2B5EF4-FFF2-40B4-BE49-F238E27FC236}">
                <a16:creationId xmlns:a16="http://schemas.microsoft.com/office/drawing/2014/main" id="{3620D992-146D-9AEE-DCC2-327F51FEB1A8}"/>
              </a:ext>
            </a:extLst>
          </p:cNvPr>
          <p:cNvCxnSpPr>
            <a:cxnSpLocks/>
            <a:stCxn id="26" idx="2"/>
            <a:endCxn id="4" idx="1"/>
          </p:cNvCxnSpPr>
          <p:nvPr/>
        </p:nvCxnSpPr>
        <p:spPr>
          <a:xfrm rot="10800000" flipV="1">
            <a:off x="833121" y="2264732"/>
            <a:ext cx="13035" cy="499653"/>
          </a:xfrm>
          <a:prstGeom prst="bentConnector3">
            <a:avLst>
              <a:gd name="adj1" fmla="val 1853740"/>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0" name="Flowchart: Multidocument 9">
            <a:extLst>
              <a:ext uri="{FF2B5EF4-FFF2-40B4-BE49-F238E27FC236}">
                <a16:creationId xmlns:a16="http://schemas.microsoft.com/office/drawing/2014/main" id="{3EA87985-A949-1968-4672-CCD208E69B4C}"/>
              </a:ext>
            </a:extLst>
          </p:cNvPr>
          <p:cNvSpPr/>
          <p:nvPr/>
        </p:nvSpPr>
        <p:spPr>
          <a:xfrm>
            <a:off x="2915091" y="2390457"/>
            <a:ext cx="674222" cy="385271"/>
          </a:xfrm>
          <a:prstGeom prst="flowChartMultidocument">
            <a:avLst/>
          </a:prstGeom>
          <a:solidFill>
            <a:srgbClr val="1199DD"/>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457200" rtl="0" fontAlgn="auto" latinLnBrk="0" hangingPunct="0">
              <a:lnSpc>
                <a:spcPct val="100000"/>
              </a:lnSpc>
              <a:spcBef>
                <a:spcPts val="0"/>
              </a:spcBef>
              <a:spcAft>
                <a:spcPts val="0"/>
              </a:spcAft>
              <a:buClrTx/>
              <a:buSzTx/>
              <a:buFontTx/>
              <a:buNone/>
              <a:tabLst/>
            </a:pPr>
            <a:r>
              <a:rPr lang="en-US" sz="500" b="1" dirty="0">
                <a:solidFill>
                  <a:schemeClr val="tx1"/>
                </a:solidFill>
              </a:rPr>
              <a:t>LXBO_4F70A3B1</a:t>
            </a:r>
            <a:endParaRPr kumimoji="0" lang="en-US" sz="500" b="1" i="0" u="none" strike="noStrike" cap="none" spc="0" normalizeH="0" baseline="0" dirty="0">
              <a:ln>
                <a:noFill/>
              </a:ln>
              <a:solidFill>
                <a:schemeClr val="tx1"/>
              </a:solidFill>
              <a:effectLst/>
              <a:uFillTx/>
              <a:sym typeface="Calibri"/>
            </a:endParaRPr>
          </a:p>
        </p:txBody>
      </p:sp>
      <p:cxnSp>
        <p:nvCxnSpPr>
          <p:cNvPr id="16" name="Connector: Elbow 15">
            <a:extLst>
              <a:ext uri="{FF2B5EF4-FFF2-40B4-BE49-F238E27FC236}">
                <a16:creationId xmlns:a16="http://schemas.microsoft.com/office/drawing/2014/main" id="{4D645F02-3F8A-11B5-B07D-61C57E5884DD}"/>
              </a:ext>
            </a:extLst>
          </p:cNvPr>
          <p:cNvCxnSpPr>
            <a:cxnSpLocks/>
          </p:cNvCxnSpPr>
          <p:nvPr/>
        </p:nvCxnSpPr>
        <p:spPr>
          <a:xfrm rot="5400000">
            <a:off x="4233097" y="3146092"/>
            <a:ext cx="644277" cy="1109495"/>
          </a:xfrm>
          <a:prstGeom prst="bentConnector2">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81057231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2" grpId="0"/>
      <p:bldP spid="99" grpId="0"/>
      <p:bldP spid="4"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B1B2A177-A230-FCD5-D82D-D805C45EC068}"/>
              </a:ext>
            </a:extLst>
          </p:cNvPr>
          <p:cNvSpPr txBox="1">
            <a:spLocks/>
          </p:cNvSpPr>
          <p:nvPr/>
        </p:nvSpPr>
        <p:spPr>
          <a:xfrm>
            <a:off x="0" y="201084"/>
            <a:ext cx="9038896" cy="313924"/>
          </a:xfrm>
          <a:prstGeom prst="rect">
            <a:avLst/>
          </a:prstGeom>
        </p:spPr>
        <p:txBody>
          <a:bodyPr anchor="t">
            <a:normAutofit fontScale="25000" lnSpcReduction="20000"/>
          </a:bodyPr>
          <a:lstStyle>
            <a:lvl1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007CC3"/>
                </a:solidFill>
                <a:uFillTx/>
                <a:latin typeface="Arial"/>
                <a:ea typeface="Arial"/>
                <a:cs typeface="Arial"/>
                <a:sym typeface="Arial"/>
              </a:defRPr>
            </a:lvl1pPr>
            <a:lvl2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2pPr>
            <a:lvl3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3pPr>
            <a:lvl4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4pPr>
            <a:lvl5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5pPr>
            <a:lvl6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6pPr>
            <a:lvl7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7pPr>
            <a:lvl8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8pPr>
            <a:lvl9pPr marL="0" marR="0" indent="0" algn="l" defTabSz="457200" rtl="0" latinLnBrk="0">
              <a:lnSpc>
                <a:spcPct val="100000"/>
              </a:lnSpc>
              <a:spcBef>
                <a:spcPts val="0"/>
              </a:spcBef>
              <a:spcAft>
                <a:spcPts val="0"/>
              </a:spcAft>
              <a:buClrTx/>
              <a:buSzTx/>
              <a:buFontTx/>
              <a:buNone/>
              <a:tabLst/>
              <a:defRPr sz="2400" b="0" i="0" u="none" strike="noStrike" cap="none" spc="0" baseline="0">
                <a:ln>
                  <a:noFill/>
                </a:ln>
                <a:solidFill>
                  <a:srgbClr val="2670C3"/>
                </a:solidFill>
                <a:uFillTx/>
                <a:latin typeface="Arial"/>
                <a:ea typeface="Arial"/>
                <a:cs typeface="Arial"/>
                <a:sym typeface="Arial"/>
              </a:defRPr>
            </a:lvl9pPr>
          </a:lstStyle>
          <a:p>
            <a:pPr hangingPunct="1"/>
            <a:r>
              <a:rPr lang="en-US" sz="1400" b="1" dirty="0">
                <a:solidFill>
                  <a:schemeClr val="accent1"/>
                </a:solidFill>
                <a:latin typeface="Arial" panose="020B0604020202020204" pitchFamily="34" charset="0"/>
                <a:cs typeface="Arial" panose="020B0604020202020204" pitchFamily="34" charset="0"/>
              </a:rPr>
              <a:t> </a:t>
            </a:r>
            <a:r>
              <a:rPr lang="en-US" sz="6400" b="1" dirty="0">
                <a:solidFill>
                  <a:schemeClr val="accent1"/>
                </a:solidFill>
                <a:latin typeface="Arial" panose="020B0604020202020204" pitchFamily="34" charset="0"/>
                <a:cs typeface="Arial" panose="020B0604020202020204" pitchFamily="34" charset="0"/>
              </a:rPr>
              <a:t>Approach on handling deleted EBP Summary Objects in SR after Plant Disconnection(2/2)</a:t>
            </a:r>
            <a:br>
              <a:rPr lang="en-US" sz="3100" b="1" dirty="0">
                <a:solidFill>
                  <a:schemeClr val="accent1"/>
                </a:solidFill>
                <a:latin typeface="Arial" panose="020B0604020202020204" pitchFamily="34" charset="0"/>
                <a:cs typeface="Arial" panose="020B0604020202020204" pitchFamily="34" charset="0"/>
              </a:rPr>
            </a:br>
            <a:endParaRPr lang="en-IN" sz="3100" b="1" dirty="0">
              <a:solidFill>
                <a:schemeClr val="accent1"/>
              </a:solidFill>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99629D82-3A11-DC4B-7AD7-35E78AADA95F}"/>
              </a:ext>
            </a:extLst>
          </p:cNvPr>
          <p:cNvGrpSpPr/>
          <p:nvPr/>
        </p:nvGrpSpPr>
        <p:grpSpPr>
          <a:xfrm>
            <a:off x="657549" y="581134"/>
            <a:ext cx="6301683" cy="2627595"/>
            <a:chOff x="657549" y="931321"/>
            <a:chExt cx="6301683" cy="2627595"/>
          </a:xfrm>
        </p:grpSpPr>
        <p:pic>
          <p:nvPicPr>
            <p:cNvPr id="3" name="Picture 2">
              <a:extLst>
                <a:ext uri="{FF2B5EF4-FFF2-40B4-BE49-F238E27FC236}">
                  <a16:creationId xmlns:a16="http://schemas.microsoft.com/office/drawing/2014/main" id="{CA071018-33B1-0AFE-0A6A-D844A2D224E7}"/>
                </a:ext>
              </a:extLst>
            </p:cNvPr>
            <p:cNvPicPr>
              <a:picLocks noChangeAspect="1"/>
            </p:cNvPicPr>
            <p:nvPr/>
          </p:nvPicPr>
          <p:blipFill>
            <a:blip r:embed="rId2"/>
            <a:stretch>
              <a:fillRect/>
            </a:stretch>
          </p:blipFill>
          <p:spPr>
            <a:xfrm>
              <a:off x="1280118" y="2338238"/>
              <a:ext cx="291507" cy="362371"/>
            </a:xfrm>
            <a:prstGeom prst="rect">
              <a:avLst/>
            </a:prstGeom>
          </p:spPr>
        </p:pic>
        <p:sp>
          <p:nvSpPr>
            <p:cNvPr id="4" name="TextBox 3">
              <a:extLst>
                <a:ext uri="{FF2B5EF4-FFF2-40B4-BE49-F238E27FC236}">
                  <a16:creationId xmlns:a16="http://schemas.microsoft.com/office/drawing/2014/main" id="{A9F438A8-47AA-B6AB-367A-2BD09243FE31}"/>
                </a:ext>
              </a:extLst>
            </p:cNvPr>
            <p:cNvSpPr txBox="1"/>
            <p:nvPr/>
          </p:nvSpPr>
          <p:spPr>
            <a:xfrm>
              <a:off x="657549" y="2056465"/>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EBPDeletionSummary.sh</a:t>
              </a:r>
              <a:endParaRPr kumimoji="0" lang="en-US" sz="1050" b="1" i="0" u="none" strike="noStrike" cap="none" spc="0" normalizeH="0" baseline="0" dirty="0">
                <a:ln>
                  <a:noFill/>
                </a:ln>
                <a:solidFill>
                  <a:srgbClr val="0652A6"/>
                </a:solidFill>
                <a:effectLst/>
                <a:uFillTx/>
                <a:sym typeface="Calibri"/>
              </a:endParaRPr>
            </a:p>
          </p:txBody>
        </p:sp>
        <p:pic>
          <p:nvPicPr>
            <p:cNvPr id="5" name="Picture 4">
              <a:extLst>
                <a:ext uri="{FF2B5EF4-FFF2-40B4-BE49-F238E27FC236}">
                  <a16:creationId xmlns:a16="http://schemas.microsoft.com/office/drawing/2014/main" id="{56B3D359-3E80-C467-E7F8-A77CC1791582}"/>
                </a:ext>
              </a:extLst>
            </p:cNvPr>
            <p:cNvPicPr>
              <a:picLocks noChangeAspect="1"/>
            </p:cNvPicPr>
            <p:nvPr/>
          </p:nvPicPr>
          <p:blipFill>
            <a:blip r:embed="rId3"/>
            <a:stretch>
              <a:fillRect/>
            </a:stretch>
          </p:blipFill>
          <p:spPr>
            <a:xfrm>
              <a:off x="2910270" y="2234338"/>
              <a:ext cx="636630" cy="570169"/>
            </a:xfrm>
            <a:prstGeom prst="rect">
              <a:avLst/>
            </a:prstGeom>
          </p:spPr>
        </p:pic>
        <p:cxnSp>
          <p:nvCxnSpPr>
            <p:cNvPr id="6" name="Straight Arrow Connector 5">
              <a:extLst>
                <a:ext uri="{FF2B5EF4-FFF2-40B4-BE49-F238E27FC236}">
                  <a16:creationId xmlns:a16="http://schemas.microsoft.com/office/drawing/2014/main" id="{74537485-CE97-3259-EF73-44C9746082F2}"/>
                </a:ext>
              </a:extLst>
            </p:cNvPr>
            <p:cNvCxnSpPr>
              <a:cxnSpLocks/>
              <a:endCxn id="5" idx="1"/>
            </p:cNvCxnSpPr>
            <p:nvPr/>
          </p:nvCxnSpPr>
          <p:spPr>
            <a:xfrm>
              <a:off x="1654188" y="2519422"/>
              <a:ext cx="1256082"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9" name="Connector: Curved 8">
              <a:extLst>
                <a:ext uri="{FF2B5EF4-FFF2-40B4-BE49-F238E27FC236}">
                  <a16:creationId xmlns:a16="http://schemas.microsoft.com/office/drawing/2014/main" id="{831365EA-6E37-E328-1161-609A0AA86D56}"/>
                </a:ext>
              </a:extLst>
            </p:cNvPr>
            <p:cNvCxnSpPr>
              <a:cxnSpLocks/>
            </p:cNvCxnSpPr>
            <p:nvPr/>
          </p:nvCxnSpPr>
          <p:spPr>
            <a:xfrm rot="5400000" flipH="1" flipV="1">
              <a:off x="1874908" y="1917830"/>
              <a:ext cx="958096" cy="245088"/>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DE326010-F1D1-C944-7F29-FA17700788B0}"/>
                </a:ext>
              </a:extLst>
            </p:cNvPr>
            <p:cNvSpPr txBox="1"/>
            <p:nvPr/>
          </p:nvSpPr>
          <p:spPr>
            <a:xfrm>
              <a:off x="1654188" y="1287045"/>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fetchebpobjects.sql</a:t>
              </a:r>
              <a:endParaRPr kumimoji="0" lang="en-US" sz="1050" b="1" i="0" u="none" strike="noStrike" cap="none" spc="0" normalizeH="0" baseline="0" dirty="0">
                <a:ln>
                  <a:noFill/>
                </a:ln>
                <a:solidFill>
                  <a:srgbClr val="0652A6"/>
                </a:solidFill>
                <a:effectLst/>
                <a:uFillTx/>
                <a:sym typeface="Calibri"/>
              </a:endParaRPr>
            </a:p>
          </p:txBody>
        </p:sp>
        <p:sp>
          <p:nvSpPr>
            <p:cNvPr id="14" name="TextBox 13">
              <a:extLst>
                <a:ext uri="{FF2B5EF4-FFF2-40B4-BE49-F238E27FC236}">
                  <a16:creationId xmlns:a16="http://schemas.microsoft.com/office/drawing/2014/main" id="{BF753C3C-7797-1481-F921-7C2BBDE14A5A}"/>
                </a:ext>
              </a:extLst>
            </p:cNvPr>
            <p:cNvSpPr txBox="1"/>
            <p:nvPr/>
          </p:nvSpPr>
          <p:spPr>
            <a:xfrm>
              <a:off x="2422509" y="2007552"/>
              <a:ext cx="1733550" cy="2462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00" b="1" dirty="0">
                  <a:solidFill>
                    <a:srgbClr val="0652A6"/>
                  </a:solidFill>
                </a:rPr>
                <a:t>DELETE</a:t>
              </a:r>
              <a:r>
                <a:rPr lang="en-US" sz="1000" dirty="0"/>
                <a:t>_</a:t>
              </a:r>
              <a:r>
                <a:rPr lang="en-US" sz="1000" b="1" dirty="0">
                  <a:solidFill>
                    <a:srgbClr val="0652A6"/>
                  </a:solidFill>
                </a:rPr>
                <a:t>SREBPSUMMARY</a:t>
              </a:r>
            </a:p>
          </p:txBody>
        </p:sp>
        <p:pic>
          <p:nvPicPr>
            <p:cNvPr id="15" name="Picture 14">
              <a:extLst>
                <a:ext uri="{FF2B5EF4-FFF2-40B4-BE49-F238E27FC236}">
                  <a16:creationId xmlns:a16="http://schemas.microsoft.com/office/drawing/2014/main" id="{37925DC1-34C4-8A2C-002A-63A2616AD843}"/>
                </a:ext>
              </a:extLst>
            </p:cNvPr>
            <p:cNvPicPr>
              <a:picLocks noChangeAspect="1"/>
            </p:cNvPicPr>
            <p:nvPr/>
          </p:nvPicPr>
          <p:blipFill>
            <a:blip r:embed="rId4"/>
            <a:stretch>
              <a:fillRect/>
            </a:stretch>
          </p:blipFill>
          <p:spPr>
            <a:xfrm>
              <a:off x="5033007" y="1169584"/>
              <a:ext cx="478079" cy="379069"/>
            </a:xfrm>
            <a:prstGeom prst="rect">
              <a:avLst/>
            </a:prstGeom>
          </p:spPr>
        </p:pic>
        <p:cxnSp>
          <p:nvCxnSpPr>
            <p:cNvPr id="16" name="Elbow Connector 54">
              <a:extLst>
                <a:ext uri="{FF2B5EF4-FFF2-40B4-BE49-F238E27FC236}">
                  <a16:creationId xmlns:a16="http://schemas.microsoft.com/office/drawing/2014/main" id="{4A92476B-FEF2-8C56-0311-D521418DF959}"/>
                </a:ext>
              </a:extLst>
            </p:cNvPr>
            <p:cNvCxnSpPr>
              <a:cxnSpLocks/>
              <a:endCxn id="15" idx="1"/>
            </p:cNvCxnSpPr>
            <p:nvPr/>
          </p:nvCxnSpPr>
          <p:spPr>
            <a:xfrm flipV="1">
              <a:off x="3532837" y="1359119"/>
              <a:ext cx="1500170" cy="1132812"/>
            </a:xfrm>
            <a:prstGeom prst="bentConnector3">
              <a:avLst>
                <a:gd name="adj1" fmla="val 50000"/>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9" name="TextBox 18">
              <a:extLst>
                <a:ext uri="{FF2B5EF4-FFF2-40B4-BE49-F238E27FC236}">
                  <a16:creationId xmlns:a16="http://schemas.microsoft.com/office/drawing/2014/main" id="{4FED9B30-41F6-A51A-2D37-53096B911577}"/>
                </a:ext>
              </a:extLst>
            </p:cNvPr>
            <p:cNvSpPr txBox="1"/>
            <p:nvPr/>
          </p:nvSpPr>
          <p:spPr>
            <a:xfrm>
              <a:off x="4626706" y="931321"/>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EBPSummaryData</a:t>
              </a:r>
              <a:endParaRPr lang="en-US" sz="1000" b="1" dirty="0">
                <a:solidFill>
                  <a:srgbClr val="0652A6"/>
                </a:solidFill>
              </a:endParaRPr>
            </a:p>
          </p:txBody>
        </p:sp>
        <p:pic>
          <p:nvPicPr>
            <p:cNvPr id="20" name="Picture 19">
              <a:extLst>
                <a:ext uri="{FF2B5EF4-FFF2-40B4-BE49-F238E27FC236}">
                  <a16:creationId xmlns:a16="http://schemas.microsoft.com/office/drawing/2014/main" id="{7BA8646B-068E-68BA-9D26-538EA69376ED}"/>
                </a:ext>
              </a:extLst>
            </p:cNvPr>
            <p:cNvPicPr>
              <a:picLocks noChangeAspect="1"/>
            </p:cNvPicPr>
            <p:nvPr/>
          </p:nvPicPr>
          <p:blipFill>
            <a:blip r:embed="rId2"/>
            <a:stretch>
              <a:fillRect/>
            </a:stretch>
          </p:blipFill>
          <p:spPr>
            <a:xfrm>
              <a:off x="4282922" y="3154856"/>
              <a:ext cx="291507" cy="362371"/>
            </a:xfrm>
            <a:prstGeom prst="rect">
              <a:avLst/>
            </a:prstGeom>
          </p:spPr>
        </p:pic>
        <p:cxnSp>
          <p:nvCxnSpPr>
            <p:cNvPr id="21" name="Connector: Curved 20">
              <a:extLst>
                <a:ext uri="{FF2B5EF4-FFF2-40B4-BE49-F238E27FC236}">
                  <a16:creationId xmlns:a16="http://schemas.microsoft.com/office/drawing/2014/main" id="{2FD7F785-FCD0-62DD-9DE6-48545F50278A}"/>
                </a:ext>
              </a:extLst>
            </p:cNvPr>
            <p:cNvCxnSpPr>
              <a:cxnSpLocks/>
            </p:cNvCxnSpPr>
            <p:nvPr/>
          </p:nvCxnSpPr>
          <p:spPr>
            <a:xfrm rot="16200000" flipH="1">
              <a:off x="2515382" y="1602069"/>
              <a:ext cx="654424" cy="2833448"/>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2" name="TextBox 21">
              <a:extLst>
                <a:ext uri="{FF2B5EF4-FFF2-40B4-BE49-F238E27FC236}">
                  <a16:creationId xmlns:a16="http://schemas.microsoft.com/office/drawing/2014/main" id="{E78BBA09-234E-55FE-F681-5FA9DBB014A8}"/>
                </a:ext>
              </a:extLst>
            </p:cNvPr>
            <p:cNvSpPr txBox="1"/>
            <p:nvPr/>
          </p:nvSpPr>
          <p:spPr>
            <a:xfrm>
              <a:off x="3730020" y="2887988"/>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DeleteByQuery.sh</a:t>
              </a:r>
              <a:endParaRPr kumimoji="0" lang="en-US" sz="1050" b="1" i="0" u="none" strike="noStrike" cap="none" spc="0" normalizeH="0" baseline="0" dirty="0">
                <a:ln>
                  <a:noFill/>
                </a:ln>
                <a:solidFill>
                  <a:srgbClr val="0652A6"/>
                </a:solidFill>
                <a:effectLst/>
                <a:uFillTx/>
                <a:sym typeface="Calibri"/>
              </a:endParaRPr>
            </a:p>
          </p:txBody>
        </p:sp>
        <p:pic>
          <p:nvPicPr>
            <p:cNvPr id="23" name="Picture 22">
              <a:extLst>
                <a:ext uri="{FF2B5EF4-FFF2-40B4-BE49-F238E27FC236}">
                  <a16:creationId xmlns:a16="http://schemas.microsoft.com/office/drawing/2014/main" id="{01580B84-1940-8B42-85EE-315315447D07}"/>
                </a:ext>
              </a:extLst>
            </p:cNvPr>
            <p:cNvPicPr>
              <a:picLocks noChangeAspect="1"/>
            </p:cNvPicPr>
            <p:nvPr/>
          </p:nvPicPr>
          <p:blipFill>
            <a:blip r:embed="rId5"/>
            <a:stretch>
              <a:fillRect/>
            </a:stretch>
          </p:blipFill>
          <p:spPr>
            <a:xfrm>
              <a:off x="5609640" y="3154856"/>
              <a:ext cx="307743" cy="404060"/>
            </a:xfrm>
            <a:prstGeom prst="rect">
              <a:avLst/>
            </a:prstGeom>
          </p:spPr>
        </p:pic>
        <p:cxnSp>
          <p:nvCxnSpPr>
            <p:cNvPr id="24" name="Straight Arrow Connector 23">
              <a:extLst>
                <a:ext uri="{FF2B5EF4-FFF2-40B4-BE49-F238E27FC236}">
                  <a16:creationId xmlns:a16="http://schemas.microsoft.com/office/drawing/2014/main" id="{2E02584B-729E-B644-F956-8F450D4890AF}"/>
                </a:ext>
              </a:extLst>
            </p:cNvPr>
            <p:cNvCxnSpPr>
              <a:cxnSpLocks/>
            </p:cNvCxnSpPr>
            <p:nvPr/>
          </p:nvCxnSpPr>
          <p:spPr>
            <a:xfrm flipV="1">
              <a:off x="4585505" y="3346004"/>
              <a:ext cx="925581" cy="1"/>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8" name="TextBox 27">
              <a:extLst>
                <a:ext uri="{FF2B5EF4-FFF2-40B4-BE49-F238E27FC236}">
                  <a16:creationId xmlns:a16="http://schemas.microsoft.com/office/drawing/2014/main" id="{C7E9F130-666D-8647-532F-3D9C0FA09071}"/>
                </a:ext>
              </a:extLst>
            </p:cNvPr>
            <p:cNvSpPr txBox="1"/>
            <p:nvPr/>
          </p:nvSpPr>
          <p:spPr>
            <a:xfrm>
              <a:off x="5138929" y="2910037"/>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EBPScanScript.tcl</a:t>
              </a:r>
              <a:endParaRPr lang="en-US" sz="1000" b="1" dirty="0">
                <a:solidFill>
                  <a:srgbClr val="0652A6"/>
                </a:solidFill>
              </a:endParaRPr>
            </a:p>
          </p:txBody>
        </p:sp>
        <p:pic>
          <p:nvPicPr>
            <p:cNvPr id="29" name="Picture 28">
              <a:extLst>
                <a:ext uri="{FF2B5EF4-FFF2-40B4-BE49-F238E27FC236}">
                  <a16:creationId xmlns:a16="http://schemas.microsoft.com/office/drawing/2014/main" id="{3D6AEF47-D286-76A5-B15D-5604565F967E}"/>
                </a:ext>
              </a:extLst>
            </p:cNvPr>
            <p:cNvPicPr>
              <a:picLocks noChangeAspect="1"/>
            </p:cNvPicPr>
            <p:nvPr/>
          </p:nvPicPr>
          <p:blipFill>
            <a:blip r:embed="rId4"/>
            <a:stretch>
              <a:fillRect/>
            </a:stretch>
          </p:blipFill>
          <p:spPr>
            <a:xfrm>
              <a:off x="6585524" y="3197848"/>
              <a:ext cx="373708" cy="296313"/>
            </a:xfrm>
            <a:prstGeom prst="rect">
              <a:avLst/>
            </a:prstGeom>
          </p:spPr>
        </p:pic>
      </p:grpSp>
      <p:cxnSp>
        <p:nvCxnSpPr>
          <p:cNvPr id="31" name="Straight Arrow Connector 30">
            <a:extLst>
              <a:ext uri="{FF2B5EF4-FFF2-40B4-BE49-F238E27FC236}">
                <a16:creationId xmlns:a16="http://schemas.microsoft.com/office/drawing/2014/main" id="{FCEF240E-795F-CCB2-D436-254919777D37}"/>
              </a:ext>
            </a:extLst>
          </p:cNvPr>
          <p:cNvCxnSpPr>
            <a:cxnSpLocks/>
          </p:cNvCxnSpPr>
          <p:nvPr/>
        </p:nvCxnSpPr>
        <p:spPr>
          <a:xfrm flipV="1">
            <a:off x="5956713" y="2995818"/>
            <a:ext cx="600236" cy="2080"/>
          </a:xfrm>
          <a:prstGeom prst="straightConnector1">
            <a:avLst/>
          </a:prstGeom>
          <a:noFill/>
          <a:ln w="25400" cap="flat">
            <a:solidFill>
              <a:schemeClr val="accent1"/>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33" name="TextBox 32">
            <a:extLst>
              <a:ext uri="{FF2B5EF4-FFF2-40B4-BE49-F238E27FC236}">
                <a16:creationId xmlns:a16="http://schemas.microsoft.com/office/drawing/2014/main" id="{0D9A1F87-6103-093B-9A09-35AB4686123C}"/>
              </a:ext>
            </a:extLst>
          </p:cNvPr>
          <p:cNvSpPr txBox="1"/>
          <p:nvPr/>
        </p:nvSpPr>
        <p:spPr>
          <a:xfrm>
            <a:off x="6105812" y="2550755"/>
            <a:ext cx="1290679" cy="2539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1050" b="1" dirty="0">
                <a:solidFill>
                  <a:srgbClr val="0652A6"/>
                </a:solidFill>
              </a:rPr>
              <a:t>Output</a:t>
            </a:r>
            <a:endParaRPr lang="en-US" sz="1000" b="1" dirty="0">
              <a:solidFill>
                <a:srgbClr val="0652A6"/>
              </a:solidFill>
            </a:endParaRPr>
          </a:p>
        </p:txBody>
      </p:sp>
      <p:pic>
        <p:nvPicPr>
          <p:cNvPr id="34" name="Picture 12" descr="Elasticsearch Logo">
            <a:extLst>
              <a:ext uri="{FF2B5EF4-FFF2-40B4-BE49-F238E27FC236}">
                <a16:creationId xmlns:a16="http://schemas.microsoft.com/office/drawing/2014/main" id="{C7F8446D-93EC-CF7C-E911-6695FF4C6A6B}"/>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0138" t="9098" r="9765" b="8995"/>
          <a:stretch/>
        </p:blipFill>
        <p:spPr bwMode="auto">
          <a:xfrm>
            <a:off x="6136754" y="3622918"/>
            <a:ext cx="311219" cy="303207"/>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Connector: Curved 34">
            <a:extLst>
              <a:ext uri="{FF2B5EF4-FFF2-40B4-BE49-F238E27FC236}">
                <a16:creationId xmlns:a16="http://schemas.microsoft.com/office/drawing/2014/main" id="{03E1C209-8073-1B67-26EC-73FF62A34BA7}"/>
              </a:ext>
            </a:extLst>
          </p:cNvPr>
          <p:cNvCxnSpPr>
            <a:cxnSpLocks/>
            <a:stCxn id="29" idx="2"/>
            <a:endCxn id="60" idx="1"/>
          </p:cNvCxnSpPr>
          <p:nvPr/>
        </p:nvCxnSpPr>
        <p:spPr>
          <a:xfrm rot="5400000">
            <a:off x="5865168" y="3293312"/>
            <a:ext cx="1056549" cy="757872"/>
          </a:xfrm>
          <a:prstGeom prst="curvedConnector4">
            <a:avLst>
              <a:gd name="adj1" fmla="val 31397"/>
              <a:gd name="adj2" fmla="val 130163"/>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cxnSp>
        <p:nvCxnSpPr>
          <p:cNvPr id="37" name="Connector: Curved 36">
            <a:extLst>
              <a:ext uri="{FF2B5EF4-FFF2-40B4-BE49-F238E27FC236}">
                <a16:creationId xmlns:a16="http://schemas.microsoft.com/office/drawing/2014/main" id="{3F1A84DE-890E-A55F-3B20-D2CDA5CA2BF8}"/>
              </a:ext>
            </a:extLst>
          </p:cNvPr>
          <p:cNvCxnSpPr>
            <a:cxnSpLocks/>
            <a:stCxn id="20" idx="2"/>
            <a:endCxn id="60" idx="1"/>
          </p:cNvCxnSpPr>
          <p:nvPr/>
        </p:nvCxnSpPr>
        <p:spPr>
          <a:xfrm rot="16200000" flipH="1">
            <a:off x="4704850" y="2890866"/>
            <a:ext cx="1033483" cy="1585830"/>
          </a:xfrm>
          <a:prstGeom prst="curvedConnector2">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48" name="TextBox 47">
            <a:extLst>
              <a:ext uri="{FF2B5EF4-FFF2-40B4-BE49-F238E27FC236}">
                <a16:creationId xmlns:a16="http://schemas.microsoft.com/office/drawing/2014/main" id="{FF2C38F1-7359-550E-8285-EB293DAD14B4}"/>
              </a:ext>
            </a:extLst>
          </p:cNvPr>
          <p:cNvSpPr txBox="1"/>
          <p:nvPr/>
        </p:nvSpPr>
        <p:spPr>
          <a:xfrm>
            <a:off x="6447100" y="3774522"/>
            <a:ext cx="729218" cy="230832"/>
          </a:xfrm>
          <a:prstGeom prst="rect">
            <a:avLst/>
          </a:prstGeom>
          <a:noFill/>
        </p:spPr>
        <p:txBody>
          <a:bodyPr wrap="square" rtlCol="0">
            <a:spAutoFit/>
          </a:bodyPr>
          <a:lstStyle/>
          <a:p>
            <a:pPr algn="ctr" defTabSz="228611"/>
            <a:r>
              <a:rPr lang="en-US" sz="900" dirty="0">
                <a:solidFill>
                  <a:srgbClr val="0652A6"/>
                </a:solidFill>
              </a:rPr>
              <a:t>Elastic</a:t>
            </a:r>
            <a:endParaRPr lang="en-US" sz="1200" dirty="0">
              <a:solidFill>
                <a:srgbClr val="0652A6"/>
              </a:solidFill>
            </a:endParaRPr>
          </a:p>
        </p:txBody>
      </p:sp>
      <p:pic>
        <p:nvPicPr>
          <p:cNvPr id="59" name="Picture 58">
            <a:extLst>
              <a:ext uri="{FF2B5EF4-FFF2-40B4-BE49-F238E27FC236}">
                <a16:creationId xmlns:a16="http://schemas.microsoft.com/office/drawing/2014/main" id="{6316BCCA-0E2D-6316-5E52-CEF5FC7922D6}"/>
              </a:ext>
            </a:extLst>
          </p:cNvPr>
          <p:cNvPicPr>
            <a:picLocks noChangeAspect="1"/>
          </p:cNvPicPr>
          <p:nvPr/>
        </p:nvPicPr>
        <p:blipFill>
          <a:blip r:embed="rId7"/>
          <a:stretch>
            <a:fillRect/>
          </a:stretch>
        </p:blipFill>
        <p:spPr>
          <a:xfrm>
            <a:off x="6147404" y="4398183"/>
            <a:ext cx="301738" cy="390888"/>
          </a:xfrm>
          <a:prstGeom prst="rect">
            <a:avLst/>
          </a:prstGeom>
        </p:spPr>
      </p:pic>
      <p:sp>
        <p:nvSpPr>
          <p:cNvPr id="60" name="Left Brace 59">
            <a:extLst>
              <a:ext uri="{FF2B5EF4-FFF2-40B4-BE49-F238E27FC236}">
                <a16:creationId xmlns:a16="http://schemas.microsoft.com/office/drawing/2014/main" id="{A1DE2BE1-2B6E-4A86-4753-E119A4AD90F2}"/>
              </a:ext>
            </a:extLst>
          </p:cNvPr>
          <p:cNvSpPr/>
          <p:nvPr/>
        </p:nvSpPr>
        <p:spPr>
          <a:xfrm>
            <a:off x="6014506" y="3807418"/>
            <a:ext cx="45719" cy="786209"/>
          </a:xfrm>
          <a:prstGeom prst="leftBrace">
            <a:avLst/>
          </a:prstGeom>
          <a:noFill/>
          <a:ln w="25400" cap="flat">
            <a:solidFill>
              <a:schemeClr val="accent1"/>
            </a:solidFill>
            <a:prstDash val="solid"/>
            <a:round/>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cxnSp>
        <p:nvCxnSpPr>
          <p:cNvPr id="64" name="Connector: Curved 63">
            <a:extLst>
              <a:ext uri="{FF2B5EF4-FFF2-40B4-BE49-F238E27FC236}">
                <a16:creationId xmlns:a16="http://schemas.microsoft.com/office/drawing/2014/main" id="{2E0457B5-4711-E713-6871-26BB821CE34A}"/>
              </a:ext>
            </a:extLst>
          </p:cNvPr>
          <p:cNvCxnSpPr>
            <a:cxnSpLocks/>
            <a:stCxn id="23" idx="0"/>
            <a:endCxn id="15" idx="2"/>
          </p:cNvCxnSpPr>
          <p:nvPr/>
        </p:nvCxnSpPr>
        <p:spPr>
          <a:xfrm rot="16200000" flipV="1">
            <a:off x="4714679" y="1755835"/>
            <a:ext cx="1606203" cy="491465"/>
          </a:xfrm>
          <a:prstGeom prst="curvedConnector3">
            <a:avLst>
              <a:gd name="adj1" fmla="val 50000"/>
            </a:avLst>
          </a:prstGeom>
          <a:noFill/>
          <a:ln w="9525" cap="flat">
            <a:solidFill>
              <a:srgbClr val="0099FF"/>
            </a:solidFill>
            <a:prstDash val="solid"/>
            <a:round/>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67" name="TextBox 66">
            <a:extLst>
              <a:ext uri="{FF2B5EF4-FFF2-40B4-BE49-F238E27FC236}">
                <a16:creationId xmlns:a16="http://schemas.microsoft.com/office/drawing/2014/main" id="{569E0FBB-6880-C38D-524D-1AD8729F6C71}"/>
              </a:ext>
            </a:extLst>
          </p:cNvPr>
          <p:cNvSpPr txBox="1"/>
          <p:nvPr/>
        </p:nvSpPr>
        <p:spPr>
          <a:xfrm>
            <a:off x="4650334" y="4151618"/>
            <a:ext cx="1536643" cy="2616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kumimoji="0" lang="en-US" sz="1100" b="1" i="0" u="none" strike="noStrike" cap="none" spc="0" normalizeH="0" baseline="0" dirty="0">
                <a:ln>
                  <a:noFill/>
                </a:ln>
                <a:solidFill>
                  <a:srgbClr val="0652A6"/>
                </a:solidFill>
                <a:effectLst/>
                <a:uFillTx/>
                <a:sym typeface="Calibri"/>
              </a:rPr>
              <a:t>EBP Data Deletion</a:t>
            </a:r>
            <a:endParaRPr kumimoji="0" lang="en-US" sz="1050" b="1" i="0" u="none" strike="noStrike" cap="none" spc="0" normalizeH="0" baseline="0" dirty="0">
              <a:ln>
                <a:noFill/>
              </a:ln>
              <a:solidFill>
                <a:srgbClr val="0652A6"/>
              </a:solidFill>
              <a:effectLst/>
              <a:uFillTx/>
              <a:sym typeface="Calibri"/>
            </a:endParaRPr>
          </a:p>
        </p:txBody>
      </p:sp>
    </p:spTree>
    <p:extLst>
      <p:ext uri="{BB962C8B-B14F-4D97-AF65-F5344CB8AC3E}">
        <p14:creationId xmlns:p14="http://schemas.microsoft.com/office/powerpoint/2010/main" val="1133120736"/>
      </p:ext>
    </p:extLst>
  </p:cSld>
  <p:clrMapOvr>
    <a:masterClrMapping/>
  </p:clrMapOvr>
  <p:transition spd="med"/>
</p:sld>
</file>

<file path=ppt/theme/theme1.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199DD"/>
        </a:solidFill>
        <a:ln w="25400" cap="flat">
          <a:noFill/>
          <a:prstDash val="solid"/>
          <a:round/>
        </a:ln>
        <a:effectLst/>
        <a:sp3d/>
      </a:spPr>
      <a:bodyPr rot="0" spcFirstLastPara="1" vertOverflow="overflow" horzOverflow="overflow" vert="horz" wrap="square" lIns="45719" tIns="45719" rIns="45719" bIns="45719" numCol="1" spcCol="38100" rtlCol="0" anchor="ctr">
        <a:no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nfosysDefaultTheme">
  <a:themeElements>
    <a:clrScheme name="Accent 7">
      <a:dk1>
        <a:srgbClr val="6D6E71"/>
      </a:dk1>
      <a:lt1>
        <a:sysClr val="window" lastClr="FFFFFF"/>
      </a:lt1>
      <a:dk2>
        <a:srgbClr val="1F9CD7"/>
      </a:dk2>
      <a:lt2>
        <a:srgbClr val="A7A9AC"/>
      </a:lt2>
      <a:accent1>
        <a:srgbClr val="007CC3"/>
      </a:accent1>
      <a:accent2>
        <a:srgbClr val="F15A29"/>
      </a:accent2>
      <a:accent3>
        <a:srgbClr val="6D6E71"/>
      </a:accent3>
      <a:accent4>
        <a:srgbClr val="47BAEB"/>
      </a:accent4>
      <a:accent5>
        <a:srgbClr val="FAA41A"/>
      </a:accent5>
      <a:accent6>
        <a:srgbClr val="3E7D32"/>
      </a:accent6>
      <a:hlink>
        <a:srgbClr val="D2232A"/>
      </a:hlink>
      <a:folHlink>
        <a:srgbClr val="F9DFA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1" id="{8F0916BC-4981-47F6-8D3A-6C28714FCF17}" vid="{7684C019-60F1-40A8-9918-8C917EB36714}"/>
    </a:ext>
  </a:extLst>
</a:theme>
</file>

<file path=ppt/theme/theme3.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5E47EBC9-397F-4905-9E6F-D80B77F8463C}">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FC91074-D9F1-4EA4-858D-4C1BD0600F6B}">
  <we:reference id="wa104381411" version="1.0.0.0" store="en-US" storeType="OMEX"/>
  <we:alternateReferences>
    <we:reference id="WA104381411" version="1.0.0.0" store="WA10438141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3C2FCC0642344ABA8900165FF8ADCF" ma:contentTypeVersion="12" ma:contentTypeDescription="Create a new document." ma:contentTypeScope="" ma:versionID="ba63f9c9566e1b1c6a4274f0f7898c4f">
  <xsd:schema xmlns:xsd="http://www.w3.org/2001/XMLSchema" xmlns:xs="http://www.w3.org/2001/XMLSchema" xmlns:p="http://schemas.microsoft.com/office/2006/metadata/properties" xmlns:ns2="634847ec-aa44-4c45-9bd4-d856ac1eddf9" xmlns:ns3="590af9aa-102c-4c76-a063-4a4932bd2f34" targetNamespace="http://schemas.microsoft.com/office/2006/metadata/properties" ma:root="true" ma:fieldsID="7c1b6d490fd1da1cb2aa40e871bf1888" ns2:_="" ns3:_="">
    <xsd:import namespace="634847ec-aa44-4c45-9bd4-d856ac1eddf9"/>
    <xsd:import namespace="590af9aa-102c-4c76-a063-4a4932bd2f3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4847ec-aa44-4c45-9bd4-d856ac1edd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90af9aa-102c-4c76-a063-4a4932bd2f34"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DC66216-73EC-4DC6-9F05-521E11C522C1}">
  <ds:schemaRefs>
    <ds:schemaRef ds:uri="http://schemas.microsoft.com/sharepoint/v3/contenttype/forms"/>
  </ds:schemaRefs>
</ds:datastoreItem>
</file>

<file path=customXml/itemProps2.xml><?xml version="1.0" encoding="utf-8"?>
<ds:datastoreItem xmlns:ds="http://schemas.openxmlformats.org/officeDocument/2006/customXml" ds:itemID="{DC939519-C676-4171-8F1E-79E397A49C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4847ec-aa44-4c45-9bd4-d856ac1eddf9"/>
    <ds:schemaRef ds:uri="590af9aa-102c-4c76-a063-4a4932bd2f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E79693-A6DE-4ED7-9045-1293703DCD6B}">
  <ds:schemaRefs>
    <ds:schemaRef ds:uri="http://purl.org/dc/dcmitype/"/>
    <ds:schemaRef ds:uri="b7926aa4-d647-41ac-92b3-095d51305f0a"/>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750716</TotalTime>
  <Words>287</Words>
  <Application>Microsoft Office PowerPoint</Application>
  <PresentationFormat>On-screen Show (16:9)</PresentationFormat>
  <Paragraphs>57</Paragraphs>
  <Slides>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Franklin Gothic Book</vt:lpstr>
      <vt:lpstr>Franklin Gothic Demi</vt:lpstr>
      <vt:lpstr>Infosys Template 1</vt:lpstr>
      <vt:lpstr>InfosysDefaultTheme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unnam.nr@pg.com</cp:lastModifiedBy>
  <cp:revision>1089</cp:revision>
  <dcterms:modified xsi:type="dcterms:W3CDTF">2024-04-09T15:26:27Z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MSIP_Label_be4b3411-284d-4d31-bd4f-bc13ef7f1fd6_Enabled">
    <vt:lpwstr>True</vt:lpwstr>
  </property>
  <property fmtid="{D5CDD505-2E9C-101B-9397-08002B2CF9AE}" pid="6" name="MSIP_Label_be4b3411-284d-4d31-bd4f-bc13ef7f1fd6_SiteId">
    <vt:lpwstr>63ce7d59-2f3e-42cd-a8cc-be764cff5eb6</vt:lpwstr>
  </property>
  <property fmtid="{D5CDD505-2E9C-101B-9397-08002B2CF9AE}" pid="7" name="MSIP_Label_be4b3411-284d-4d31-bd4f-bc13ef7f1fd6_Owner">
    <vt:lpwstr>Ajimon.ve0232@ad.infosys.com</vt:lpwstr>
  </property>
  <property fmtid="{D5CDD505-2E9C-101B-9397-08002B2CF9AE}" pid="8" name="MSIP_Label_be4b3411-284d-4d31-bd4f-bc13ef7f1fd6_SetDate">
    <vt:lpwstr>2018-11-19T10:33:45.6878824Z</vt:lpwstr>
  </property>
  <property fmtid="{D5CDD505-2E9C-101B-9397-08002B2CF9AE}" pid="9" name="MSIP_Label_be4b3411-284d-4d31-bd4f-bc13ef7f1fd6_Name">
    <vt:lpwstr>Internal</vt:lpwstr>
  </property>
  <property fmtid="{D5CDD505-2E9C-101B-9397-08002B2CF9AE}" pid="10" name="MSIP_Label_be4b3411-284d-4d31-bd4f-bc13ef7f1fd6_Application">
    <vt:lpwstr>Microsoft Azure Information Protection</vt:lpwstr>
  </property>
  <property fmtid="{D5CDD505-2E9C-101B-9397-08002B2CF9AE}" pid="11" name="MSIP_Label_be4b3411-284d-4d31-bd4f-bc13ef7f1fd6_Extended_MSFT_Method">
    <vt:lpwstr>Automatic</vt:lpwstr>
  </property>
  <property fmtid="{D5CDD505-2E9C-101B-9397-08002B2CF9AE}" pid="12" name="ContentTypeId">
    <vt:lpwstr>0x010100D43C2FCC0642344ABA8900165FF8ADCF</vt:lpwstr>
  </property>
  <property fmtid="{D5CDD505-2E9C-101B-9397-08002B2CF9AE}" pid="13" name="MSIP_Label_a0819fa7-4367-4500-ba88-dd630d977609_Enabled">
    <vt:lpwstr>true</vt:lpwstr>
  </property>
  <property fmtid="{D5CDD505-2E9C-101B-9397-08002B2CF9AE}" pid="14" name="MSIP_Label_a0819fa7-4367-4500-ba88-dd630d977609_SetDate">
    <vt:lpwstr>2023-03-27T13:53:26Z</vt:lpwstr>
  </property>
  <property fmtid="{D5CDD505-2E9C-101B-9397-08002B2CF9AE}" pid="15" name="MSIP_Label_a0819fa7-4367-4500-ba88-dd630d977609_Method">
    <vt:lpwstr>Standard</vt:lpwstr>
  </property>
  <property fmtid="{D5CDD505-2E9C-101B-9397-08002B2CF9AE}" pid="16" name="MSIP_Label_a0819fa7-4367-4500-ba88-dd630d977609_Name">
    <vt:lpwstr>a0819fa7-4367-4500-ba88-dd630d977609</vt:lpwstr>
  </property>
  <property fmtid="{D5CDD505-2E9C-101B-9397-08002B2CF9AE}" pid="17" name="MSIP_Label_a0819fa7-4367-4500-ba88-dd630d977609_SiteId">
    <vt:lpwstr>63ce7d59-2f3e-42cd-a8cc-be764cff5eb6</vt:lpwstr>
  </property>
  <property fmtid="{D5CDD505-2E9C-101B-9397-08002B2CF9AE}" pid="18" name="MSIP_Label_a0819fa7-4367-4500-ba88-dd630d977609_ContentBits">
    <vt:lpwstr>0</vt:lpwstr>
  </property>
</Properties>
</file>